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5" r:id="rId7"/>
    <p:sldId id="266" r:id="rId8"/>
    <p:sldId id="268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8139-72F7-49CE-BA0C-4CF0DE3EC7CA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A428-CAF7-4DAF-BBB6-FAD7650AA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8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8139-72F7-49CE-BA0C-4CF0DE3EC7CA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A428-CAF7-4DAF-BBB6-FAD7650AA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81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8139-72F7-49CE-BA0C-4CF0DE3EC7CA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A428-CAF7-4DAF-BBB6-FAD7650AA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890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8139-72F7-49CE-BA0C-4CF0DE3EC7CA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A428-CAF7-4DAF-BBB6-FAD7650AA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24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8139-72F7-49CE-BA0C-4CF0DE3EC7CA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A428-CAF7-4DAF-BBB6-FAD7650AA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66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8139-72F7-49CE-BA0C-4CF0DE3EC7CA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A428-CAF7-4DAF-BBB6-FAD7650AA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74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8139-72F7-49CE-BA0C-4CF0DE3EC7CA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A428-CAF7-4DAF-BBB6-FAD7650AA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4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8139-72F7-49CE-BA0C-4CF0DE3EC7CA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A428-CAF7-4DAF-BBB6-FAD7650AA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24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8139-72F7-49CE-BA0C-4CF0DE3EC7CA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A428-CAF7-4DAF-BBB6-FAD7650AA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37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8139-72F7-49CE-BA0C-4CF0DE3EC7CA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A428-CAF7-4DAF-BBB6-FAD7650AA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51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8139-72F7-49CE-BA0C-4CF0DE3EC7CA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A428-CAF7-4DAF-BBB6-FAD7650AA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07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203201" y="6477001"/>
            <a:ext cx="10518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Copyrights apply</a:t>
            </a:r>
          </a:p>
        </p:txBody>
      </p:sp>
    </p:spTree>
    <p:extLst>
      <p:ext uri="{BB962C8B-B14F-4D97-AF65-F5344CB8AC3E}">
        <p14:creationId xmlns:p14="http://schemas.microsoft.com/office/powerpoint/2010/main" val="58815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38139-72F7-49CE-BA0C-4CF0DE3EC7CA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0A428-CAF7-4DAF-BBB6-FAD7650AA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3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76A264-154B-974E-ACDA-03EE060C02D5}"/>
              </a:ext>
            </a:extLst>
          </p:cNvPr>
          <p:cNvSpPr txBox="1"/>
          <p:nvPr/>
        </p:nvSpPr>
        <p:spPr>
          <a:xfrm>
            <a:off x="6019801" y="3886200"/>
            <a:ext cx="3940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Pap Smear Education</a:t>
            </a:r>
          </a:p>
        </p:txBody>
      </p:sp>
    </p:spTree>
    <p:extLst>
      <p:ext uri="{BB962C8B-B14F-4D97-AF65-F5344CB8AC3E}">
        <p14:creationId xmlns:p14="http://schemas.microsoft.com/office/powerpoint/2010/main" val="2204628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C61568-F443-D342-8D99-C45D42225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031" y="2767106"/>
            <a:ext cx="2160621" cy="30719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en-US" sz="3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the purpose of a pap smear? </a:t>
            </a:r>
          </a:p>
          <a:p>
            <a:pPr eaLnBrk="1" fontAlgn="base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en-US" sz="3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        </a:t>
            </a:r>
          </a:p>
          <a:p>
            <a:pPr eaLnBrk="1" fontAlgn="base" hangingPunct="1">
              <a:lnSpc>
                <a:spcPct val="90000"/>
              </a:lnSpc>
              <a:spcAft>
                <a:spcPts val="600"/>
              </a:spcAft>
            </a:pPr>
            <a:br>
              <a:rPr lang="en-US" altLang="en-US" sz="3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altLang="en-US" sz="3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 descr="cervical2">
            <a:extLst>
              <a:ext uri="{FF2B5EF4-FFF2-40B4-BE49-F238E27FC236}">
                <a16:creationId xmlns:a16="http://schemas.microsoft.com/office/drawing/2014/main" id="{A4EB85F4-B6AD-F94D-8267-862A44AAE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00822" y="1333534"/>
            <a:ext cx="5419311" cy="4190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638C06-A268-5247-B321-72126765CC2D}"/>
              </a:ext>
            </a:extLst>
          </p:cNvPr>
          <p:cNvSpPr txBox="1"/>
          <p:nvPr/>
        </p:nvSpPr>
        <p:spPr>
          <a:xfrm>
            <a:off x="4953000" y="762000"/>
            <a:ext cx="5219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screen for cervical cancer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C61568-F443-D342-8D99-C45D42225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738" y="2720674"/>
            <a:ext cx="2160621" cy="30719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3200" b="0" i="0" u="none" strike="noStrike" kern="1200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What is the purpose of a pap smear? </a:t>
            </a:r>
          </a:p>
          <a:p>
            <a:pPr marL="0" marR="0" lvl="0" indent="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r>
              <a:rPr kumimoji="0" lang="en-US" altLang="en-US" sz="3200" b="0" i="0" u="none" strike="noStrike" kern="1200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          </a:t>
            </a:r>
          </a:p>
          <a:p>
            <a:pPr marL="0" marR="0" lvl="0" indent="0" eaLnBrk="1" fontAlgn="base" hangingPunct="1">
              <a:lnSpc>
                <a:spcPct val="90000"/>
              </a:lnSpc>
              <a:spcAft>
                <a:spcPts val="600"/>
              </a:spcAft>
              <a:buClrTx/>
              <a:buSzTx/>
              <a:tabLst/>
            </a:pPr>
            <a:br>
              <a:rPr kumimoji="0" lang="en-US" altLang="en-US" sz="3200" b="0" i="0" u="none" strike="noStrike" kern="1200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</a:br>
            <a:endParaRPr kumimoji="0" lang="en-US" altLang="en-US" sz="3200" b="0" i="0" u="none" strike="noStrike" kern="1200" cap="none" normalizeH="0" baseline="0" dirty="0">
              <a:ln>
                <a:noFill/>
              </a:ln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6393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C61568-F443-D342-8D99-C45D42225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869" y="911106"/>
            <a:ext cx="2447627" cy="480389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en-US" sz="3200" dirty="0">
                <a:latin typeface="+mj-lt"/>
                <a:ea typeface="+mj-ea"/>
                <a:cs typeface="+mj-cs"/>
              </a:rPr>
              <a:t>Is a pap smear a screening, diagnostic, or therapeutic test? </a:t>
            </a:r>
          </a:p>
          <a:p>
            <a:pPr eaLnBrk="1" fontAlgn="base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en-US" sz="3200" dirty="0">
                <a:latin typeface="+mj-lt"/>
                <a:ea typeface="+mj-ea"/>
                <a:cs typeface="+mj-cs"/>
              </a:rPr>
              <a:t>          </a:t>
            </a:r>
          </a:p>
          <a:p>
            <a:pPr eaLnBrk="1" fontAlgn="base" hangingPunct="1">
              <a:lnSpc>
                <a:spcPct val="90000"/>
              </a:lnSpc>
              <a:spcAft>
                <a:spcPts val="600"/>
              </a:spcAft>
            </a:pPr>
            <a:br>
              <a:rPr lang="en-US" altLang="en-US" sz="3200" dirty="0">
                <a:latin typeface="+mj-lt"/>
                <a:ea typeface="+mj-ea"/>
                <a:cs typeface="+mj-cs"/>
              </a:rPr>
            </a:br>
            <a:endParaRPr lang="en-US" alt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38C06-A268-5247-B321-72126765CC2D}"/>
              </a:ext>
            </a:extLst>
          </p:cNvPr>
          <p:cNvSpPr txBox="1"/>
          <p:nvPr/>
        </p:nvSpPr>
        <p:spPr>
          <a:xfrm>
            <a:off x="4953000" y="762000"/>
            <a:ext cx="5219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a screening test </a:t>
            </a:r>
          </a:p>
        </p:txBody>
      </p:sp>
      <p:pic>
        <p:nvPicPr>
          <p:cNvPr id="10" name="Picture 2" descr="Pap test">
            <a:extLst>
              <a:ext uri="{FF2B5EF4-FFF2-40B4-BE49-F238E27FC236}">
                <a16:creationId xmlns:a16="http://schemas.microsoft.com/office/drawing/2014/main" id="{255AB7D3-495D-3F46-9593-D27B998A3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3417" y="1304753"/>
            <a:ext cx="5571067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975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0" y="0"/>
            <a:ext cx="54102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13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0"/>
            <a:ext cx="544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99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91BDA4BE-6616-2B40-956F-C701D5283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575115"/>
            <a:ext cx="9079724" cy="69734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5ADF89-963D-F547-A563-A2308D98FAD3}"/>
              </a:ext>
            </a:extLst>
          </p:cNvPr>
          <p:cNvSpPr txBox="1"/>
          <p:nvPr/>
        </p:nvSpPr>
        <p:spPr>
          <a:xfrm>
            <a:off x="2819400" y="304800"/>
            <a:ext cx="571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Cervical Cancer screening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262908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0"/>
            <a:ext cx="4432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229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0" y="0"/>
            <a:ext cx="6311900" cy="607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331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0"/>
            <a:ext cx="62357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73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Carle Foundation Hospital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Ifeanyi.Opoku</dc:creator>
  <cp:lastModifiedBy>Pecenka, Christopher D</cp:lastModifiedBy>
  <cp:revision>1</cp:revision>
  <dcterms:created xsi:type="dcterms:W3CDTF">2023-09-01T18:02:14Z</dcterms:created>
  <dcterms:modified xsi:type="dcterms:W3CDTF">2023-09-01T20:46:37Z</dcterms:modified>
</cp:coreProperties>
</file>