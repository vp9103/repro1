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notesSlides/notesSlide2.xml" ContentType="application/vnd.openxmlformats-officedocument.presentationml.notesSlide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notesMasterIdLst>
    <p:notesMasterId r:id="rId84"/>
  </p:notesMasterIdLst>
  <p:sldIdLst>
    <p:sldId id="321" r:id="rId6"/>
    <p:sldId id="352" r:id="rId7"/>
    <p:sldId id="283" r:id="rId8"/>
    <p:sldId id="403" r:id="rId9"/>
    <p:sldId id="270" r:id="rId10"/>
    <p:sldId id="405" r:id="rId11"/>
    <p:sldId id="398" r:id="rId12"/>
    <p:sldId id="260" r:id="rId13"/>
    <p:sldId id="285" r:id="rId14"/>
    <p:sldId id="311" r:id="rId15"/>
    <p:sldId id="339" r:id="rId16"/>
    <p:sldId id="353" r:id="rId17"/>
    <p:sldId id="401" r:id="rId18"/>
    <p:sldId id="272" r:id="rId19"/>
    <p:sldId id="351" r:id="rId20"/>
    <p:sldId id="408" r:id="rId21"/>
    <p:sldId id="409" r:id="rId22"/>
    <p:sldId id="406" r:id="rId23"/>
    <p:sldId id="420" r:id="rId24"/>
    <p:sldId id="402" r:id="rId25"/>
    <p:sldId id="267" r:id="rId26"/>
    <p:sldId id="300" r:id="rId27"/>
    <p:sldId id="279" r:id="rId28"/>
    <p:sldId id="335" r:id="rId29"/>
    <p:sldId id="280" r:id="rId30"/>
    <p:sldId id="336" r:id="rId31"/>
    <p:sldId id="421" r:id="rId32"/>
    <p:sldId id="303" r:id="rId33"/>
    <p:sldId id="346" r:id="rId34"/>
    <p:sldId id="337" r:id="rId35"/>
    <p:sldId id="397" r:id="rId36"/>
    <p:sldId id="381" r:id="rId37"/>
    <p:sldId id="419" r:id="rId38"/>
    <p:sldId id="371" r:id="rId39"/>
    <p:sldId id="385" r:id="rId40"/>
    <p:sldId id="412" r:id="rId41"/>
    <p:sldId id="359" r:id="rId42"/>
    <p:sldId id="357" r:id="rId43"/>
    <p:sldId id="326" r:id="rId44"/>
    <p:sldId id="413" r:id="rId45"/>
    <p:sldId id="393" r:id="rId46"/>
    <p:sldId id="273" r:id="rId47"/>
    <p:sldId id="388" r:id="rId48"/>
    <p:sldId id="287" r:id="rId49"/>
    <p:sldId id="288" r:id="rId50"/>
    <p:sldId id="417" r:id="rId51"/>
    <p:sldId id="415" r:id="rId52"/>
    <p:sldId id="414" r:id="rId53"/>
    <p:sldId id="338" r:id="rId54"/>
    <p:sldId id="343" r:id="rId55"/>
    <p:sldId id="292" r:id="rId56"/>
    <p:sldId id="392" r:id="rId57"/>
    <p:sldId id="396" r:id="rId58"/>
    <p:sldId id="333" r:id="rId59"/>
    <p:sldId id="340" r:id="rId60"/>
    <p:sldId id="291" r:id="rId61"/>
    <p:sldId id="390" r:id="rId62"/>
    <p:sldId id="399" r:id="rId63"/>
    <p:sldId id="266" r:id="rId64"/>
    <p:sldId id="418" r:id="rId65"/>
    <p:sldId id="330" r:id="rId66"/>
    <p:sldId id="411" r:id="rId67"/>
    <p:sldId id="317" r:id="rId68"/>
    <p:sldId id="264" r:id="rId69"/>
    <p:sldId id="296" r:id="rId70"/>
    <p:sldId id="263" r:id="rId71"/>
    <p:sldId id="305" r:id="rId72"/>
    <p:sldId id="423" r:id="rId73"/>
    <p:sldId id="309" r:id="rId74"/>
    <p:sldId id="400" r:id="rId75"/>
    <p:sldId id="298" r:id="rId76"/>
    <p:sldId id="367" r:id="rId77"/>
    <p:sldId id="345" r:id="rId78"/>
    <p:sldId id="297" r:id="rId79"/>
    <p:sldId id="347" r:id="rId80"/>
    <p:sldId id="348" r:id="rId81"/>
    <p:sldId id="313" r:id="rId82"/>
    <p:sldId id="302" r:id="rId8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outlineView">
  <p:normalViewPr showOutlineIcons="0">
    <p:restoredLeft sz="34610" autoAdjust="0"/>
    <p:restoredTop sz="86405" autoAdjust="0"/>
  </p:normalViewPr>
  <p:slideViewPr>
    <p:cSldViewPr snapToGrid="0">
      <p:cViewPr varScale="1">
        <p:scale>
          <a:sx n="71" d="100"/>
          <a:sy n="71" d="100"/>
        </p:scale>
        <p:origin x="235" y="58"/>
      </p:cViewPr>
      <p:guideLst/>
    </p:cSldViewPr>
  </p:slideViewPr>
  <p:outlineViewPr>
    <p:cViewPr>
      <p:scale>
        <a:sx n="33" d="100"/>
        <a:sy n="33" d="100"/>
      </p:scale>
      <p:origin x="0" y="-35717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9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notesMaster" Target="notesMasters/notesMaster1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77" Type="http://schemas.openxmlformats.org/officeDocument/2006/relationships/slide" Target="slides/slide72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80" Type="http://schemas.openxmlformats.org/officeDocument/2006/relationships/slide" Target="slides/slide75.xml"/><Relationship Id="rId85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83" Type="http://schemas.openxmlformats.org/officeDocument/2006/relationships/slide" Target="slides/slide78.xml"/><Relationship Id="rId88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slide" Target="slides/slide76.xml"/><Relationship Id="rId86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theme" Target="theme/theme1.xml"/><Relationship Id="rId61" Type="http://schemas.openxmlformats.org/officeDocument/2006/relationships/slide" Target="slides/slide56.xml"/><Relationship Id="rId82" Type="http://schemas.openxmlformats.org/officeDocument/2006/relationships/slide" Target="slides/slide77.xml"/></Relationships>
</file>

<file path=ppt/diagrams/_rels/data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svg"/><Relationship Id="rId1" Type="http://schemas.openxmlformats.org/officeDocument/2006/relationships/image" Target="../media/image34.svg"/></Relationships>
</file>

<file path=ppt/diagrams/_rels/drawing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svg"/><Relationship Id="rId1" Type="http://schemas.openxmlformats.org/officeDocument/2006/relationships/image" Target="../media/image3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#9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0NoLn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NoLn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2NoLn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NoLn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NoLn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#5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dk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dk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1#35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1#3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0NoLn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NoLn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2NoLn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NoLn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NoLn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dk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dk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0NoLn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NoLn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2NoLn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NoLn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NoLn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1#7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0_1#6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0_1#9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1#2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dk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0_1#16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0_1#2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0_1#29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dk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dk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0_1#10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6_5#1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dk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colorful4#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5_1#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colorful1#9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colorful4#5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#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0_1#14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dk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dk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dk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dk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dk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dk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35496F-DDED-4D2A-885A-70BC884C52DF}" type="doc">
      <dgm:prSet loTypeId="urn:microsoft.com/office/officeart/2005/8/layout/vList2" loCatId="list" qsTypeId="urn:microsoft.com/office/officeart/2005/8/quickstyle/simple1#53" qsCatId="simple" csTypeId="urn:microsoft.com/office/officeart/2005/8/colors/accent0_3#9" csCatId="mainScheme" phldr="1"/>
      <dgm:spPr/>
      <dgm:t>
        <a:bodyPr/>
        <a:lstStyle/>
        <a:p>
          <a:endParaRPr lang="en-US"/>
        </a:p>
      </dgm:t>
    </dgm:pt>
    <dgm:pt modelId="{23DDFDB3-822E-4115-8A69-5EB3FEF5E17C}">
      <dgm:prSet phldrT="[Text]" custT="1"/>
      <dgm:spPr/>
      <dgm:t>
        <a:bodyPr/>
        <a:lstStyle/>
        <a:p>
          <a:r>
            <a:rPr lang="en-US" sz="1800" dirty="0"/>
            <a:t>Beverly London, MD, FACOG, MSCP</a:t>
          </a:r>
        </a:p>
      </dgm:t>
    </dgm:pt>
    <dgm:pt modelId="{204C3D7E-1A1D-44FB-AFA7-C5454F6DCC23}" type="sibTrans" cxnId="{FE9CF948-1CD1-41E8-9B78-6BA0BBE74ED7}">
      <dgm:prSet/>
      <dgm:spPr/>
      <dgm:t>
        <a:bodyPr/>
        <a:lstStyle/>
        <a:p>
          <a:endParaRPr lang="en-US"/>
        </a:p>
      </dgm:t>
    </dgm:pt>
    <dgm:pt modelId="{4A46AD23-775B-46AD-AC42-72431D723767}" type="parTrans" cxnId="{FE9CF948-1CD1-41E8-9B78-6BA0BBE74ED7}">
      <dgm:prSet/>
      <dgm:spPr/>
      <dgm:t>
        <a:bodyPr/>
        <a:lstStyle/>
        <a:p>
          <a:endParaRPr lang="en-US"/>
        </a:p>
      </dgm:t>
    </dgm:pt>
    <dgm:pt modelId="{61C18406-8459-484F-A90A-47A8D37B966B}" type="pres">
      <dgm:prSet presAssocID="{C535496F-DDED-4D2A-885A-70BC884C52DF}" presName="linear" presStyleCnt="0">
        <dgm:presLayoutVars>
          <dgm:animLvl val="lvl"/>
          <dgm:resizeHandles val="exact"/>
        </dgm:presLayoutVars>
      </dgm:prSet>
      <dgm:spPr/>
    </dgm:pt>
    <dgm:pt modelId="{0C6CF1BD-3A5A-4D9B-B8A7-0D50F2DDCBFB}" type="pres">
      <dgm:prSet presAssocID="{23DDFDB3-822E-4115-8A69-5EB3FEF5E17C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FE9CF948-1CD1-41E8-9B78-6BA0BBE74ED7}" srcId="{C535496F-DDED-4D2A-885A-70BC884C52DF}" destId="{23DDFDB3-822E-4115-8A69-5EB3FEF5E17C}" srcOrd="0" destOrd="0" parTransId="{4A46AD23-775B-46AD-AC42-72431D723767}" sibTransId="{204C3D7E-1A1D-44FB-AFA7-C5454F6DCC23}"/>
    <dgm:cxn modelId="{4E7CDE74-124F-441A-817C-694FA318C1E5}" type="presOf" srcId="{23DDFDB3-822E-4115-8A69-5EB3FEF5E17C}" destId="{0C6CF1BD-3A5A-4D9B-B8A7-0D50F2DDCBFB}" srcOrd="0" destOrd="0" presId="urn:microsoft.com/office/officeart/2005/8/layout/vList2"/>
    <dgm:cxn modelId="{DFC204CA-1D07-4822-BBBD-0E5A2B638FDA}" type="presOf" srcId="{C535496F-DDED-4D2A-885A-70BC884C52DF}" destId="{61C18406-8459-484F-A90A-47A8D37B966B}" srcOrd="0" destOrd="0" presId="urn:microsoft.com/office/officeart/2005/8/layout/vList2"/>
    <dgm:cxn modelId="{42775844-2291-4E71-A3F4-A1318CEC86EF}" type="presParOf" srcId="{61C18406-8459-484F-A90A-47A8D37B966B}" destId="{0C6CF1BD-3A5A-4D9B-B8A7-0D50F2DDCBFB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77EE6C5-ACD5-4A03-945F-AB6C566562D1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182C8AA7-C982-4CBF-B164-1929CBD4C931}">
      <dgm:prSet/>
      <dgm:spPr/>
      <dgm:t>
        <a:bodyPr/>
        <a:lstStyle/>
        <a:p>
          <a:r>
            <a:rPr lang="en-US" dirty="0">
              <a:solidFill>
                <a:srgbClr val="FF0000"/>
              </a:solidFill>
            </a:rPr>
            <a:t>1.4 million </a:t>
          </a:r>
          <a:r>
            <a:rPr lang="en-US" dirty="0"/>
            <a:t>Transgender Adults</a:t>
          </a:r>
        </a:p>
      </dgm:t>
    </dgm:pt>
    <dgm:pt modelId="{E0ED276D-3458-4C17-ADE0-6124896072C9}" type="parTrans" cxnId="{6EF6B4A8-ABEA-4F09-A5CA-5C7AC20233DD}">
      <dgm:prSet/>
      <dgm:spPr/>
      <dgm:t>
        <a:bodyPr/>
        <a:lstStyle/>
        <a:p>
          <a:endParaRPr lang="en-US"/>
        </a:p>
      </dgm:t>
    </dgm:pt>
    <dgm:pt modelId="{DED2A5BE-ACFD-4A25-84B5-07D004906AC2}" type="sibTrans" cxnId="{6EF6B4A8-ABEA-4F09-A5CA-5C7AC20233DD}">
      <dgm:prSet/>
      <dgm:spPr/>
      <dgm:t>
        <a:bodyPr/>
        <a:lstStyle/>
        <a:p>
          <a:endParaRPr lang="en-US"/>
        </a:p>
      </dgm:t>
    </dgm:pt>
    <dgm:pt modelId="{CCB30609-9530-44F0-B3C5-1B261BC0D3BE}">
      <dgm:prSet/>
      <dgm:spPr/>
      <dgm:t>
        <a:bodyPr/>
        <a:lstStyle/>
        <a:p>
          <a:r>
            <a:rPr lang="en-US" dirty="0"/>
            <a:t>150,000  Transgender Adolescents  (Age 13 – 17)</a:t>
          </a:r>
        </a:p>
      </dgm:t>
    </dgm:pt>
    <dgm:pt modelId="{ABC368B0-8AE5-41F8-AFDB-F6EEA99EC894}" type="parTrans" cxnId="{B64D2969-B504-4240-8973-0BF531AA0AF5}">
      <dgm:prSet/>
      <dgm:spPr/>
      <dgm:t>
        <a:bodyPr/>
        <a:lstStyle/>
        <a:p>
          <a:endParaRPr lang="en-US"/>
        </a:p>
      </dgm:t>
    </dgm:pt>
    <dgm:pt modelId="{386314ED-05D3-47D5-A43D-E71535894B67}" type="sibTrans" cxnId="{B64D2969-B504-4240-8973-0BF531AA0AF5}">
      <dgm:prSet/>
      <dgm:spPr/>
      <dgm:t>
        <a:bodyPr/>
        <a:lstStyle/>
        <a:p>
          <a:endParaRPr lang="en-US"/>
        </a:p>
      </dgm:t>
    </dgm:pt>
    <dgm:pt modelId="{B936F65F-62FD-4024-A7E6-D97043AA09B7}">
      <dgm:prSet/>
      <dgm:spPr/>
      <dgm:t>
        <a:bodyPr/>
        <a:lstStyle/>
        <a:p>
          <a:r>
            <a:rPr lang="en-US" dirty="0"/>
            <a:t>1.2 million Non-Binary US Adults (42% identify as transgender)</a:t>
          </a:r>
        </a:p>
      </dgm:t>
    </dgm:pt>
    <dgm:pt modelId="{673661E3-EDCD-45B4-81DD-57293C02E145}" type="parTrans" cxnId="{EA9A159D-575F-4742-A1FE-D718DD6000A2}">
      <dgm:prSet/>
      <dgm:spPr/>
      <dgm:t>
        <a:bodyPr/>
        <a:lstStyle/>
        <a:p>
          <a:endParaRPr lang="en-US"/>
        </a:p>
      </dgm:t>
    </dgm:pt>
    <dgm:pt modelId="{76D02183-B220-4D39-9348-AD5D62ACD404}" type="sibTrans" cxnId="{EA9A159D-575F-4742-A1FE-D718DD6000A2}">
      <dgm:prSet/>
      <dgm:spPr/>
      <dgm:t>
        <a:bodyPr/>
        <a:lstStyle/>
        <a:p>
          <a:endParaRPr lang="en-US"/>
        </a:p>
      </dgm:t>
    </dgm:pt>
    <dgm:pt modelId="{FA98C5E1-D924-4508-A8DE-5C116FA1B1E2}" type="pres">
      <dgm:prSet presAssocID="{177EE6C5-ACD5-4A03-945F-AB6C566562D1}" presName="linear" presStyleCnt="0">
        <dgm:presLayoutVars>
          <dgm:animLvl val="lvl"/>
          <dgm:resizeHandles val="exact"/>
        </dgm:presLayoutVars>
      </dgm:prSet>
      <dgm:spPr/>
    </dgm:pt>
    <dgm:pt modelId="{7D8F1C5B-1094-492F-9FF2-E1DB6F129ECD}" type="pres">
      <dgm:prSet presAssocID="{182C8AA7-C982-4CBF-B164-1929CBD4C93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A7692C4-779F-42DD-B6EC-996FF164AA7A}" type="pres">
      <dgm:prSet presAssocID="{DED2A5BE-ACFD-4A25-84B5-07D004906AC2}" presName="spacer" presStyleCnt="0"/>
      <dgm:spPr/>
    </dgm:pt>
    <dgm:pt modelId="{0124F970-5A5D-4586-B07B-41274BAB2D06}" type="pres">
      <dgm:prSet presAssocID="{B936F65F-62FD-4024-A7E6-D97043AA09B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5D0E586-1B7C-4270-A1B4-2E2E6B26CA65}" type="pres">
      <dgm:prSet presAssocID="{76D02183-B220-4D39-9348-AD5D62ACD404}" presName="spacer" presStyleCnt="0"/>
      <dgm:spPr/>
    </dgm:pt>
    <dgm:pt modelId="{73F6C8E7-B826-4B28-99FE-11C353C1B12B}" type="pres">
      <dgm:prSet presAssocID="{CCB30609-9530-44F0-B3C5-1B261BC0D3B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A9C0A11-722C-4223-B536-71561FF8C194}" type="presOf" srcId="{CCB30609-9530-44F0-B3C5-1B261BC0D3BE}" destId="{73F6C8E7-B826-4B28-99FE-11C353C1B12B}" srcOrd="0" destOrd="0" presId="urn:microsoft.com/office/officeart/2005/8/layout/vList2"/>
    <dgm:cxn modelId="{A02CF816-A1FE-444F-BEEB-C9DBD548BE13}" type="presOf" srcId="{182C8AA7-C982-4CBF-B164-1929CBD4C931}" destId="{7D8F1C5B-1094-492F-9FF2-E1DB6F129ECD}" srcOrd="0" destOrd="0" presId="urn:microsoft.com/office/officeart/2005/8/layout/vList2"/>
    <dgm:cxn modelId="{B64D2969-B504-4240-8973-0BF531AA0AF5}" srcId="{177EE6C5-ACD5-4A03-945F-AB6C566562D1}" destId="{CCB30609-9530-44F0-B3C5-1B261BC0D3BE}" srcOrd="2" destOrd="0" parTransId="{ABC368B0-8AE5-41F8-AFDB-F6EEA99EC894}" sibTransId="{386314ED-05D3-47D5-A43D-E71535894B67}"/>
    <dgm:cxn modelId="{6BBF8C57-AB56-4829-840E-AD1B009ABB2E}" type="presOf" srcId="{B936F65F-62FD-4024-A7E6-D97043AA09B7}" destId="{0124F970-5A5D-4586-B07B-41274BAB2D06}" srcOrd="0" destOrd="0" presId="urn:microsoft.com/office/officeart/2005/8/layout/vList2"/>
    <dgm:cxn modelId="{EA9A159D-575F-4742-A1FE-D718DD6000A2}" srcId="{177EE6C5-ACD5-4A03-945F-AB6C566562D1}" destId="{B936F65F-62FD-4024-A7E6-D97043AA09B7}" srcOrd="1" destOrd="0" parTransId="{673661E3-EDCD-45B4-81DD-57293C02E145}" sibTransId="{76D02183-B220-4D39-9348-AD5D62ACD404}"/>
    <dgm:cxn modelId="{6EF6B4A8-ABEA-4F09-A5CA-5C7AC20233DD}" srcId="{177EE6C5-ACD5-4A03-945F-AB6C566562D1}" destId="{182C8AA7-C982-4CBF-B164-1929CBD4C931}" srcOrd="0" destOrd="0" parTransId="{E0ED276D-3458-4C17-ADE0-6124896072C9}" sibTransId="{DED2A5BE-ACFD-4A25-84B5-07D004906AC2}"/>
    <dgm:cxn modelId="{819BE7AC-7299-4CD9-A064-2E6F38A77174}" type="presOf" srcId="{177EE6C5-ACD5-4A03-945F-AB6C566562D1}" destId="{FA98C5E1-D924-4508-A8DE-5C116FA1B1E2}" srcOrd="0" destOrd="0" presId="urn:microsoft.com/office/officeart/2005/8/layout/vList2"/>
    <dgm:cxn modelId="{BD941DE8-8746-475E-8033-5837C660F66A}" type="presParOf" srcId="{FA98C5E1-D924-4508-A8DE-5C116FA1B1E2}" destId="{7D8F1C5B-1094-492F-9FF2-E1DB6F129ECD}" srcOrd="0" destOrd="0" presId="urn:microsoft.com/office/officeart/2005/8/layout/vList2"/>
    <dgm:cxn modelId="{158C9B7F-C131-49D2-9397-988CAC82887C}" type="presParOf" srcId="{FA98C5E1-D924-4508-A8DE-5C116FA1B1E2}" destId="{5A7692C4-779F-42DD-B6EC-996FF164AA7A}" srcOrd="1" destOrd="0" presId="urn:microsoft.com/office/officeart/2005/8/layout/vList2"/>
    <dgm:cxn modelId="{5104BD12-54C4-4887-938A-8CD338311C44}" type="presParOf" srcId="{FA98C5E1-D924-4508-A8DE-5C116FA1B1E2}" destId="{0124F970-5A5D-4586-B07B-41274BAB2D06}" srcOrd="2" destOrd="0" presId="urn:microsoft.com/office/officeart/2005/8/layout/vList2"/>
    <dgm:cxn modelId="{125E9564-05C3-4903-B9C9-1989F776805B}" type="presParOf" srcId="{FA98C5E1-D924-4508-A8DE-5C116FA1B1E2}" destId="{75D0E586-1B7C-4270-A1B4-2E2E6B26CA65}" srcOrd="3" destOrd="0" presId="urn:microsoft.com/office/officeart/2005/8/layout/vList2"/>
    <dgm:cxn modelId="{8426D811-C3B4-4805-8508-9AE3B5F0DB3F}" type="presParOf" srcId="{FA98C5E1-D924-4508-A8DE-5C116FA1B1E2}" destId="{73F6C8E7-B826-4B28-99FE-11C353C1B12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77EE6C5-ACD5-4A03-945F-AB6C566562D1}" type="doc">
      <dgm:prSet loTypeId="urn:microsoft.com/office/officeart/2005/8/layout/vList5" loCatId="list" qsTypeId="urn:microsoft.com/office/officeart/2005/8/quickstyle/simple4#11" qsCatId="simple" csTypeId="urn:microsoft.com/office/officeart/2005/8/colors/colorful2#5" csCatId="colorful" phldr="1"/>
      <dgm:spPr/>
      <dgm:t>
        <a:bodyPr/>
        <a:lstStyle/>
        <a:p>
          <a:endParaRPr lang="en-US"/>
        </a:p>
      </dgm:t>
    </dgm:pt>
    <dgm:pt modelId="{1A2B913B-9AE5-4661-A958-7A3A5A6C6A67}">
      <dgm:prSet/>
      <dgm:spPr/>
      <dgm:t>
        <a:bodyPr/>
        <a:lstStyle/>
        <a:p>
          <a:r>
            <a:rPr lang="en-US" dirty="0"/>
            <a:t>General Healthcare needs</a:t>
          </a:r>
        </a:p>
      </dgm:t>
    </dgm:pt>
    <dgm:pt modelId="{7C8D88C1-528C-4FF2-A435-8B2C64DEF064}" type="parTrans" cxnId="{89D62FDF-BFB2-43D9-9CD2-DCF4B628A2D2}">
      <dgm:prSet/>
      <dgm:spPr/>
      <dgm:t>
        <a:bodyPr/>
        <a:lstStyle/>
        <a:p>
          <a:endParaRPr lang="en-US"/>
        </a:p>
      </dgm:t>
    </dgm:pt>
    <dgm:pt modelId="{E42585F9-8179-45DB-835B-CE4439550AC3}" type="sibTrans" cxnId="{89D62FDF-BFB2-43D9-9CD2-DCF4B628A2D2}">
      <dgm:prSet/>
      <dgm:spPr/>
      <dgm:t>
        <a:bodyPr/>
        <a:lstStyle/>
        <a:p>
          <a:endParaRPr lang="en-US"/>
        </a:p>
      </dgm:t>
    </dgm:pt>
    <dgm:pt modelId="{39EAF57F-FFFD-4F6C-BBB6-637AACB70C79}">
      <dgm:prSet/>
      <dgm:spPr/>
      <dgm:t>
        <a:bodyPr/>
        <a:lstStyle/>
        <a:p>
          <a:r>
            <a:rPr lang="en-US" dirty="0"/>
            <a:t>Gender –Affirming Hormone care</a:t>
          </a:r>
        </a:p>
      </dgm:t>
    </dgm:pt>
    <dgm:pt modelId="{B75136DF-6874-4008-867B-E77BA0AA5E0C}" type="parTrans" cxnId="{AA2DB0B7-5E20-405A-843F-73A193C8ED4E}">
      <dgm:prSet/>
      <dgm:spPr/>
      <dgm:t>
        <a:bodyPr/>
        <a:lstStyle/>
        <a:p>
          <a:endParaRPr lang="en-US"/>
        </a:p>
      </dgm:t>
    </dgm:pt>
    <dgm:pt modelId="{0FDEB72F-DFD2-4546-A68D-B2DEC08CE4F2}" type="sibTrans" cxnId="{AA2DB0B7-5E20-405A-843F-73A193C8ED4E}">
      <dgm:prSet/>
      <dgm:spPr/>
      <dgm:t>
        <a:bodyPr/>
        <a:lstStyle/>
        <a:p>
          <a:endParaRPr lang="en-US"/>
        </a:p>
      </dgm:t>
    </dgm:pt>
    <dgm:pt modelId="{B59428F9-DD85-4CE4-88C7-CF94FB62B2A2}">
      <dgm:prSet/>
      <dgm:spPr/>
      <dgm:t>
        <a:bodyPr/>
        <a:lstStyle/>
        <a:p>
          <a:r>
            <a:rPr lang="en-US" dirty="0"/>
            <a:t>Gender –Affirming Surgical care</a:t>
          </a:r>
        </a:p>
      </dgm:t>
    </dgm:pt>
    <dgm:pt modelId="{5A0FB17A-5086-4961-81CF-72F83ED9D120}" type="parTrans" cxnId="{8F9707CD-11DC-45DA-B99F-7BC2C4B27C3E}">
      <dgm:prSet/>
      <dgm:spPr/>
      <dgm:t>
        <a:bodyPr/>
        <a:lstStyle/>
        <a:p>
          <a:endParaRPr lang="en-US"/>
        </a:p>
      </dgm:t>
    </dgm:pt>
    <dgm:pt modelId="{EE825EB5-7AFC-46E5-8860-C27A529133E5}" type="sibTrans" cxnId="{8F9707CD-11DC-45DA-B99F-7BC2C4B27C3E}">
      <dgm:prSet/>
      <dgm:spPr/>
      <dgm:t>
        <a:bodyPr/>
        <a:lstStyle/>
        <a:p>
          <a:endParaRPr lang="en-US"/>
        </a:p>
      </dgm:t>
    </dgm:pt>
    <dgm:pt modelId="{F6960270-AD3B-4959-A109-5DF6EBF8189C}">
      <dgm:prSet/>
      <dgm:spPr/>
      <dgm:t>
        <a:bodyPr/>
        <a:lstStyle/>
        <a:p>
          <a:r>
            <a:rPr lang="en-US" dirty="0"/>
            <a:t>Other Team Members</a:t>
          </a:r>
        </a:p>
      </dgm:t>
    </dgm:pt>
    <dgm:pt modelId="{26C4F549-A0DC-481C-AC4B-505E46329A42}" type="parTrans" cxnId="{1F9A4F6A-9C4F-4B00-8B5C-2E60C2AF9709}">
      <dgm:prSet/>
      <dgm:spPr/>
      <dgm:t>
        <a:bodyPr/>
        <a:lstStyle/>
        <a:p>
          <a:endParaRPr lang="en-US"/>
        </a:p>
      </dgm:t>
    </dgm:pt>
    <dgm:pt modelId="{BF4182FD-400C-4917-81FD-A07EE1CD94A6}" type="sibTrans" cxnId="{1F9A4F6A-9C4F-4B00-8B5C-2E60C2AF9709}">
      <dgm:prSet/>
      <dgm:spPr/>
      <dgm:t>
        <a:bodyPr/>
        <a:lstStyle/>
        <a:p>
          <a:endParaRPr lang="en-US"/>
        </a:p>
      </dgm:t>
    </dgm:pt>
    <dgm:pt modelId="{65AF0D89-3807-402E-81CE-BDF4BA280C6F}">
      <dgm:prSet/>
      <dgm:spPr/>
      <dgm:t>
        <a:bodyPr/>
        <a:lstStyle/>
        <a:p>
          <a:r>
            <a:rPr lang="en-US" dirty="0"/>
            <a:t>Primary care</a:t>
          </a:r>
        </a:p>
      </dgm:t>
    </dgm:pt>
    <dgm:pt modelId="{F9B5DA0A-6063-474A-B9B8-CA20C322F7D2}" type="parTrans" cxnId="{887C284A-3CFD-477C-BCD5-89084A02803B}">
      <dgm:prSet/>
      <dgm:spPr/>
      <dgm:t>
        <a:bodyPr/>
        <a:lstStyle/>
        <a:p>
          <a:endParaRPr lang="en-US"/>
        </a:p>
      </dgm:t>
    </dgm:pt>
    <dgm:pt modelId="{FBD717DF-D7AF-4D5F-8767-746EE63D405D}" type="sibTrans" cxnId="{887C284A-3CFD-477C-BCD5-89084A02803B}">
      <dgm:prSet/>
      <dgm:spPr/>
      <dgm:t>
        <a:bodyPr/>
        <a:lstStyle/>
        <a:p>
          <a:endParaRPr lang="en-US"/>
        </a:p>
      </dgm:t>
    </dgm:pt>
    <dgm:pt modelId="{637EAD03-AA1D-4450-852C-AFCA31E7820C}">
      <dgm:prSet/>
      <dgm:spPr/>
      <dgm:t>
        <a:bodyPr/>
        <a:lstStyle/>
        <a:p>
          <a:r>
            <a:rPr lang="en-US" dirty="0"/>
            <a:t>Plastic Surgery</a:t>
          </a:r>
        </a:p>
      </dgm:t>
    </dgm:pt>
    <dgm:pt modelId="{7362382C-575B-4CD7-95F0-E503F98AD4DA}" type="parTrans" cxnId="{22A2BEE6-F939-473D-93EB-E109C4C73FE5}">
      <dgm:prSet/>
      <dgm:spPr/>
      <dgm:t>
        <a:bodyPr/>
        <a:lstStyle/>
        <a:p>
          <a:endParaRPr lang="en-US"/>
        </a:p>
      </dgm:t>
    </dgm:pt>
    <dgm:pt modelId="{9B54C679-D6AC-44C6-8236-A9ADB567E493}" type="sibTrans" cxnId="{22A2BEE6-F939-473D-93EB-E109C4C73FE5}">
      <dgm:prSet/>
      <dgm:spPr/>
      <dgm:t>
        <a:bodyPr/>
        <a:lstStyle/>
        <a:p>
          <a:endParaRPr lang="en-US"/>
        </a:p>
      </dgm:t>
    </dgm:pt>
    <dgm:pt modelId="{83C480FA-3EB3-4816-A504-3FB72CD63F0E}">
      <dgm:prSet/>
      <dgm:spPr/>
      <dgm:t>
        <a:bodyPr/>
        <a:lstStyle/>
        <a:p>
          <a:r>
            <a:rPr lang="en-US"/>
            <a:t>Urology</a:t>
          </a:r>
          <a:endParaRPr lang="en-US" dirty="0"/>
        </a:p>
      </dgm:t>
    </dgm:pt>
    <dgm:pt modelId="{A085FAEA-5AC4-4827-8A87-4444DA94DC90}" type="parTrans" cxnId="{C32F9618-4D81-4891-A0BE-081EDD4DC478}">
      <dgm:prSet/>
      <dgm:spPr/>
      <dgm:t>
        <a:bodyPr/>
        <a:lstStyle/>
        <a:p>
          <a:endParaRPr lang="en-US"/>
        </a:p>
      </dgm:t>
    </dgm:pt>
    <dgm:pt modelId="{84EB7028-A90F-48A5-AEB2-38D892EB122F}" type="sibTrans" cxnId="{C32F9618-4D81-4891-A0BE-081EDD4DC478}">
      <dgm:prSet/>
      <dgm:spPr/>
      <dgm:t>
        <a:bodyPr/>
        <a:lstStyle/>
        <a:p>
          <a:endParaRPr lang="en-US"/>
        </a:p>
      </dgm:t>
    </dgm:pt>
    <dgm:pt modelId="{8B1609B5-09A0-4A1B-A23D-26AFEAB610C9}">
      <dgm:prSet/>
      <dgm:spPr/>
      <dgm:t>
        <a:bodyPr/>
        <a:lstStyle/>
        <a:p>
          <a:r>
            <a:rPr lang="en-US"/>
            <a:t>Ob/Gyn</a:t>
          </a:r>
          <a:endParaRPr lang="en-US" dirty="0"/>
        </a:p>
      </dgm:t>
    </dgm:pt>
    <dgm:pt modelId="{5A988005-8B61-412E-89C7-893A2E594AA0}" type="parTrans" cxnId="{81B84E0D-B0B7-4AD8-BC8C-3A193856F6F4}">
      <dgm:prSet/>
      <dgm:spPr/>
      <dgm:t>
        <a:bodyPr/>
        <a:lstStyle/>
        <a:p>
          <a:endParaRPr lang="en-US"/>
        </a:p>
      </dgm:t>
    </dgm:pt>
    <dgm:pt modelId="{025E7501-8497-488E-BD2F-FF91741189B7}" type="sibTrans" cxnId="{81B84E0D-B0B7-4AD8-BC8C-3A193856F6F4}">
      <dgm:prSet/>
      <dgm:spPr/>
      <dgm:t>
        <a:bodyPr/>
        <a:lstStyle/>
        <a:p>
          <a:endParaRPr lang="en-US"/>
        </a:p>
      </dgm:t>
    </dgm:pt>
    <dgm:pt modelId="{BAD3B855-6A50-40B5-9EC3-FF6B5172DED5}">
      <dgm:prSet/>
      <dgm:spPr/>
      <dgm:t>
        <a:bodyPr/>
        <a:lstStyle/>
        <a:p>
          <a:r>
            <a:rPr lang="en-US" dirty="0"/>
            <a:t>Speech Pathology</a:t>
          </a:r>
        </a:p>
      </dgm:t>
    </dgm:pt>
    <dgm:pt modelId="{9958EE61-7C52-4F36-ACB8-155235E91D99}" type="parTrans" cxnId="{6F884141-D9CF-4A29-BEC0-58FE6CA1B5AA}">
      <dgm:prSet/>
      <dgm:spPr/>
      <dgm:t>
        <a:bodyPr/>
        <a:lstStyle/>
        <a:p>
          <a:endParaRPr lang="en-US"/>
        </a:p>
      </dgm:t>
    </dgm:pt>
    <dgm:pt modelId="{FC9E2E51-08CA-4752-A7AC-85E2AFBAAB9E}" type="sibTrans" cxnId="{6F884141-D9CF-4A29-BEC0-58FE6CA1B5AA}">
      <dgm:prSet/>
      <dgm:spPr/>
      <dgm:t>
        <a:bodyPr/>
        <a:lstStyle/>
        <a:p>
          <a:endParaRPr lang="en-US"/>
        </a:p>
      </dgm:t>
    </dgm:pt>
    <dgm:pt modelId="{EBEF13A5-22D7-45F2-98BD-E19ABD42442C}">
      <dgm:prSet/>
      <dgm:spPr/>
      <dgm:t>
        <a:bodyPr/>
        <a:lstStyle/>
        <a:p>
          <a:r>
            <a:rPr lang="en-US" dirty="0"/>
            <a:t>Mental Health Providers</a:t>
          </a:r>
        </a:p>
      </dgm:t>
    </dgm:pt>
    <dgm:pt modelId="{663E87ED-38B9-4C2D-BFFC-DFE3E57378BC}" type="parTrans" cxnId="{229B7EFD-6E6F-47F6-B267-E070F2EE6864}">
      <dgm:prSet/>
      <dgm:spPr/>
      <dgm:t>
        <a:bodyPr/>
        <a:lstStyle/>
        <a:p>
          <a:endParaRPr lang="en-US"/>
        </a:p>
      </dgm:t>
    </dgm:pt>
    <dgm:pt modelId="{7B9A870E-149E-4903-BA20-8CE700C01BA7}" type="sibTrans" cxnId="{229B7EFD-6E6F-47F6-B267-E070F2EE6864}">
      <dgm:prSet/>
      <dgm:spPr/>
      <dgm:t>
        <a:bodyPr/>
        <a:lstStyle/>
        <a:p>
          <a:endParaRPr lang="en-US"/>
        </a:p>
      </dgm:t>
    </dgm:pt>
    <dgm:pt modelId="{74A2C87B-7331-4F26-A465-156922902D91}">
      <dgm:prSet/>
      <dgm:spPr/>
      <dgm:t>
        <a:bodyPr/>
        <a:lstStyle/>
        <a:p>
          <a:r>
            <a:rPr lang="en-US"/>
            <a:t>Social work</a:t>
          </a:r>
          <a:endParaRPr lang="en-US" dirty="0"/>
        </a:p>
      </dgm:t>
    </dgm:pt>
    <dgm:pt modelId="{55B1D438-E6DF-4DFB-A4E3-9F569ED9C45A}" type="parTrans" cxnId="{28959DDB-C8BA-47E2-AAA2-9666BF4FFACE}">
      <dgm:prSet/>
      <dgm:spPr/>
      <dgm:t>
        <a:bodyPr/>
        <a:lstStyle/>
        <a:p>
          <a:endParaRPr lang="en-US"/>
        </a:p>
      </dgm:t>
    </dgm:pt>
    <dgm:pt modelId="{5E39F197-7A99-4FE5-ABC5-37D81F2A390E}" type="sibTrans" cxnId="{28959DDB-C8BA-47E2-AAA2-9666BF4FFACE}">
      <dgm:prSet/>
      <dgm:spPr/>
      <dgm:t>
        <a:bodyPr/>
        <a:lstStyle/>
        <a:p>
          <a:endParaRPr lang="en-US"/>
        </a:p>
      </dgm:t>
    </dgm:pt>
    <dgm:pt modelId="{47EB7CF3-9ED3-4738-9B70-A908478A1D6C}">
      <dgm:prSet/>
      <dgm:spPr/>
      <dgm:t>
        <a:bodyPr/>
        <a:lstStyle/>
        <a:p>
          <a:r>
            <a:rPr lang="en-US" dirty="0"/>
            <a:t>Primary care</a:t>
          </a:r>
        </a:p>
      </dgm:t>
    </dgm:pt>
    <dgm:pt modelId="{3AB05821-D71F-440C-8D07-DCFC4A171765}" type="parTrans" cxnId="{93DB8716-A95B-4A37-97D0-80284EFE6693}">
      <dgm:prSet/>
      <dgm:spPr/>
      <dgm:t>
        <a:bodyPr/>
        <a:lstStyle/>
        <a:p>
          <a:endParaRPr lang="en-US"/>
        </a:p>
      </dgm:t>
    </dgm:pt>
    <dgm:pt modelId="{8862577C-B729-4AF9-BD6C-25A561C7BF7D}" type="sibTrans" cxnId="{93DB8716-A95B-4A37-97D0-80284EFE6693}">
      <dgm:prSet/>
      <dgm:spPr/>
      <dgm:t>
        <a:bodyPr/>
        <a:lstStyle/>
        <a:p>
          <a:endParaRPr lang="en-US"/>
        </a:p>
      </dgm:t>
    </dgm:pt>
    <dgm:pt modelId="{E95C2C9F-54EA-48A9-AEFD-E681991950C0}">
      <dgm:prSet/>
      <dgm:spPr/>
      <dgm:t>
        <a:bodyPr/>
        <a:lstStyle/>
        <a:p>
          <a:r>
            <a:rPr lang="en-US"/>
            <a:t>Endocrinology</a:t>
          </a:r>
          <a:endParaRPr lang="en-US" dirty="0"/>
        </a:p>
      </dgm:t>
    </dgm:pt>
    <dgm:pt modelId="{267E6B69-4CCF-4860-9E84-467BE999EE39}" type="parTrans" cxnId="{CB4A4C58-F865-4D65-8CCF-CFECAA1CF45C}">
      <dgm:prSet/>
      <dgm:spPr/>
      <dgm:t>
        <a:bodyPr/>
        <a:lstStyle/>
        <a:p>
          <a:endParaRPr lang="en-US"/>
        </a:p>
      </dgm:t>
    </dgm:pt>
    <dgm:pt modelId="{0ED1F1FB-F0B9-4E66-B47F-D888E7D0239C}" type="sibTrans" cxnId="{CB4A4C58-F865-4D65-8CCF-CFECAA1CF45C}">
      <dgm:prSet/>
      <dgm:spPr/>
      <dgm:t>
        <a:bodyPr/>
        <a:lstStyle/>
        <a:p>
          <a:endParaRPr lang="en-US"/>
        </a:p>
      </dgm:t>
    </dgm:pt>
    <dgm:pt modelId="{AF3C1BE6-1359-4058-82B2-1C24E40C8412}">
      <dgm:prSet/>
      <dgm:spPr/>
      <dgm:t>
        <a:bodyPr/>
        <a:lstStyle/>
        <a:p>
          <a:r>
            <a:rPr lang="en-US"/>
            <a:t>Ob/Gyn &amp; Repro Endo</a:t>
          </a:r>
          <a:endParaRPr lang="en-US" dirty="0"/>
        </a:p>
      </dgm:t>
    </dgm:pt>
    <dgm:pt modelId="{21028649-79DA-4072-A961-FB39C5C1A71F}" type="parTrans" cxnId="{903133FE-8233-4E87-9AFA-3354C0D0AA88}">
      <dgm:prSet/>
      <dgm:spPr/>
      <dgm:t>
        <a:bodyPr/>
        <a:lstStyle/>
        <a:p>
          <a:endParaRPr lang="en-US"/>
        </a:p>
      </dgm:t>
    </dgm:pt>
    <dgm:pt modelId="{B35BAAC4-7E9A-46FD-94BA-0FA019037F8C}" type="sibTrans" cxnId="{903133FE-8233-4E87-9AFA-3354C0D0AA88}">
      <dgm:prSet/>
      <dgm:spPr/>
      <dgm:t>
        <a:bodyPr/>
        <a:lstStyle/>
        <a:p>
          <a:endParaRPr lang="en-US"/>
        </a:p>
      </dgm:t>
    </dgm:pt>
    <dgm:pt modelId="{340F26DD-DFC9-4AB1-9CA6-F0EE0E2E1769}" type="pres">
      <dgm:prSet presAssocID="{177EE6C5-ACD5-4A03-945F-AB6C566562D1}" presName="Name0" presStyleCnt="0">
        <dgm:presLayoutVars>
          <dgm:dir/>
          <dgm:animLvl val="lvl"/>
          <dgm:resizeHandles val="exact"/>
        </dgm:presLayoutVars>
      </dgm:prSet>
      <dgm:spPr/>
    </dgm:pt>
    <dgm:pt modelId="{745C88DF-2F4F-47E7-8E31-D3A4C0CB3BBD}" type="pres">
      <dgm:prSet presAssocID="{1A2B913B-9AE5-4661-A958-7A3A5A6C6A67}" presName="linNode" presStyleCnt="0"/>
      <dgm:spPr/>
    </dgm:pt>
    <dgm:pt modelId="{3EF3F7FD-331B-4A4E-AD34-1DEAC0E1C46B}" type="pres">
      <dgm:prSet presAssocID="{1A2B913B-9AE5-4661-A958-7A3A5A6C6A67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ABF9ED46-ADC3-4A88-9007-144E0389371C}" type="pres">
      <dgm:prSet presAssocID="{1A2B913B-9AE5-4661-A958-7A3A5A6C6A67}" presName="descendantText" presStyleLbl="alignAccFollowNode1" presStyleIdx="0" presStyleCnt="4">
        <dgm:presLayoutVars>
          <dgm:bulletEnabled val="1"/>
        </dgm:presLayoutVars>
      </dgm:prSet>
      <dgm:spPr/>
    </dgm:pt>
    <dgm:pt modelId="{FBBB0CAE-0F2D-4D9A-B9EA-9703AD68B148}" type="pres">
      <dgm:prSet presAssocID="{E42585F9-8179-45DB-835B-CE4439550AC3}" presName="sp" presStyleCnt="0"/>
      <dgm:spPr/>
    </dgm:pt>
    <dgm:pt modelId="{4B11B908-BBC5-41EA-AD5D-B94F8C18ECFC}" type="pres">
      <dgm:prSet presAssocID="{39EAF57F-FFFD-4F6C-BBB6-637AACB70C79}" presName="linNode" presStyleCnt="0"/>
      <dgm:spPr/>
    </dgm:pt>
    <dgm:pt modelId="{CF165237-A711-4E39-B5FE-3FD1B3309F17}" type="pres">
      <dgm:prSet presAssocID="{39EAF57F-FFFD-4F6C-BBB6-637AACB70C79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C64970D7-0D18-4A58-B899-5F4B94808D1C}" type="pres">
      <dgm:prSet presAssocID="{39EAF57F-FFFD-4F6C-BBB6-637AACB70C79}" presName="descendantText" presStyleLbl="alignAccFollowNode1" presStyleIdx="1" presStyleCnt="4">
        <dgm:presLayoutVars>
          <dgm:bulletEnabled val="1"/>
        </dgm:presLayoutVars>
      </dgm:prSet>
      <dgm:spPr/>
    </dgm:pt>
    <dgm:pt modelId="{C0BF3A98-4CD7-4AB3-9B85-E194BA17A223}" type="pres">
      <dgm:prSet presAssocID="{0FDEB72F-DFD2-4546-A68D-B2DEC08CE4F2}" presName="sp" presStyleCnt="0"/>
      <dgm:spPr/>
    </dgm:pt>
    <dgm:pt modelId="{15BDE475-A84D-4921-9392-200C03D91089}" type="pres">
      <dgm:prSet presAssocID="{B59428F9-DD85-4CE4-88C7-CF94FB62B2A2}" presName="linNode" presStyleCnt="0"/>
      <dgm:spPr/>
    </dgm:pt>
    <dgm:pt modelId="{90ED4424-D9E6-4E9D-899B-07FE2BB65F9A}" type="pres">
      <dgm:prSet presAssocID="{B59428F9-DD85-4CE4-88C7-CF94FB62B2A2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51EBC2CD-EFCF-46CE-8172-7C18D55FB7AD}" type="pres">
      <dgm:prSet presAssocID="{B59428F9-DD85-4CE4-88C7-CF94FB62B2A2}" presName="descendantText" presStyleLbl="alignAccFollowNode1" presStyleIdx="2" presStyleCnt="4">
        <dgm:presLayoutVars>
          <dgm:bulletEnabled val="1"/>
        </dgm:presLayoutVars>
      </dgm:prSet>
      <dgm:spPr/>
    </dgm:pt>
    <dgm:pt modelId="{836306C9-F681-46A7-8EA0-6AADBE6B9EF1}" type="pres">
      <dgm:prSet presAssocID="{EE825EB5-7AFC-46E5-8860-C27A529133E5}" presName="sp" presStyleCnt="0"/>
      <dgm:spPr/>
    </dgm:pt>
    <dgm:pt modelId="{1392FC89-76B9-4691-8EB2-D836E5FB4BDF}" type="pres">
      <dgm:prSet presAssocID="{F6960270-AD3B-4959-A109-5DF6EBF8189C}" presName="linNode" presStyleCnt="0"/>
      <dgm:spPr/>
    </dgm:pt>
    <dgm:pt modelId="{19595118-EECE-4DC1-AC73-D2F3004B9F77}" type="pres">
      <dgm:prSet presAssocID="{F6960270-AD3B-4959-A109-5DF6EBF8189C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36C7CB89-1C88-4F2B-BE26-7B164EC1F570}" type="pres">
      <dgm:prSet presAssocID="{F6960270-AD3B-4959-A109-5DF6EBF8189C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406AD006-847B-49DC-ADB1-5F719F858BE4}" type="presOf" srcId="{65AF0D89-3807-402E-81CE-BDF4BA280C6F}" destId="{ABF9ED46-ADC3-4A88-9007-144E0389371C}" srcOrd="0" destOrd="0" presId="urn:microsoft.com/office/officeart/2005/8/layout/vList5"/>
    <dgm:cxn modelId="{81B84E0D-B0B7-4AD8-BC8C-3A193856F6F4}" srcId="{B59428F9-DD85-4CE4-88C7-CF94FB62B2A2}" destId="{8B1609B5-09A0-4A1B-A23D-26AFEAB610C9}" srcOrd="2" destOrd="0" parTransId="{5A988005-8B61-412E-89C7-893A2E594AA0}" sibTransId="{025E7501-8497-488E-BD2F-FF91741189B7}"/>
    <dgm:cxn modelId="{93DB8716-A95B-4A37-97D0-80284EFE6693}" srcId="{39EAF57F-FFFD-4F6C-BBB6-637AACB70C79}" destId="{47EB7CF3-9ED3-4738-9B70-A908478A1D6C}" srcOrd="0" destOrd="0" parTransId="{3AB05821-D71F-440C-8D07-DCFC4A171765}" sibTransId="{8862577C-B729-4AF9-BD6C-25A561C7BF7D}"/>
    <dgm:cxn modelId="{C32F9618-4D81-4891-A0BE-081EDD4DC478}" srcId="{B59428F9-DD85-4CE4-88C7-CF94FB62B2A2}" destId="{83C480FA-3EB3-4816-A504-3FB72CD63F0E}" srcOrd="1" destOrd="0" parTransId="{A085FAEA-5AC4-4827-8A87-4444DA94DC90}" sibTransId="{84EB7028-A90F-48A5-AEB2-38D892EB122F}"/>
    <dgm:cxn modelId="{03E1851A-47B6-4E48-9A08-91BAEB81ECF0}" type="presOf" srcId="{637EAD03-AA1D-4450-852C-AFCA31E7820C}" destId="{51EBC2CD-EFCF-46CE-8172-7C18D55FB7AD}" srcOrd="0" destOrd="0" presId="urn:microsoft.com/office/officeart/2005/8/layout/vList5"/>
    <dgm:cxn modelId="{6F884141-D9CF-4A29-BEC0-58FE6CA1B5AA}" srcId="{F6960270-AD3B-4959-A109-5DF6EBF8189C}" destId="{BAD3B855-6A50-40B5-9EC3-FF6B5172DED5}" srcOrd="0" destOrd="0" parTransId="{9958EE61-7C52-4F36-ACB8-155235E91D99}" sibTransId="{FC9E2E51-08CA-4752-A7AC-85E2AFBAAB9E}"/>
    <dgm:cxn modelId="{63563064-AF8B-45A3-8B6E-3406FE2A2EBF}" type="presOf" srcId="{39EAF57F-FFFD-4F6C-BBB6-637AACB70C79}" destId="{CF165237-A711-4E39-B5FE-3FD1B3309F17}" srcOrd="0" destOrd="0" presId="urn:microsoft.com/office/officeart/2005/8/layout/vList5"/>
    <dgm:cxn modelId="{887C284A-3CFD-477C-BCD5-89084A02803B}" srcId="{1A2B913B-9AE5-4661-A958-7A3A5A6C6A67}" destId="{65AF0D89-3807-402E-81CE-BDF4BA280C6F}" srcOrd="0" destOrd="0" parTransId="{F9B5DA0A-6063-474A-B9B8-CA20C322F7D2}" sibTransId="{FBD717DF-D7AF-4D5F-8767-746EE63D405D}"/>
    <dgm:cxn modelId="{1F9A4F6A-9C4F-4B00-8B5C-2E60C2AF9709}" srcId="{177EE6C5-ACD5-4A03-945F-AB6C566562D1}" destId="{F6960270-AD3B-4959-A109-5DF6EBF8189C}" srcOrd="3" destOrd="0" parTransId="{26C4F549-A0DC-481C-AC4B-505E46329A42}" sibTransId="{BF4182FD-400C-4917-81FD-A07EE1CD94A6}"/>
    <dgm:cxn modelId="{DBDFCA6C-D7C8-4AAB-AC52-D254C71AEDD6}" type="presOf" srcId="{BAD3B855-6A50-40B5-9EC3-FF6B5172DED5}" destId="{36C7CB89-1C88-4F2B-BE26-7B164EC1F570}" srcOrd="0" destOrd="0" presId="urn:microsoft.com/office/officeart/2005/8/layout/vList5"/>
    <dgm:cxn modelId="{98E0A36D-18C4-4C8E-A550-C3CB4367F30C}" type="presOf" srcId="{AF3C1BE6-1359-4058-82B2-1C24E40C8412}" destId="{C64970D7-0D18-4A58-B899-5F4B94808D1C}" srcOrd="0" destOrd="2" presId="urn:microsoft.com/office/officeart/2005/8/layout/vList5"/>
    <dgm:cxn modelId="{7F537750-4EAA-45FF-BABF-A4BA0EAFDB79}" type="presOf" srcId="{B59428F9-DD85-4CE4-88C7-CF94FB62B2A2}" destId="{90ED4424-D9E6-4E9D-899B-07FE2BB65F9A}" srcOrd="0" destOrd="0" presId="urn:microsoft.com/office/officeart/2005/8/layout/vList5"/>
    <dgm:cxn modelId="{CB4A4C58-F865-4D65-8CCF-CFECAA1CF45C}" srcId="{39EAF57F-FFFD-4F6C-BBB6-637AACB70C79}" destId="{E95C2C9F-54EA-48A9-AEFD-E681991950C0}" srcOrd="1" destOrd="0" parTransId="{267E6B69-4CCF-4860-9E84-467BE999EE39}" sibTransId="{0ED1F1FB-F0B9-4E66-B47F-D888E7D0239C}"/>
    <dgm:cxn modelId="{0D22D758-6974-43B4-BB93-727BFD655B13}" type="presOf" srcId="{47EB7CF3-9ED3-4738-9B70-A908478A1D6C}" destId="{C64970D7-0D18-4A58-B899-5F4B94808D1C}" srcOrd="0" destOrd="0" presId="urn:microsoft.com/office/officeart/2005/8/layout/vList5"/>
    <dgm:cxn modelId="{75306B8A-A384-427F-991A-7E5179D276BB}" type="presOf" srcId="{177EE6C5-ACD5-4A03-945F-AB6C566562D1}" destId="{340F26DD-DFC9-4AB1-9CA6-F0EE0E2E1769}" srcOrd="0" destOrd="0" presId="urn:microsoft.com/office/officeart/2005/8/layout/vList5"/>
    <dgm:cxn modelId="{7F86ECB2-2E1B-4F06-B4C0-353B0584CA31}" type="presOf" srcId="{1A2B913B-9AE5-4661-A958-7A3A5A6C6A67}" destId="{3EF3F7FD-331B-4A4E-AD34-1DEAC0E1C46B}" srcOrd="0" destOrd="0" presId="urn:microsoft.com/office/officeart/2005/8/layout/vList5"/>
    <dgm:cxn modelId="{AA2DB0B7-5E20-405A-843F-73A193C8ED4E}" srcId="{177EE6C5-ACD5-4A03-945F-AB6C566562D1}" destId="{39EAF57F-FFFD-4F6C-BBB6-637AACB70C79}" srcOrd="1" destOrd="0" parTransId="{B75136DF-6874-4008-867B-E77BA0AA5E0C}" sibTransId="{0FDEB72F-DFD2-4546-A68D-B2DEC08CE4F2}"/>
    <dgm:cxn modelId="{8F9707CD-11DC-45DA-B99F-7BC2C4B27C3E}" srcId="{177EE6C5-ACD5-4A03-945F-AB6C566562D1}" destId="{B59428F9-DD85-4CE4-88C7-CF94FB62B2A2}" srcOrd="2" destOrd="0" parTransId="{5A0FB17A-5086-4961-81CF-72F83ED9D120}" sibTransId="{EE825EB5-7AFC-46E5-8860-C27A529133E5}"/>
    <dgm:cxn modelId="{28959DDB-C8BA-47E2-AAA2-9666BF4FFACE}" srcId="{F6960270-AD3B-4959-A109-5DF6EBF8189C}" destId="{74A2C87B-7331-4F26-A465-156922902D91}" srcOrd="2" destOrd="0" parTransId="{55B1D438-E6DF-4DFB-A4E3-9F569ED9C45A}" sibTransId="{5E39F197-7A99-4FE5-ABC5-37D81F2A390E}"/>
    <dgm:cxn modelId="{862E70DD-BDBE-4706-94E3-EBB238F7061E}" type="presOf" srcId="{F6960270-AD3B-4959-A109-5DF6EBF8189C}" destId="{19595118-EECE-4DC1-AC73-D2F3004B9F77}" srcOrd="0" destOrd="0" presId="urn:microsoft.com/office/officeart/2005/8/layout/vList5"/>
    <dgm:cxn modelId="{89D62FDF-BFB2-43D9-9CD2-DCF4B628A2D2}" srcId="{177EE6C5-ACD5-4A03-945F-AB6C566562D1}" destId="{1A2B913B-9AE5-4661-A958-7A3A5A6C6A67}" srcOrd="0" destOrd="0" parTransId="{7C8D88C1-528C-4FF2-A435-8B2C64DEF064}" sibTransId="{E42585F9-8179-45DB-835B-CE4439550AC3}"/>
    <dgm:cxn modelId="{1D0112E0-3BD5-4044-8FAE-24E9A4B8A019}" type="presOf" srcId="{8B1609B5-09A0-4A1B-A23D-26AFEAB610C9}" destId="{51EBC2CD-EFCF-46CE-8172-7C18D55FB7AD}" srcOrd="0" destOrd="2" presId="urn:microsoft.com/office/officeart/2005/8/layout/vList5"/>
    <dgm:cxn modelId="{5432FBE4-71A5-4CAB-B602-4908C8E2781D}" type="presOf" srcId="{EBEF13A5-22D7-45F2-98BD-E19ABD42442C}" destId="{36C7CB89-1C88-4F2B-BE26-7B164EC1F570}" srcOrd="0" destOrd="1" presId="urn:microsoft.com/office/officeart/2005/8/layout/vList5"/>
    <dgm:cxn modelId="{22A2BEE6-F939-473D-93EB-E109C4C73FE5}" srcId="{B59428F9-DD85-4CE4-88C7-CF94FB62B2A2}" destId="{637EAD03-AA1D-4450-852C-AFCA31E7820C}" srcOrd="0" destOrd="0" parTransId="{7362382C-575B-4CD7-95F0-E503F98AD4DA}" sibTransId="{9B54C679-D6AC-44C6-8236-A9ADB567E493}"/>
    <dgm:cxn modelId="{2163E2E8-10F0-48B8-89B1-882D12E7D6DC}" type="presOf" srcId="{83C480FA-3EB3-4816-A504-3FB72CD63F0E}" destId="{51EBC2CD-EFCF-46CE-8172-7C18D55FB7AD}" srcOrd="0" destOrd="1" presId="urn:microsoft.com/office/officeart/2005/8/layout/vList5"/>
    <dgm:cxn modelId="{D61E8AF2-A2CB-4285-8A65-9CF525DFA012}" type="presOf" srcId="{E95C2C9F-54EA-48A9-AEFD-E681991950C0}" destId="{C64970D7-0D18-4A58-B899-5F4B94808D1C}" srcOrd="0" destOrd="1" presId="urn:microsoft.com/office/officeart/2005/8/layout/vList5"/>
    <dgm:cxn modelId="{229B7EFD-6E6F-47F6-B267-E070F2EE6864}" srcId="{F6960270-AD3B-4959-A109-5DF6EBF8189C}" destId="{EBEF13A5-22D7-45F2-98BD-E19ABD42442C}" srcOrd="1" destOrd="0" parTransId="{663E87ED-38B9-4C2D-BFFC-DFE3E57378BC}" sibTransId="{7B9A870E-149E-4903-BA20-8CE700C01BA7}"/>
    <dgm:cxn modelId="{903133FE-8233-4E87-9AFA-3354C0D0AA88}" srcId="{39EAF57F-FFFD-4F6C-BBB6-637AACB70C79}" destId="{AF3C1BE6-1359-4058-82B2-1C24E40C8412}" srcOrd="2" destOrd="0" parTransId="{21028649-79DA-4072-A961-FB39C5C1A71F}" sibTransId="{B35BAAC4-7E9A-46FD-94BA-0FA019037F8C}"/>
    <dgm:cxn modelId="{D91948FF-B12B-43F8-83B5-1DBB97F20628}" type="presOf" srcId="{74A2C87B-7331-4F26-A465-156922902D91}" destId="{36C7CB89-1C88-4F2B-BE26-7B164EC1F570}" srcOrd="0" destOrd="2" presId="urn:microsoft.com/office/officeart/2005/8/layout/vList5"/>
    <dgm:cxn modelId="{53C41AD8-7ACC-410E-B662-154E046E2535}" type="presParOf" srcId="{340F26DD-DFC9-4AB1-9CA6-F0EE0E2E1769}" destId="{745C88DF-2F4F-47E7-8E31-D3A4C0CB3BBD}" srcOrd="0" destOrd="0" presId="urn:microsoft.com/office/officeart/2005/8/layout/vList5"/>
    <dgm:cxn modelId="{4B3DD35D-42DC-4FA3-AA79-1BC2DC8C1BC3}" type="presParOf" srcId="{745C88DF-2F4F-47E7-8E31-D3A4C0CB3BBD}" destId="{3EF3F7FD-331B-4A4E-AD34-1DEAC0E1C46B}" srcOrd="0" destOrd="0" presId="urn:microsoft.com/office/officeart/2005/8/layout/vList5"/>
    <dgm:cxn modelId="{48746C95-1738-4E6F-B79C-7BE2F9D3D73B}" type="presParOf" srcId="{745C88DF-2F4F-47E7-8E31-D3A4C0CB3BBD}" destId="{ABF9ED46-ADC3-4A88-9007-144E0389371C}" srcOrd="1" destOrd="0" presId="urn:microsoft.com/office/officeart/2005/8/layout/vList5"/>
    <dgm:cxn modelId="{D255C6E1-8846-419C-B8B8-89A65181697A}" type="presParOf" srcId="{340F26DD-DFC9-4AB1-9CA6-F0EE0E2E1769}" destId="{FBBB0CAE-0F2D-4D9A-B9EA-9703AD68B148}" srcOrd="1" destOrd="0" presId="urn:microsoft.com/office/officeart/2005/8/layout/vList5"/>
    <dgm:cxn modelId="{449EB316-6913-4164-8439-E9B09FA5DC3B}" type="presParOf" srcId="{340F26DD-DFC9-4AB1-9CA6-F0EE0E2E1769}" destId="{4B11B908-BBC5-41EA-AD5D-B94F8C18ECFC}" srcOrd="2" destOrd="0" presId="urn:microsoft.com/office/officeart/2005/8/layout/vList5"/>
    <dgm:cxn modelId="{1AAF7971-A10D-4168-8DDF-F8B0E5809B10}" type="presParOf" srcId="{4B11B908-BBC5-41EA-AD5D-B94F8C18ECFC}" destId="{CF165237-A711-4E39-B5FE-3FD1B3309F17}" srcOrd="0" destOrd="0" presId="urn:microsoft.com/office/officeart/2005/8/layout/vList5"/>
    <dgm:cxn modelId="{E9D026F1-03A4-45C2-8799-4748B1C82F78}" type="presParOf" srcId="{4B11B908-BBC5-41EA-AD5D-B94F8C18ECFC}" destId="{C64970D7-0D18-4A58-B899-5F4B94808D1C}" srcOrd="1" destOrd="0" presId="urn:microsoft.com/office/officeart/2005/8/layout/vList5"/>
    <dgm:cxn modelId="{8D1F3A28-3866-41F7-9A24-5BB760A13589}" type="presParOf" srcId="{340F26DD-DFC9-4AB1-9CA6-F0EE0E2E1769}" destId="{C0BF3A98-4CD7-4AB3-9B85-E194BA17A223}" srcOrd="3" destOrd="0" presId="urn:microsoft.com/office/officeart/2005/8/layout/vList5"/>
    <dgm:cxn modelId="{12CC1586-19C6-41BD-A546-7BDD75451EB1}" type="presParOf" srcId="{340F26DD-DFC9-4AB1-9CA6-F0EE0E2E1769}" destId="{15BDE475-A84D-4921-9392-200C03D91089}" srcOrd="4" destOrd="0" presId="urn:microsoft.com/office/officeart/2005/8/layout/vList5"/>
    <dgm:cxn modelId="{B860377A-2C10-4AA2-B59A-172FDE4C9AFF}" type="presParOf" srcId="{15BDE475-A84D-4921-9392-200C03D91089}" destId="{90ED4424-D9E6-4E9D-899B-07FE2BB65F9A}" srcOrd="0" destOrd="0" presId="urn:microsoft.com/office/officeart/2005/8/layout/vList5"/>
    <dgm:cxn modelId="{F54698C9-BCE0-45D1-BA03-2549A671DED0}" type="presParOf" srcId="{15BDE475-A84D-4921-9392-200C03D91089}" destId="{51EBC2CD-EFCF-46CE-8172-7C18D55FB7AD}" srcOrd="1" destOrd="0" presId="urn:microsoft.com/office/officeart/2005/8/layout/vList5"/>
    <dgm:cxn modelId="{1D1D5D3A-9086-4D9B-8F8F-209FA25CDC10}" type="presParOf" srcId="{340F26DD-DFC9-4AB1-9CA6-F0EE0E2E1769}" destId="{836306C9-F681-46A7-8EA0-6AADBE6B9EF1}" srcOrd="5" destOrd="0" presId="urn:microsoft.com/office/officeart/2005/8/layout/vList5"/>
    <dgm:cxn modelId="{62F843C0-3B17-4693-896A-716082AC8F14}" type="presParOf" srcId="{340F26DD-DFC9-4AB1-9CA6-F0EE0E2E1769}" destId="{1392FC89-76B9-4691-8EB2-D836E5FB4BDF}" srcOrd="6" destOrd="0" presId="urn:microsoft.com/office/officeart/2005/8/layout/vList5"/>
    <dgm:cxn modelId="{E111830B-9B0B-42BD-84D3-1B71415B2D4F}" type="presParOf" srcId="{1392FC89-76B9-4691-8EB2-D836E5FB4BDF}" destId="{19595118-EECE-4DC1-AC73-D2F3004B9F77}" srcOrd="0" destOrd="0" presId="urn:microsoft.com/office/officeart/2005/8/layout/vList5"/>
    <dgm:cxn modelId="{B2E15335-02AB-4C66-A4F9-CF268454DAD7}" type="presParOf" srcId="{1392FC89-76B9-4691-8EB2-D836E5FB4BDF}" destId="{36C7CB89-1C88-4F2B-BE26-7B164EC1F57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E7FC51D-A2BC-4155-AF6F-1E9817DFA2EA}" type="doc">
      <dgm:prSet loTypeId="urn:microsoft.com/office/officeart/2005/8/layout/hProcess7" loCatId="list" qsTypeId="urn:microsoft.com/office/officeart/2005/8/quickstyle/simple3#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18B6F3AD-5BDD-45B6-ACAE-8E2C224FA806}">
      <dgm:prSet phldrT="[Text]" custT="1"/>
      <dgm:spPr/>
      <dgm:t>
        <a:bodyPr/>
        <a:lstStyle/>
        <a:p>
          <a:endParaRPr lang="en-US" sz="4800" dirty="0">
            <a:solidFill>
              <a:schemeClr val="bg1"/>
            </a:solidFill>
          </a:endParaRPr>
        </a:p>
      </dgm:t>
    </dgm:pt>
    <dgm:pt modelId="{01D17F94-A0FA-445C-95CB-D83DFF09A6CB}" type="parTrans" cxnId="{7DDC91D7-E411-4363-81BC-DA325E316A91}">
      <dgm:prSet/>
      <dgm:spPr/>
      <dgm:t>
        <a:bodyPr/>
        <a:lstStyle/>
        <a:p>
          <a:endParaRPr lang="en-US"/>
        </a:p>
      </dgm:t>
    </dgm:pt>
    <dgm:pt modelId="{F3A408F6-8B36-4755-A877-E1DC17B63E45}" type="sibTrans" cxnId="{7DDC91D7-E411-4363-81BC-DA325E316A91}">
      <dgm:prSet/>
      <dgm:spPr/>
      <dgm:t>
        <a:bodyPr/>
        <a:lstStyle/>
        <a:p>
          <a:endParaRPr lang="en-US"/>
        </a:p>
      </dgm:t>
    </dgm:pt>
    <dgm:pt modelId="{7BA5BC3F-7A51-44EB-8779-1DD3FBA198FA}">
      <dgm:prSet phldrT="[Text]" custT="1"/>
      <dgm:spPr/>
      <dgm:t>
        <a:bodyPr/>
        <a:lstStyle/>
        <a:p>
          <a:r>
            <a:rPr lang="en-US" sz="4800"/>
            <a:t>He</a:t>
          </a:r>
        </a:p>
      </dgm:t>
    </dgm:pt>
    <dgm:pt modelId="{BC5AAEDA-3CF8-4ACC-8914-B74F12428D56}" type="parTrans" cxnId="{65C9362A-E89A-4091-9C41-3A53A11141C8}">
      <dgm:prSet/>
      <dgm:spPr/>
      <dgm:t>
        <a:bodyPr/>
        <a:lstStyle/>
        <a:p>
          <a:endParaRPr lang="en-US"/>
        </a:p>
      </dgm:t>
    </dgm:pt>
    <dgm:pt modelId="{C968EACE-3431-4F5E-97ED-0551750C7496}" type="sibTrans" cxnId="{65C9362A-E89A-4091-9C41-3A53A11141C8}">
      <dgm:prSet/>
      <dgm:spPr/>
      <dgm:t>
        <a:bodyPr/>
        <a:lstStyle/>
        <a:p>
          <a:endParaRPr lang="en-US"/>
        </a:p>
      </dgm:t>
    </dgm:pt>
    <dgm:pt modelId="{B0058695-6998-47FC-BB77-C73B96B18E4E}">
      <dgm:prSet phldrT="[Text]" custT="1"/>
      <dgm:spPr/>
      <dgm:t>
        <a:bodyPr/>
        <a:lstStyle/>
        <a:p>
          <a:endParaRPr lang="en-US" sz="4800"/>
        </a:p>
      </dgm:t>
    </dgm:pt>
    <dgm:pt modelId="{CFB57215-2F98-4999-AE49-AB7E0F798C6D}" type="parTrans" cxnId="{DC507165-20E5-4A7C-9B3D-DDFC33911DE3}">
      <dgm:prSet/>
      <dgm:spPr/>
      <dgm:t>
        <a:bodyPr/>
        <a:lstStyle/>
        <a:p>
          <a:endParaRPr lang="en-US"/>
        </a:p>
      </dgm:t>
    </dgm:pt>
    <dgm:pt modelId="{52A2482F-43D5-4171-BBD8-AA6F34C43DCA}" type="sibTrans" cxnId="{DC507165-20E5-4A7C-9B3D-DDFC33911DE3}">
      <dgm:prSet/>
      <dgm:spPr/>
      <dgm:t>
        <a:bodyPr/>
        <a:lstStyle/>
        <a:p>
          <a:endParaRPr lang="en-US"/>
        </a:p>
      </dgm:t>
    </dgm:pt>
    <dgm:pt modelId="{C3FEC236-0296-4839-8888-71EF2DFCAD2A}">
      <dgm:prSet phldrT="[Text]" custT="1"/>
      <dgm:spPr/>
      <dgm:t>
        <a:bodyPr/>
        <a:lstStyle/>
        <a:p>
          <a:r>
            <a:rPr lang="en-US" sz="4800"/>
            <a:t>They</a:t>
          </a:r>
        </a:p>
      </dgm:t>
    </dgm:pt>
    <dgm:pt modelId="{4F17A512-17A2-414D-9926-72ECA8FFC86F}" type="parTrans" cxnId="{0B1A0A5C-D95B-427B-A8AB-1930B6CA4BC4}">
      <dgm:prSet/>
      <dgm:spPr/>
      <dgm:t>
        <a:bodyPr/>
        <a:lstStyle/>
        <a:p>
          <a:endParaRPr lang="en-US"/>
        </a:p>
      </dgm:t>
    </dgm:pt>
    <dgm:pt modelId="{A486606D-56BF-4BCA-8AFC-7E550D45D153}" type="sibTrans" cxnId="{0B1A0A5C-D95B-427B-A8AB-1930B6CA4BC4}">
      <dgm:prSet/>
      <dgm:spPr/>
      <dgm:t>
        <a:bodyPr/>
        <a:lstStyle/>
        <a:p>
          <a:endParaRPr lang="en-US"/>
        </a:p>
      </dgm:t>
    </dgm:pt>
    <dgm:pt modelId="{830B252B-77B1-4CA7-98D2-8E2DDA6FAAF9}">
      <dgm:prSet phldrT="[Text]" custT="1"/>
      <dgm:spPr/>
      <dgm:t>
        <a:bodyPr/>
        <a:lstStyle/>
        <a:p>
          <a:r>
            <a:rPr lang="en-US" sz="4800"/>
            <a:t>Hers</a:t>
          </a:r>
        </a:p>
      </dgm:t>
    </dgm:pt>
    <dgm:pt modelId="{BEA1EEEF-777B-43D3-A6F1-433B975A7351}" type="parTrans" cxnId="{1F40DE44-2894-4B2C-987D-9F0AB67EFD2D}">
      <dgm:prSet/>
      <dgm:spPr/>
      <dgm:t>
        <a:bodyPr/>
        <a:lstStyle/>
        <a:p>
          <a:endParaRPr lang="en-US"/>
        </a:p>
      </dgm:t>
    </dgm:pt>
    <dgm:pt modelId="{E77BA0FF-C9F8-43DA-9FBF-D9CFD18195E3}" type="sibTrans" cxnId="{1F40DE44-2894-4B2C-987D-9F0AB67EFD2D}">
      <dgm:prSet/>
      <dgm:spPr/>
      <dgm:t>
        <a:bodyPr/>
        <a:lstStyle/>
        <a:p>
          <a:endParaRPr lang="en-US"/>
        </a:p>
      </dgm:t>
    </dgm:pt>
    <dgm:pt modelId="{DE36F200-C211-428A-9A6E-E2BB5514F1D8}">
      <dgm:prSet phldrT="[Text]" custT="1"/>
      <dgm:spPr/>
      <dgm:t>
        <a:bodyPr/>
        <a:lstStyle/>
        <a:p>
          <a:r>
            <a:rPr lang="en-US" sz="4800"/>
            <a:t>She</a:t>
          </a:r>
        </a:p>
      </dgm:t>
    </dgm:pt>
    <dgm:pt modelId="{B1E60F29-DA3E-435E-BBB1-BEE22266D5FD}" type="sibTrans" cxnId="{A1B717A9-5DB9-4EEB-AC3D-45CE044A30BB}">
      <dgm:prSet/>
      <dgm:spPr/>
      <dgm:t>
        <a:bodyPr/>
        <a:lstStyle/>
        <a:p>
          <a:endParaRPr lang="en-US"/>
        </a:p>
      </dgm:t>
    </dgm:pt>
    <dgm:pt modelId="{71A61D4C-7F4E-4E13-8FA5-EF5FEE95C7A2}" type="parTrans" cxnId="{A1B717A9-5DB9-4EEB-AC3D-45CE044A30BB}">
      <dgm:prSet/>
      <dgm:spPr/>
      <dgm:t>
        <a:bodyPr/>
        <a:lstStyle/>
        <a:p>
          <a:endParaRPr lang="en-US"/>
        </a:p>
      </dgm:t>
    </dgm:pt>
    <dgm:pt modelId="{5BB5EA76-A932-4117-A255-0B48A7255B30}">
      <dgm:prSet phldrT="[Text]" custT="1"/>
      <dgm:spPr/>
      <dgm:t>
        <a:bodyPr/>
        <a:lstStyle/>
        <a:p>
          <a:r>
            <a:rPr lang="en-US" sz="4800"/>
            <a:t>Their</a:t>
          </a:r>
        </a:p>
      </dgm:t>
    </dgm:pt>
    <dgm:pt modelId="{68E785D5-488D-41C4-93C1-481C50183647}" type="parTrans" cxnId="{4B1B1641-2D61-46DB-AEAA-6D7D5FA1425F}">
      <dgm:prSet/>
      <dgm:spPr/>
      <dgm:t>
        <a:bodyPr/>
        <a:lstStyle/>
        <a:p>
          <a:endParaRPr lang="en-US"/>
        </a:p>
      </dgm:t>
    </dgm:pt>
    <dgm:pt modelId="{BD9C76B2-11E5-40FA-8D11-05110512BF99}" type="sibTrans" cxnId="{4B1B1641-2D61-46DB-AEAA-6D7D5FA1425F}">
      <dgm:prSet/>
      <dgm:spPr/>
      <dgm:t>
        <a:bodyPr/>
        <a:lstStyle/>
        <a:p>
          <a:endParaRPr lang="en-US"/>
        </a:p>
      </dgm:t>
    </dgm:pt>
    <dgm:pt modelId="{2B0CD920-2558-4126-B3D1-15EF31DBEF9F}">
      <dgm:prSet phldrT="[Text]" custT="1"/>
      <dgm:spPr/>
      <dgm:t>
        <a:bodyPr/>
        <a:lstStyle/>
        <a:p>
          <a:endParaRPr lang="en-US" sz="4800"/>
        </a:p>
      </dgm:t>
    </dgm:pt>
    <dgm:pt modelId="{3DA463C8-BAB5-4349-88BD-ECE3BD734AB0}" type="sibTrans" cxnId="{CE81BF70-8ADB-45CF-ACFA-CD8C80072A3D}">
      <dgm:prSet/>
      <dgm:spPr/>
      <dgm:t>
        <a:bodyPr/>
        <a:lstStyle/>
        <a:p>
          <a:endParaRPr lang="en-US"/>
        </a:p>
      </dgm:t>
    </dgm:pt>
    <dgm:pt modelId="{7DC9A229-8275-4A36-B822-B92CBEC3B70B}" type="parTrans" cxnId="{CE81BF70-8ADB-45CF-ACFA-CD8C80072A3D}">
      <dgm:prSet/>
      <dgm:spPr/>
      <dgm:t>
        <a:bodyPr/>
        <a:lstStyle/>
        <a:p>
          <a:endParaRPr lang="en-US"/>
        </a:p>
      </dgm:t>
    </dgm:pt>
    <dgm:pt modelId="{8C175BD2-5FF7-4E65-AC0C-E668CD7C1CCB}">
      <dgm:prSet phldrT="[Text]" custT="1"/>
      <dgm:spPr/>
      <dgm:t>
        <a:bodyPr/>
        <a:lstStyle/>
        <a:p>
          <a:r>
            <a:rPr lang="en-US" sz="4800"/>
            <a:t>Zie (Ze)</a:t>
          </a:r>
        </a:p>
      </dgm:t>
    </dgm:pt>
    <dgm:pt modelId="{4D3B6C91-C129-41AA-BD69-40B1B4BA9758}" type="parTrans" cxnId="{05C6AD26-9B75-4798-8003-6C325A7C4932}">
      <dgm:prSet/>
      <dgm:spPr/>
      <dgm:t>
        <a:bodyPr/>
        <a:lstStyle/>
        <a:p>
          <a:endParaRPr lang="en-US"/>
        </a:p>
      </dgm:t>
    </dgm:pt>
    <dgm:pt modelId="{EAAC4A37-8C5E-4443-8E0C-7D16D6782452}" type="sibTrans" cxnId="{05C6AD26-9B75-4798-8003-6C325A7C4932}">
      <dgm:prSet/>
      <dgm:spPr/>
      <dgm:t>
        <a:bodyPr/>
        <a:lstStyle/>
        <a:p>
          <a:endParaRPr lang="en-US"/>
        </a:p>
      </dgm:t>
    </dgm:pt>
    <dgm:pt modelId="{B79BE8D1-5187-4751-885D-68F54C18C602}">
      <dgm:prSet phldrT="[Text]" custT="1"/>
      <dgm:spPr/>
      <dgm:t>
        <a:bodyPr/>
        <a:lstStyle/>
        <a:p>
          <a:endParaRPr lang="en-US" sz="4800"/>
        </a:p>
      </dgm:t>
    </dgm:pt>
    <dgm:pt modelId="{84235D96-2B1B-4650-B312-453B4F9647E7}" type="parTrans" cxnId="{00D596F7-2C67-4278-A40F-644E474C8C50}">
      <dgm:prSet/>
      <dgm:spPr/>
      <dgm:t>
        <a:bodyPr/>
        <a:lstStyle/>
        <a:p>
          <a:endParaRPr lang="en-US"/>
        </a:p>
      </dgm:t>
    </dgm:pt>
    <dgm:pt modelId="{0BDA4268-8FF8-4794-A5CF-DCEC068B03D9}" type="sibTrans" cxnId="{00D596F7-2C67-4278-A40F-644E474C8C50}">
      <dgm:prSet/>
      <dgm:spPr/>
      <dgm:t>
        <a:bodyPr/>
        <a:lstStyle/>
        <a:p>
          <a:endParaRPr lang="en-US"/>
        </a:p>
      </dgm:t>
    </dgm:pt>
    <dgm:pt modelId="{FC265F8B-1631-4B05-883B-A5F09FCE9D67}">
      <dgm:prSet phldrT="[Text]" custT="1"/>
      <dgm:spPr/>
      <dgm:t>
        <a:bodyPr/>
        <a:lstStyle/>
        <a:p>
          <a:r>
            <a:rPr lang="en-US" sz="4800"/>
            <a:t>Him                                                                           </a:t>
          </a:r>
        </a:p>
        <a:p>
          <a:r>
            <a:rPr lang="en-US" sz="4800"/>
            <a:t>His</a:t>
          </a:r>
        </a:p>
      </dgm:t>
    </dgm:pt>
    <dgm:pt modelId="{B8ED38D5-2AEF-4F1A-8A78-0072766844E5}" type="parTrans" cxnId="{6F654A4D-AE59-4871-9009-1959CE1ABA9E}">
      <dgm:prSet/>
      <dgm:spPr/>
      <dgm:t>
        <a:bodyPr/>
        <a:lstStyle/>
        <a:p>
          <a:endParaRPr lang="en-US"/>
        </a:p>
      </dgm:t>
    </dgm:pt>
    <dgm:pt modelId="{A07C4B00-FF49-4888-B2D4-407F5148BBB5}" type="sibTrans" cxnId="{6F654A4D-AE59-4871-9009-1959CE1ABA9E}">
      <dgm:prSet/>
      <dgm:spPr/>
      <dgm:t>
        <a:bodyPr/>
        <a:lstStyle/>
        <a:p>
          <a:endParaRPr lang="en-US"/>
        </a:p>
      </dgm:t>
    </dgm:pt>
    <dgm:pt modelId="{75824740-6A99-429E-8316-5A4DFEBC5BE6}">
      <dgm:prSet phldrT="[Text]" custT="1"/>
      <dgm:spPr/>
      <dgm:t>
        <a:bodyPr/>
        <a:lstStyle/>
        <a:p>
          <a:r>
            <a:rPr lang="en-US" sz="4800"/>
            <a:t>Them</a:t>
          </a:r>
        </a:p>
      </dgm:t>
    </dgm:pt>
    <dgm:pt modelId="{7C8E2E89-E251-40FF-9929-8F572DECC4E0}" type="parTrans" cxnId="{768B7035-8703-4482-A103-416C2A44D64A}">
      <dgm:prSet/>
      <dgm:spPr/>
      <dgm:t>
        <a:bodyPr/>
        <a:lstStyle/>
        <a:p>
          <a:endParaRPr lang="en-US"/>
        </a:p>
      </dgm:t>
    </dgm:pt>
    <dgm:pt modelId="{C5A7FF38-B1EC-4474-97B2-C86407D6A8A6}" type="sibTrans" cxnId="{768B7035-8703-4482-A103-416C2A44D64A}">
      <dgm:prSet/>
      <dgm:spPr/>
      <dgm:t>
        <a:bodyPr/>
        <a:lstStyle/>
        <a:p>
          <a:endParaRPr lang="en-US"/>
        </a:p>
      </dgm:t>
    </dgm:pt>
    <dgm:pt modelId="{DCB23E1F-0178-4357-9853-33434FA5005D}">
      <dgm:prSet phldrT="[Text]" custT="1"/>
      <dgm:spPr/>
      <dgm:t>
        <a:bodyPr/>
        <a:lstStyle/>
        <a:p>
          <a:r>
            <a:rPr lang="en-US" sz="4800"/>
            <a:t>Her</a:t>
          </a:r>
        </a:p>
      </dgm:t>
    </dgm:pt>
    <dgm:pt modelId="{B97C4AD8-D4AA-4FD8-AF7D-903CCB813461}" type="parTrans" cxnId="{54B09366-E3B6-4CA6-94CC-1769677AB632}">
      <dgm:prSet/>
      <dgm:spPr/>
      <dgm:t>
        <a:bodyPr/>
        <a:lstStyle/>
        <a:p>
          <a:endParaRPr lang="en-US"/>
        </a:p>
      </dgm:t>
    </dgm:pt>
    <dgm:pt modelId="{182F20C2-CC54-44B0-94B0-D03ED395C03B}" type="sibTrans" cxnId="{54B09366-E3B6-4CA6-94CC-1769677AB632}">
      <dgm:prSet/>
      <dgm:spPr/>
      <dgm:t>
        <a:bodyPr/>
        <a:lstStyle/>
        <a:p>
          <a:endParaRPr lang="en-US"/>
        </a:p>
      </dgm:t>
    </dgm:pt>
    <dgm:pt modelId="{18F631B0-389C-4BBB-A427-B7309500F316}">
      <dgm:prSet phldrT="[Text]" custT="1"/>
      <dgm:spPr/>
      <dgm:t>
        <a:bodyPr/>
        <a:lstStyle/>
        <a:p>
          <a:r>
            <a:rPr lang="en-US" sz="4800"/>
            <a:t>Hir</a:t>
          </a:r>
        </a:p>
      </dgm:t>
    </dgm:pt>
    <dgm:pt modelId="{84BFC233-CC6D-44D6-A03F-6AD267CD78D2}" type="parTrans" cxnId="{9D2689DC-F222-4E6D-A67C-948968AA8808}">
      <dgm:prSet/>
      <dgm:spPr/>
      <dgm:t>
        <a:bodyPr/>
        <a:lstStyle/>
        <a:p>
          <a:endParaRPr lang="en-US"/>
        </a:p>
      </dgm:t>
    </dgm:pt>
    <dgm:pt modelId="{7E6883E9-2FA6-4E7B-8069-2DFC73AFDFDB}" type="sibTrans" cxnId="{9D2689DC-F222-4E6D-A67C-948968AA8808}">
      <dgm:prSet/>
      <dgm:spPr/>
      <dgm:t>
        <a:bodyPr/>
        <a:lstStyle/>
        <a:p>
          <a:endParaRPr lang="en-US"/>
        </a:p>
      </dgm:t>
    </dgm:pt>
    <dgm:pt modelId="{77FE4BAE-E6CD-447C-A38D-60129C8ACBB2}" type="pres">
      <dgm:prSet presAssocID="{1E7FC51D-A2BC-4155-AF6F-1E9817DFA2EA}" presName="Name0" presStyleCnt="0">
        <dgm:presLayoutVars>
          <dgm:dir/>
          <dgm:animLvl val="lvl"/>
          <dgm:resizeHandles val="exact"/>
        </dgm:presLayoutVars>
      </dgm:prSet>
      <dgm:spPr/>
    </dgm:pt>
    <dgm:pt modelId="{A25A659E-E6CC-4F03-A03A-E9AA0F169086}" type="pres">
      <dgm:prSet presAssocID="{18B6F3AD-5BDD-45B6-ACAE-8E2C224FA806}" presName="compositeNode" presStyleCnt="0">
        <dgm:presLayoutVars>
          <dgm:bulletEnabled val="1"/>
        </dgm:presLayoutVars>
      </dgm:prSet>
      <dgm:spPr/>
    </dgm:pt>
    <dgm:pt modelId="{49DC2991-D322-4CB0-A33D-0A61DBBBE555}" type="pres">
      <dgm:prSet presAssocID="{18B6F3AD-5BDD-45B6-ACAE-8E2C224FA806}" presName="bgRect" presStyleLbl="node1" presStyleIdx="0" presStyleCnt="4"/>
      <dgm:spPr/>
    </dgm:pt>
    <dgm:pt modelId="{36046EC7-C55D-46A5-B297-28600E6C875E}" type="pres">
      <dgm:prSet presAssocID="{18B6F3AD-5BDD-45B6-ACAE-8E2C224FA806}" presName="parentNode" presStyleLbl="node1" presStyleIdx="0" presStyleCnt="4">
        <dgm:presLayoutVars>
          <dgm:chMax val="0"/>
          <dgm:bulletEnabled val="1"/>
        </dgm:presLayoutVars>
      </dgm:prSet>
      <dgm:spPr/>
    </dgm:pt>
    <dgm:pt modelId="{EB5D8C55-99FD-456E-9597-15F8567FB072}" type="pres">
      <dgm:prSet presAssocID="{18B6F3AD-5BDD-45B6-ACAE-8E2C224FA806}" presName="childNode" presStyleLbl="node1" presStyleIdx="0" presStyleCnt="4">
        <dgm:presLayoutVars>
          <dgm:bulletEnabled val="1"/>
        </dgm:presLayoutVars>
      </dgm:prSet>
      <dgm:spPr/>
    </dgm:pt>
    <dgm:pt modelId="{A6438549-1519-4754-A6B3-D9D236881A82}" type="pres">
      <dgm:prSet presAssocID="{F3A408F6-8B36-4755-A877-E1DC17B63E45}" presName="hSp" presStyleCnt="0"/>
      <dgm:spPr/>
    </dgm:pt>
    <dgm:pt modelId="{CD5E93DD-B1D7-4BB4-919E-5DF4F0B6E35A}" type="pres">
      <dgm:prSet presAssocID="{F3A408F6-8B36-4755-A877-E1DC17B63E45}" presName="vProcSp" presStyleCnt="0"/>
      <dgm:spPr/>
    </dgm:pt>
    <dgm:pt modelId="{52EDD719-F4EB-42AF-8C21-DEC956507A85}" type="pres">
      <dgm:prSet presAssocID="{F3A408F6-8B36-4755-A877-E1DC17B63E45}" presName="vSp1" presStyleCnt="0"/>
      <dgm:spPr/>
    </dgm:pt>
    <dgm:pt modelId="{0ECEB167-77E8-411A-B3D9-36FF3FFA0755}" type="pres">
      <dgm:prSet presAssocID="{F3A408F6-8B36-4755-A877-E1DC17B63E45}" presName="simulatedConn" presStyleLbl="solidFgAcc1" presStyleIdx="0" presStyleCnt="3"/>
      <dgm:spPr/>
    </dgm:pt>
    <dgm:pt modelId="{B9A2CBB7-7F0C-4543-AD5B-DF33FC5734D1}" type="pres">
      <dgm:prSet presAssocID="{F3A408F6-8B36-4755-A877-E1DC17B63E45}" presName="vSp2" presStyleCnt="0"/>
      <dgm:spPr/>
    </dgm:pt>
    <dgm:pt modelId="{2BCD60F4-082D-45F0-AA9D-451F5F9F08FE}" type="pres">
      <dgm:prSet presAssocID="{F3A408F6-8B36-4755-A877-E1DC17B63E45}" presName="sibTrans" presStyleCnt="0"/>
      <dgm:spPr/>
    </dgm:pt>
    <dgm:pt modelId="{54030D86-7C2F-4141-BEBD-B4B6218398B2}" type="pres">
      <dgm:prSet presAssocID="{B0058695-6998-47FC-BB77-C73B96B18E4E}" presName="compositeNode" presStyleCnt="0">
        <dgm:presLayoutVars>
          <dgm:bulletEnabled val="1"/>
        </dgm:presLayoutVars>
      </dgm:prSet>
      <dgm:spPr/>
    </dgm:pt>
    <dgm:pt modelId="{4355A917-5C0D-429A-9452-8D4247927E04}" type="pres">
      <dgm:prSet presAssocID="{B0058695-6998-47FC-BB77-C73B96B18E4E}" presName="bgRect" presStyleLbl="node1" presStyleIdx="1" presStyleCnt="4"/>
      <dgm:spPr/>
    </dgm:pt>
    <dgm:pt modelId="{2B17A156-E4C8-4373-B0C2-DA0521CE5881}" type="pres">
      <dgm:prSet presAssocID="{B0058695-6998-47FC-BB77-C73B96B18E4E}" presName="parentNode" presStyleLbl="node1" presStyleIdx="1" presStyleCnt="4">
        <dgm:presLayoutVars>
          <dgm:chMax val="0"/>
          <dgm:bulletEnabled val="1"/>
        </dgm:presLayoutVars>
      </dgm:prSet>
      <dgm:spPr/>
    </dgm:pt>
    <dgm:pt modelId="{CFECE730-BB6C-4EDF-8C8A-15275FEC6019}" type="pres">
      <dgm:prSet presAssocID="{B0058695-6998-47FC-BB77-C73B96B18E4E}" presName="childNode" presStyleLbl="node1" presStyleIdx="1" presStyleCnt="4">
        <dgm:presLayoutVars>
          <dgm:bulletEnabled val="1"/>
        </dgm:presLayoutVars>
      </dgm:prSet>
      <dgm:spPr/>
    </dgm:pt>
    <dgm:pt modelId="{C533A22C-50A4-474A-A7B6-5AC3FC301153}" type="pres">
      <dgm:prSet presAssocID="{52A2482F-43D5-4171-BBD8-AA6F34C43DCA}" presName="hSp" presStyleCnt="0"/>
      <dgm:spPr/>
    </dgm:pt>
    <dgm:pt modelId="{E6F9A0EA-0BCB-44F3-BE25-654F06E3F206}" type="pres">
      <dgm:prSet presAssocID="{52A2482F-43D5-4171-BBD8-AA6F34C43DCA}" presName="vProcSp" presStyleCnt="0"/>
      <dgm:spPr/>
    </dgm:pt>
    <dgm:pt modelId="{31A798F9-BFC7-4AB5-9CF4-2461F2AA1057}" type="pres">
      <dgm:prSet presAssocID="{52A2482F-43D5-4171-BBD8-AA6F34C43DCA}" presName="vSp1" presStyleCnt="0"/>
      <dgm:spPr/>
    </dgm:pt>
    <dgm:pt modelId="{D95789B3-0B7F-460B-9255-6BD5B92AE8F8}" type="pres">
      <dgm:prSet presAssocID="{52A2482F-43D5-4171-BBD8-AA6F34C43DCA}" presName="simulatedConn" presStyleLbl="solidFgAcc1" presStyleIdx="1" presStyleCnt="3"/>
      <dgm:spPr/>
    </dgm:pt>
    <dgm:pt modelId="{627E6823-6339-4F72-963F-833E58EDED12}" type="pres">
      <dgm:prSet presAssocID="{52A2482F-43D5-4171-BBD8-AA6F34C43DCA}" presName="vSp2" presStyleCnt="0"/>
      <dgm:spPr/>
    </dgm:pt>
    <dgm:pt modelId="{F5486590-B38B-46EC-9198-2339CFA4A789}" type="pres">
      <dgm:prSet presAssocID="{52A2482F-43D5-4171-BBD8-AA6F34C43DCA}" presName="sibTrans" presStyleCnt="0"/>
      <dgm:spPr/>
    </dgm:pt>
    <dgm:pt modelId="{27EA7CA7-4C4F-487D-BCCF-5DF668E8F529}" type="pres">
      <dgm:prSet presAssocID="{2B0CD920-2558-4126-B3D1-15EF31DBEF9F}" presName="compositeNode" presStyleCnt="0">
        <dgm:presLayoutVars>
          <dgm:bulletEnabled val="1"/>
        </dgm:presLayoutVars>
      </dgm:prSet>
      <dgm:spPr/>
    </dgm:pt>
    <dgm:pt modelId="{60E64746-1E15-4674-A24C-2B1EBBD7E114}" type="pres">
      <dgm:prSet presAssocID="{2B0CD920-2558-4126-B3D1-15EF31DBEF9F}" presName="bgRect" presStyleLbl="node1" presStyleIdx="2" presStyleCnt="4"/>
      <dgm:spPr/>
    </dgm:pt>
    <dgm:pt modelId="{D88437A8-55B0-40B9-B2A2-B9A062EE87DC}" type="pres">
      <dgm:prSet presAssocID="{2B0CD920-2558-4126-B3D1-15EF31DBEF9F}" presName="parentNode" presStyleLbl="node1" presStyleIdx="2" presStyleCnt="4">
        <dgm:presLayoutVars>
          <dgm:chMax val="0"/>
          <dgm:bulletEnabled val="1"/>
        </dgm:presLayoutVars>
      </dgm:prSet>
      <dgm:spPr/>
    </dgm:pt>
    <dgm:pt modelId="{C60DC795-6F8A-4013-9561-E2F2B06A6A30}" type="pres">
      <dgm:prSet presAssocID="{2B0CD920-2558-4126-B3D1-15EF31DBEF9F}" presName="childNode" presStyleLbl="node1" presStyleIdx="2" presStyleCnt="4">
        <dgm:presLayoutVars>
          <dgm:bulletEnabled val="1"/>
        </dgm:presLayoutVars>
      </dgm:prSet>
      <dgm:spPr/>
    </dgm:pt>
    <dgm:pt modelId="{FA20EB2A-0596-460E-BD2E-DB578FE42434}" type="pres">
      <dgm:prSet presAssocID="{3DA463C8-BAB5-4349-88BD-ECE3BD734AB0}" presName="hSp" presStyleCnt="0"/>
      <dgm:spPr/>
    </dgm:pt>
    <dgm:pt modelId="{AB3139B2-C2A3-4762-AFAF-EAA4F02E954C}" type="pres">
      <dgm:prSet presAssocID="{3DA463C8-BAB5-4349-88BD-ECE3BD734AB0}" presName="vProcSp" presStyleCnt="0"/>
      <dgm:spPr/>
    </dgm:pt>
    <dgm:pt modelId="{321F6073-BBA2-48E7-8D42-F54B0D05E8A9}" type="pres">
      <dgm:prSet presAssocID="{3DA463C8-BAB5-4349-88BD-ECE3BD734AB0}" presName="vSp1" presStyleCnt="0"/>
      <dgm:spPr/>
    </dgm:pt>
    <dgm:pt modelId="{CDA0442B-ADB9-4739-92CD-1333AA8ED9E1}" type="pres">
      <dgm:prSet presAssocID="{3DA463C8-BAB5-4349-88BD-ECE3BD734AB0}" presName="simulatedConn" presStyleLbl="solidFgAcc1" presStyleIdx="2" presStyleCnt="3"/>
      <dgm:spPr/>
    </dgm:pt>
    <dgm:pt modelId="{A1AD1D05-9BCC-41E1-BF92-3C66B16FAFA2}" type="pres">
      <dgm:prSet presAssocID="{3DA463C8-BAB5-4349-88BD-ECE3BD734AB0}" presName="vSp2" presStyleCnt="0"/>
      <dgm:spPr/>
    </dgm:pt>
    <dgm:pt modelId="{AFC7B4DF-1BAB-4567-9F5D-4EEC9CCF8F36}" type="pres">
      <dgm:prSet presAssocID="{3DA463C8-BAB5-4349-88BD-ECE3BD734AB0}" presName="sibTrans" presStyleCnt="0"/>
      <dgm:spPr/>
    </dgm:pt>
    <dgm:pt modelId="{B3FC654C-A8D3-4593-8A0E-9D5CE270BD8A}" type="pres">
      <dgm:prSet presAssocID="{B79BE8D1-5187-4751-885D-68F54C18C602}" presName="compositeNode" presStyleCnt="0">
        <dgm:presLayoutVars>
          <dgm:bulletEnabled val="1"/>
        </dgm:presLayoutVars>
      </dgm:prSet>
      <dgm:spPr/>
    </dgm:pt>
    <dgm:pt modelId="{821E41CF-6DE2-4101-B8E4-DA7F4876B0EA}" type="pres">
      <dgm:prSet presAssocID="{B79BE8D1-5187-4751-885D-68F54C18C602}" presName="bgRect" presStyleLbl="node1" presStyleIdx="3" presStyleCnt="4"/>
      <dgm:spPr/>
    </dgm:pt>
    <dgm:pt modelId="{B9064E30-C7AA-455A-B75F-76A75B9A850F}" type="pres">
      <dgm:prSet presAssocID="{B79BE8D1-5187-4751-885D-68F54C18C602}" presName="parentNode" presStyleLbl="node1" presStyleIdx="3" presStyleCnt="4">
        <dgm:presLayoutVars>
          <dgm:chMax val="0"/>
          <dgm:bulletEnabled val="1"/>
        </dgm:presLayoutVars>
      </dgm:prSet>
      <dgm:spPr/>
    </dgm:pt>
    <dgm:pt modelId="{B27A325F-6565-4F15-BF10-2D84D7A8A8F2}" type="pres">
      <dgm:prSet presAssocID="{B79BE8D1-5187-4751-885D-68F54C18C602}" presName="childNode" presStyleLbl="node1" presStyleIdx="3" presStyleCnt="4">
        <dgm:presLayoutVars>
          <dgm:bulletEnabled val="1"/>
        </dgm:presLayoutVars>
      </dgm:prSet>
      <dgm:spPr/>
    </dgm:pt>
  </dgm:ptLst>
  <dgm:cxnLst>
    <dgm:cxn modelId="{22AD1600-9052-4AA6-A725-23872C7FDAC2}" type="presOf" srcId="{2B0CD920-2558-4126-B3D1-15EF31DBEF9F}" destId="{D88437A8-55B0-40B9-B2A2-B9A062EE87DC}" srcOrd="1" destOrd="0" presId="urn:microsoft.com/office/officeart/2005/8/layout/hProcess7"/>
    <dgm:cxn modelId="{CE720C17-FDF3-4887-921A-D017C24FD350}" type="presOf" srcId="{C3FEC236-0296-4839-8888-71EF2DFCAD2A}" destId="{CFECE730-BB6C-4EDF-8C8A-15275FEC6019}" srcOrd="0" destOrd="0" presId="urn:microsoft.com/office/officeart/2005/8/layout/hProcess7"/>
    <dgm:cxn modelId="{05C6AD26-9B75-4798-8003-6C325A7C4932}" srcId="{B79BE8D1-5187-4751-885D-68F54C18C602}" destId="{8C175BD2-5FF7-4E65-AC0C-E668CD7C1CCB}" srcOrd="0" destOrd="0" parTransId="{4D3B6C91-C129-41AA-BD69-40B1B4BA9758}" sibTransId="{EAAC4A37-8C5E-4443-8E0C-7D16D6782452}"/>
    <dgm:cxn modelId="{49C7E729-E365-4D0A-9F52-9F74F3AE727E}" type="presOf" srcId="{18B6F3AD-5BDD-45B6-ACAE-8E2C224FA806}" destId="{36046EC7-C55D-46A5-B297-28600E6C875E}" srcOrd="1" destOrd="0" presId="urn:microsoft.com/office/officeart/2005/8/layout/hProcess7"/>
    <dgm:cxn modelId="{65C9362A-E89A-4091-9C41-3A53A11141C8}" srcId="{18B6F3AD-5BDD-45B6-ACAE-8E2C224FA806}" destId="{7BA5BC3F-7A51-44EB-8779-1DD3FBA198FA}" srcOrd="0" destOrd="0" parTransId="{BC5AAEDA-3CF8-4ACC-8914-B74F12428D56}" sibTransId="{C968EACE-3431-4F5E-97ED-0551750C7496}"/>
    <dgm:cxn modelId="{768B7035-8703-4482-A103-416C2A44D64A}" srcId="{B0058695-6998-47FC-BB77-C73B96B18E4E}" destId="{75824740-6A99-429E-8316-5A4DFEBC5BE6}" srcOrd="1" destOrd="0" parTransId="{7C8E2E89-E251-40FF-9929-8F572DECC4E0}" sibTransId="{C5A7FF38-B1EC-4474-97B2-C86407D6A8A6}"/>
    <dgm:cxn modelId="{AFE2A839-ACB5-441D-A862-7B97254ED902}" type="presOf" srcId="{FC265F8B-1631-4B05-883B-A5F09FCE9D67}" destId="{EB5D8C55-99FD-456E-9597-15F8567FB072}" srcOrd="0" destOrd="1" presId="urn:microsoft.com/office/officeart/2005/8/layout/hProcess7"/>
    <dgm:cxn modelId="{0B1A0A5C-D95B-427B-A8AB-1930B6CA4BC4}" srcId="{B0058695-6998-47FC-BB77-C73B96B18E4E}" destId="{C3FEC236-0296-4839-8888-71EF2DFCAD2A}" srcOrd="0" destOrd="0" parTransId="{4F17A512-17A2-414D-9926-72ECA8FFC86F}" sibTransId="{A486606D-56BF-4BCA-8AFC-7E550D45D153}"/>
    <dgm:cxn modelId="{4B1B1641-2D61-46DB-AEAA-6D7D5FA1425F}" srcId="{B0058695-6998-47FC-BB77-C73B96B18E4E}" destId="{5BB5EA76-A932-4117-A255-0B48A7255B30}" srcOrd="2" destOrd="0" parTransId="{68E785D5-488D-41C4-93C1-481C50183647}" sibTransId="{BD9C76B2-11E5-40FA-8D11-05110512BF99}"/>
    <dgm:cxn modelId="{1F40DE44-2894-4B2C-987D-9F0AB67EFD2D}" srcId="{2B0CD920-2558-4126-B3D1-15EF31DBEF9F}" destId="{830B252B-77B1-4CA7-98D2-8E2DDA6FAAF9}" srcOrd="2" destOrd="0" parTransId="{BEA1EEEF-777B-43D3-A6F1-433B975A7351}" sibTransId="{E77BA0FF-C9F8-43DA-9FBF-D9CFD18195E3}"/>
    <dgm:cxn modelId="{DC507165-20E5-4A7C-9B3D-DDFC33911DE3}" srcId="{1E7FC51D-A2BC-4155-AF6F-1E9817DFA2EA}" destId="{B0058695-6998-47FC-BB77-C73B96B18E4E}" srcOrd="1" destOrd="0" parTransId="{CFB57215-2F98-4999-AE49-AB7E0F798C6D}" sibTransId="{52A2482F-43D5-4171-BBD8-AA6F34C43DCA}"/>
    <dgm:cxn modelId="{54B09366-E3B6-4CA6-94CC-1769677AB632}" srcId="{2B0CD920-2558-4126-B3D1-15EF31DBEF9F}" destId="{DCB23E1F-0178-4357-9853-33434FA5005D}" srcOrd="1" destOrd="0" parTransId="{B97C4AD8-D4AA-4FD8-AF7D-903CCB813461}" sibTransId="{182F20C2-CC54-44B0-94B0-D03ED395C03B}"/>
    <dgm:cxn modelId="{6F654A4D-AE59-4871-9009-1959CE1ABA9E}" srcId="{18B6F3AD-5BDD-45B6-ACAE-8E2C224FA806}" destId="{FC265F8B-1631-4B05-883B-A5F09FCE9D67}" srcOrd="1" destOrd="0" parTransId="{B8ED38D5-2AEF-4F1A-8A78-0072766844E5}" sibTransId="{A07C4B00-FF49-4888-B2D4-407F5148BBB5}"/>
    <dgm:cxn modelId="{1BE8F84F-BF5E-44EF-BFE0-9E5F48FE2C47}" type="presOf" srcId="{1E7FC51D-A2BC-4155-AF6F-1E9817DFA2EA}" destId="{77FE4BAE-E6CD-447C-A38D-60129C8ACBB2}" srcOrd="0" destOrd="0" presId="urn:microsoft.com/office/officeart/2005/8/layout/hProcess7"/>
    <dgm:cxn modelId="{CE81BF70-8ADB-45CF-ACFA-CD8C80072A3D}" srcId="{1E7FC51D-A2BC-4155-AF6F-1E9817DFA2EA}" destId="{2B0CD920-2558-4126-B3D1-15EF31DBEF9F}" srcOrd="2" destOrd="0" parTransId="{7DC9A229-8275-4A36-B822-B92CBEC3B70B}" sibTransId="{3DA463C8-BAB5-4349-88BD-ECE3BD734AB0}"/>
    <dgm:cxn modelId="{9401E773-AEF7-40EA-BF5F-7121DAE163CF}" type="presOf" srcId="{DE36F200-C211-428A-9A6E-E2BB5514F1D8}" destId="{C60DC795-6F8A-4013-9561-E2F2B06A6A30}" srcOrd="0" destOrd="0" presId="urn:microsoft.com/office/officeart/2005/8/layout/hProcess7"/>
    <dgm:cxn modelId="{3EAD8E54-7C50-4100-AEE0-08141B363E49}" type="presOf" srcId="{7BA5BC3F-7A51-44EB-8779-1DD3FBA198FA}" destId="{EB5D8C55-99FD-456E-9597-15F8567FB072}" srcOrd="0" destOrd="0" presId="urn:microsoft.com/office/officeart/2005/8/layout/hProcess7"/>
    <dgm:cxn modelId="{EF86CD85-5D10-4FE7-97B6-88EA6BA7967D}" type="presOf" srcId="{DCB23E1F-0178-4357-9853-33434FA5005D}" destId="{C60DC795-6F8A-4013-9561-E2F2B06A6A30}" srcOrd="0" destOrd="1" presId="urn:microsoft.com/office/officeart/2005/8/layout/hProcess7"/>
    <dgm:cxn modelId="{49F91E9A-5D84-43F5-9677-7596E49A547F}" type="presOf" srcId="{18F631B0-389C-4BBB-A427-B7309500F316}" destId="{B27A325F-6565-4F15-BF10-2D84D7A8A8F2}" srcOrd="0" destOrd="1" presId="urn:microsoft.com/office/officeart/2005/8/layout/hProcess7"/>
    <dgm:cxn modelId="{92B2709E-19F3-4CFD-B922-23B52D5161E1}" type="presOf" srcId="{18B6F3AD-5BDD-45B6-ACAE-8E2C224FA806}" destId="{49DC2991-D322-4CB0-A33D-0A61DBBBE555}" srcOrd="0" destOrd="0" presId="urn:microsoft.com/office/officeart/2005/8/layout/hProcess7"/>
    <dgm:cxn modelId="{E5AEBD9E-89F6-42A0-8B20-65D47C2D178C}" type="presOf" srcId="{75824740-6A99-429E-8316-5A4DFEBC5BE6}" destId="{CFECE730-BB6C-4EDF-8C8A-15275FEC6019}" srcOrd="0" destOrd="1" presId="urn:microsoft.com/office/officeart/2005/8/layout/hProcess7"/>
    <dgm:cxn modelId="{A1B717A9-5DB9-4EEB-AC3D-45CE044A30BB}" srcId="{2B0CD920-2558-4126-B3D1-15EF31DBEF9F}" destId="{DE36F200-C211-428A-9A6E-E2BB5514F1D8}" srcOrd="0" destOrd="0" parTransId="{71A61D4C-7F4E-4E13-8FA5-EF5FEE95C7A2}" sibTransId="{B1E60F29-DA3E-435E-BBB1-BEE22266D5FD}"/>
    <dgm:cxn modelId="{FDA14FB5-EEFE-4ABA-9CDF-68A54E36824F}" type="presOf" srcId="{5BB5EA76-A932-4117-A255-0B48A7255B30}" destId="{CFECE730-BB6C-4EDF-8C8A-15275FEC6019}" srcOrd="0" destOrd="2" presId="urn:microsoft.com/office/officeart/2005/8/layout/hProcess7"/>
    <dgm:cxn modelId="{EDEC63BE-FDCF-47A0-97B4-A3A4AC24A56B}" type="presOf" srcId="{2B0CD920-2558-4126-B3D1-15EF31DBEF9F}" destId="{60E64746-1E15-4674-A24C-2B1EBBD7E114}" srcOrd="0" destOrd="0" presId="urn:microsoft.com/office/officeart/2005/8/layout/hProcess7"/>
    <dgm:cxn modelId="{766650C3-8A68-4755-9880-D264FF1C0B11}" type="presOf" srcId="{B79BE8D1-5187-4751-885D-68F54C18C602}" destId="{B9064E30-C7AA-455A-B75F-76A75B9A850F}" srcOrd="1" destOrd="0" presId="urn:microsoft.com/office/officeart/2005/8/layout/hProcess7"/>
    <dgm:cxn modelId="{930C01CE-7064-487B-88CA-4C93D0657E3F}" type="presOf" srcId="{8C175BD2-5FF7-4E65-AC0C-E668CD7C1CCB}" destId="{B27A325F-6565-4F15-BF10-2D84D7A8A8F2}" srcOrd="0" destOrd="0" presId="urn:microsoft.com/office/officeart/2005/8/layout/hProcess7"/>
    <dgm:cxn modelId="{7DDC91D7-E411-4363-81BC-DA325E316A91}" srcId="{1E7FC51D-A2BC-4155-AF6F-1E9817DFA2EA}" destId="{18B6F3AD-5BDD-45B6-ACAE-8E2C224FA806}" srcOrd="0" destOrd="0" parTransId="{01D17F94-A0FA-445C-95CB-D83DFF09A6CB}" sibTransId="{F3A408F6-8B36-4755-A877-E1DC17B63E45}"/>
    <dgm:cxn modelId="{9D2689DC-F222-4E6D-A67C-948968AA8808}" srcId="{B79BE8D1-5187-4751-885D-68F54C18C602}" destId="{18F631B0-389C-4BBB-A427-B7309500F316}" srcOrd="1" destOrd="0" parTransId="{84BFC233-CC6D-44D6-A03F-6AD267CD78D2}" sibTransId="{7E6883E9-2FA6-4E7B-8069-2DFC73AFDFDB}"/>
    <dgm:cxn modelId="{8CA009EF-FF0E-4ACA-B84C-A22978EB299B}" type="presOf" srcId="{B79BE8D1-5187-4751-885D-68F54C18C602}" destId="{821E41CF-6DE2-4101-B8E4-DA7F4876B0EA}" srcOrd="0" destOrd="0" presId="urn:microsoft.com/office/officeart/2005/8/layout/hProcess7"/>
    <dgm:cxn modelId="{FA00D7F3-EEFF-416D-AD72-9B3A537EB8E6}" type="presOf" srcId="{830B252B-77B1-4CA7-98D2-8E2DDA6FAAF9}" destId="{C60DC795-6F8A-4013-9561-E2F2B06A6A30}" srcOrd="0" destOrd="2" presId="urn:microsoft.com/office/officeart/2005/8/layout/hProcess7"/>
    <dgm:cxn modelId="{00D596F7-2C67-4278-A40F-644E474C8C50}" srcId="{1E7FC51D-A2BC-4155-AF6F-1E9817DFA2EA}" destId="{B79BE8D1-5187-4751-885D-68F54C18C602}" srcOrd="3" destOrd="0" parTransId="{84235D96-2B1B-4650-B312-453B4F9647E7}" sibTransId="{0BDA4268-8FF8-4794-A5CF-DCEC068B03D9}"/>
    <dgm:cxn modelId="{27D894FC-FF4D-4FCA-BEAB-C5544555C2B0}" type="presOf" srcId="{B0058695-6998-47FC-BB77-C73B96B18E4E}" destId="{2B17A156-E4C8-4373-B0C2-DA0521CE5881}" srcOrd="1" destOrd="0" presId="urn:microsoft.com/office/officeart/2005/8/layout/hProcess7"/>
    <dgm:cxn modelId="{9B768EFD-352B-47A5-85B4-F8B4BDCE0EF3}" type="presOf" srcId="{B0058695-6998-47FC-BB77-C73B96B18E4E}" destId="{4355A917-5C0D-429A-9452-8D4247927E04}" srcOrd="0" destOrd="0" presId="urn:microsoft.com/office/officeart/2005/8/layout/hProcess7"/>
    <dgm:cxn modelId="{8AE1627F-49FD-4253-9644-78EA737DCD55}" type="presParOf" srcId="{77FE4BAE-E6CD-447C-A38D-60129C8ACBB2}" destId="{A25A659E-E6CC-4F03-A03A-E9AA0F169086}" srcOrd="0" destOrd="0" presId="urn:microsoft.com/office/officeart/2005/8/layout/hProcess7"/>
    <dgm:cxn modelId="{7528C3F3-C636-46AD-A48D-50090653CFEE}" type="presParOf" srcId="{A25A659E-E6CC-4F03-A03A-E9AA0F169086}" destId="{49DC2991-D322-4CB0-A33D-0A61DBBBE555}" srcOrd="0" destOrd="0" presId="urn:microsoft.com/office/officeart/2005/8/layout/hProcess7"/>
    <dgm:cxn modelId="{5E1942B2-FCCC-4887-8A84-CC1FADEE9E92}" type="presParOf" srcId="{A25A659E-E6CC-4F03-A03A-E9AA0F169086}" destId="{36046EC7-C55D-46A5-B297-28600E6C875E}" srcOrd="1" destOrd="0" presId="urn:microsoft.com/office/officeart/2005/8/layout/hProcess7"/>
    <dgm:cxn modelId="{805C6722-31DD-4F3C-97B3-70C12E1B425B}" type="presParOf" srcId="{A25A659E-E6CC-4F03-A03A-E9AA0F169086}" destId="{EB5D8C55-99FD-456E-9597-15F8567FB072}" srcOrd="2" destOrd="0" presId="urn:microsoft.com/office/officeart/2005/8/layout/hProcess7"/>
    <dgm:cxn modelId="{1AB4D4EF-93C4-4F6E-AB13-66F521AF213A}" type="presParOf" srcId="{77FE4BAE-E6CD-447C-A38D-60129C8ACBB2}" destId="{A6438549-1519-4754-A6B3-D9D236881A82}" srcOrd="1" destOrd="0" presId="urn:microsoft.com/office/officeart/2005/8/layout/hProcess7"/>
    <dgm:cxn modelId="{90A33558-8233-427B-90A5-B2FF0AC84F98}" type="presParOf" srcId="{77FE4BAE-E6CD-447C-A38D-60129C8ACBB2}" destId="{CD5E93DD-B1D7-4BB4-919E-5DF4F0B6E35A}" srcOrd="2" destOrd="0" presId="urn:microsoft.com/office/officeart/2005/8/layout/hProcess7"/>
    <dgm:cxn modelId="{C3A48086-2F61-4E0C-940D-2711C92909C8}" type="presParOf" srcId="{CD5E93DD-B1D7-4BB4-919E-5DF4F0B6E35A}" destId="{52EDD719-F4EB-42AF-8C21-DEC956507A85}" srcOrd="0" destOrd="0" presId="urn:microsoft.com/office/officeart/2005/8/layout/hProcess7"/>
    <dgm:cxn modelId="{D7D884FA-7F20-4054-8D19-8D4D30237297}" type="presParOf" srcId="{CD5E93DD-B1D7-4BB4-919E-5DF4F0B6E35A}" destId="{0ECEB167-77E8-411A-B3D9-36FF3FFA0755}" srcOrd="1" destOrd="0" presId="urn:microsoft.com/office/officeart/2005/8/layout/hProcess7"/>
    <dgm:cxn modelId="{69ED657D-61EB-416B-B455-033A4C899E77}" type="presParOf" srcId="{CD5E93DD-B1D7-4BB4-919E-5DF4F0B6E35A}" destId="{B9A2CBB7-7F0C-4543-AD5B-DF33FC5734D1}" srcOrd="2" destOrd="0" presId="urn:microsoft.com/office/officeart/2005/8/layout/hProcess7"/>
    <dgm:cxn modelId="{0EEBC184-9EFB-4A66-8541-32F9C5BBCB65}" type="presParOf" srcId="{77FE4BAE-E6CD-447C-A38D-60129C8ACBB2}" destId="{2BCD60F4-082D-45F0-AA9D-451F5F9F08FE}" srcOrd="3" destOrd="0" presId="urn:microsoft.com/office/officeart/2005/8/layout/hProcess7"/>
    <dgm:cxn modelId="{ADDEAA11-DE94-49C1-A667-8C425A4241FF}" type="presParOf" srcId="{77FE4BAE-E6CD-447C-A38D-60129C8ACBB2}" destId="{54030D86-7C2F-4141-BEBD-B4B6218398B2}" srcOrd="4" destOrd="0" presId="urn:microsoft.com/office/officeart/2005/8/layout/hProcess7"/>
    <dgm:cxn modelId="{D59B7CDF-938C-422F-B664-17CEEEAB0D3A}" type="presParOf" srcId="{54030D86-7C2F-4141-BEBD-B4B6218398B2}" destId="{4355A917-5C0D-429A-9452-8D4247927E04}" srcOrd="0" destOrd="0" presId="urn:microsoft.com/office/officeart/2005/8/layout/hProcess7"/>
    <dgm:cxn modelId="{17B7B1A5-E2AE-4FD5-99AE-9F3960FEF636}" type="presParOf" srcId="{54030D86-7C2F-4141-BEBD-B4B6218398B2}" destId="{2B17A156-E4C8-4373-B0C2-DA0521CE5881}" srcOrd="1" destOrd="0" presId="urn:microsoft.com/office/officeart/2005/8/layout/hProcess7"/>
    <dgm:cxn modelId="{83D97038-6D11-4C15-BB44-6ADCF52CFB6E}" type="presParOf" srcId="{54030D86-7C2F-4141-BEBD-B4B6218398B2}" destId="{CFECE730-BB6C-4EDF-8C8A-15275FEC6019}" srcOrd="2" destOrd="0" presId="urn:microsoft.com/office/officeart/2005/8/layout/hProcess7"/>
    <dgm:cxn modelId="{51E4757C-46CA-4AC0-9F1A-F2BA5C426123}" type="presParOf" srcId="{77FE4BAE-E6CD-447C-A38D-60129C8ACBB2}" destId="{C533A22C-50A4-474A-A7B6-5AC3FC301153}" srcOrd="5" destOrd="0" presId="urn:microsoft.com/office/officeart/2005/8/layout/hProcess7"/>
    <dgm:cxn modelId="{3B9F5223-B4BE-4913-86A4-D81BDCC84C25}" type="presParOf" srcId="{77FE4BAE-E6CD-447C-A38D-60129C8ACBB2}" destId="{E6F9A0EA-0BCB-44F3-BE25-654F06E3F206}" srcOrd="6" destOrd="0" presId="urn:microsoft.com/office/officeart/2005/8/layout/hProcess7"/>
    <dgm:cxn modelId="{7665292C-9B7A-4FF0-A99A-0CDE206E4707}" type="presParOf" srcId="{E6F9A0EA-0BCB-44F3-BE25-654F06E3F206}" destId="{31A798F9-BFC7-4AB5-9CF4-2461F2AA1057}" srcOrd="0" destOrd="0" presId="urn:microsoft.com/office/officeart/2005/8/layout/hProcess7"/>
    <dgm:cxn modelId="{A2359753-F6EE-4229-A339-2EA36AC99FA4}" type="presParOf" srcId="{E6F9A0EA-0BCB-44F3-BE25-654F06E3F206}" destId="{D95789B3-0B7F-460B-9255-6BD5B92AE8F8}" srcOrd="1" destOrd="0" presId="urn:microsoft.com/office/officeart/2005/8/layout/hProcess7"/>
    <dgm:cxn modelId="{838D7686-11D8-42E0-BCF4-3DAA03C0A739}" type="presParOf" srcId="{E6F9A0EA-0BCB-44F3-BE25-654F06E3F206}" destId="{627E6823-6339-4F72-963F-833E58EDED12}" srcOrd="2" destOrd="0" presId="urn:microsoft.com/office/officeart/2005/8/layout/hProcess7"/>
    <dgm:cxn modelId="{33288CBD-AC03-4778-A07A-CE9033A23C95}" type="presParOf" srcId="{77FE4BAE-E6CD-447C-A38D-60129C8ACBB2}" destId="{F5486590-B38B-46EC-9198-2339CFA4A789}" srcOrd="7" destOrd="0" presId="urn:microsoft.com/office/officeart/2005/8/layout/hProcess7"/>
    <dgm:cxn modelId="{2DDB9C5D-975B-4EA6-A5F3-4CBDCE555E54}" type="presParOf" srcId="{77FE4BAE-E6CD-447C-A38D-60129C8ACBB2}" destId="{27EA7CA7-4C4F-487D-BCCF-5DF668E8F529}" srcOrd="8" destOrd="0" presId="urn:microsoft.com/office/officeart/2005/8/layout/hProcess7"/>
    <dgm:cxn modelId="{4C76A8B1-26AB-4FD4-B26D-1FE77C8938B1}" type="presParOf" srcId="{27EA7CA7-4C4F-487D-BCCF-5DF668E8F529}" destId="{60E64746-1E15-4674-A24C-2B1EBBD7E114}" srcOrd="0" destOrd="0" presId="urn:microsoft.com/office/officeart/2005/8/layout/hProcess7"/>
    <dgm:cxn modelId="{761E1803-A50F-4D01-B888-F8A7D1E402D8}" type="presParOf" srcId="{27EA7CA7-4C4F-487D-BCCF-5DF668E8F529}" destId="{D88437A8-55B0-40B9-B2A2-B9A062EE87DC}" srcOrd="1" destOrd="0" presId="urn:microsoft.com/office/officeart/2005/8/layout/hProcess7"/>
    <dgm:cxn modelId="{4E073B63-5F54-40B5-8EFD-E4080F02B16D}" type="presParOf" srcId="{27EA7CA7-4C4F-487D-BCCF-5DF668E8F529}" destId="{C60DC795-6F8A-4013-9561-E2F2B06A6A30}" srcOrd="2" destOrd="0" presId="urn:microsoft.com/office/officeart/2005/8/layout/hProcess7"/>
    <dgm:cxn modelId="{040D8C2C-17CB-48EE-8D57-CB72849A43D2}" type="presParOf" srcId="{77FE4BAE-E6CD-447C-A38D-60129C8ACBB2}" destId="{FA20EB2A-0596-460E-BD2E-DB578FE42434}" srcOrd="9" destOrd="0" presId="urn:microsoft.com/office/officeart/2005/8/layout/hProcess7"/>
    <dgm:cxn modelId="{3191F60A-F8A1-4FA5-9338-34115ABE26D0}" type="presParOf" srcId="{77FE4BAE-E6CD-447C-A38D-60129C8ACBB2}" destId="{AB3139B2-C2A3-4762-AFAF-EAA4F02E954C}" srcOrd="10" destOrd="0" presId="urn:microsoft.com/office/officeart/2005/8/layout/hProcess7"/>
    <dgm:cxn modelId="{8CDA41F9-4D7D-4363-98F3-547BF058C1DA}" type="presParOf" srcId="{AB3139B2-C2A3-4762-AFAF-EAA4F02E954C}" destId="{321F6073-BBA2-48E7-8D42-F54B0D05E8A9}" srcOrd="0" destOrd="0" presId="urn:microsoft.com/office/officeart/2005/8/layout/hProcess7"/>
    <dgm:cxn modelId="{DD352377-489B-4E86-8896-2E468CA69313}" type="presParOf" srcId="{AB3139B2-C2A3-4762-AFAF-EAA4F02E954C}" destId="{CDA0442B-ADB9-4739-92CD-1333AA8ED9E1}" srcOrd="1" destOrd="0" presId="urn:microsoft.com/office/officeart/2005/8/layout/hProcess7"/>
    <dgm:cxn modelId="{E43D9037-82B3-4234-8466-C4DCD7A84D94}" type="presParOf" srcId="{AB3139B2-C2A3-4762-AFAF-EAA4F02E954C}" destId="{A1AD1D05-9BCC-41E1-BF92-3C66B16FAFA2}" srcOrd="2" destOrd="0" presId="urn:microsoft.com/office/officeart/2005/8/layout/hProcess7"/>
    <dgm:cxn modelId="{B8E7F6F0-DFA6-42FE-8898-A5642B0D844E}" type="presParOf" srcId="{77FE4BAE-E6CD-447C-A38D-60129C8ACBB2}" destId="{AFC7B4DF-1BAB-4567-9F5D-4EEC9CCF8F36}" srcOrd="11" destOrd="0" presId="urn:microsoft.com/office/officeart/2005/8/layout/hProcess7"/>
    <dgm:cxn modelId="{5A24E92D-5691-48BF-A181-DF6C10105861}" type="presParOf" srcId="{77FE4BAE-E6CD-447C-A38D-60129C8ACBB2}" destId="{B3FC654C-A8D3-4593-8A0E-9D5CE270BD8A}" srcOrd="12" destOrd="0" presId="urn:microsoft.com/office/officeart/2005/8/layout/hProcess7"/>
    <dgm:cxn modelId="{C9ED4BCA-3E08-4BE8-A1C0-A77AE0D54F94}" type="presParOf" srcId="{B3FC654C-A8D3-4593-8A0E-9D5CE270BD8A}" destId="{821E41CF-6DE2-4101-B8E4-DA7F4876B0EA}" srcOrd="0" destOrd="0" presId="urn:microsoft.com/office/officeart/2005/8/layout/hProcess7"/>
    <dgm:cxn modelId="{5A600049-76F4-4FA4-9895-B1068D07D7AA}" type="presParOf" srcId="{B3FC654C-A8D3-4593-8A0E-9D5CE270BD8A}" destId="{B9064E30-C7AA-455A-B75F-76A75B9A850F}" srcOrd="1" destOrd="0" presId="urn:microsoft.com/office/officeart/2005/8/layout/hProcess7"/>
    <dgm:cxn modelId="{432B372B-003E-4DBF-AD69-DAD53CEB55AC}" type="presParOf" srcId="{B3FC654C-A8D3-4593-8A0E-9D5CE270BD8A}" destId="{B27A325F-6565-4F15-BF10-2D84D7A8A8F2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60924C7-C740-4EBA-9976-727116C8583C}" type="doc">
      <dgm:prSet loTypeId="urn:microsoft.com/office/officeart/2005/8/layout/hList1" loCatId="list" qsTypeId="urn:microsoft.com/office/officeart/2005/8/quickstyle/simple1#12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EFDF91EC-22BB-443D-B047-9EE299CBBA30}">
      <dgm:prSet phldrT="[Text]"/>
      <dgm:spPr/>
      <dgm:t>
        <a:bodyPr/>
        <a:lstStyle/>
        <a:p>
          <a:r>
            <a:rPr lang="en-US" dirty="0"/>
            <a:t>ACCEPTED             GENDER TERMINOLOGY</a:t>
          </a:r>
        </a:p>
      </dgm:t>
    </dgm:pt>
    <dgm:pt modelId="{D5D24C8F-AC82-432B-B2EE-575436822F1B}" type="parTrans" cxnId="{264010C7-F765-4389-9AD5-348DCBDAC05D}">
      <dgm:prSet/>
      <dgm:spPr/>
      <dgm:t>
        <a:bodyPr/>
        <a:lstStyle/>
        <a:p>
          <a:endParaRPr lang="en-US"/>
        </a:p>
      </dgm:t>
    </dgm:pt>
    <dgm:pt modelId="{F74457C6-4ACB-4E80-8551-DA307E8E0A26}" type="sibTrans" cxnId="{264010C7-F765-4389-9AD5-348DCBDAC05D}">
      <dgm:prSet/>
      <dgm:spPr/>
      <dgm:t>
        <a:bodyPr/>
        <a:lstStyle/>
        <a:p>
          <a:endParaRPr lang="en-US"/>
        </a:p>
      </dgm:t>
    </dgm:pt>
    <dgm:pt modelId="{4F2D4D58-05D8-40CF-8396-C12BEE8D9879}">
      <dgm:prSet phldrT="[Text]"/>
      <dgm:spPr/>
      <dgm:t>
        <a:bodyPr/>
        <a:lstStyle/>
        <a:p>
          <a:r>
            <a:rPr lang="en-US" dirty="0">
              <a:solidFill>
                <a:srgbClr val="FF0000"/>
              </a:solidFill>
            </a:rPr>
            <a:t>NO LONGER ACCEPTED</a:t>
          </a:r>
        </a:p>
      </dgm:t>
    </dgm:pt>
    <dgm:pt modelId="{3146DBF5-10CF-4FA9-A154-40D0092271AB}" type="parTrans" cxnId="{76D8F914-DF18-4CA6-9B0A-75289E534914}">
      <dgm:prSet/>
      <dgm:spPr/>
      <dgm:t>
        <a:bodyPr/>
        <a:lstStyle/>
        <a:p>
          <a:endParaRPr lang="en-US"/>
        </a:p>
      </dgm:t>
    </dgm:pt>
    <dgm:pt modelId="{5278B05F-6A46-4B60-B8F2-A38CFBF32BD0}" type="sibTrans" cxnId="{76D8F914-DF18-4CA6-9B0A-75289E534914}">
      <dgm:prSet/>
      <dgm:spPr/>
      <dgm:t>
        <a:bodyPr/>
        <a:lstStyle/>
        <a:p>
          <a:endParaRPr lang="en-US"/>
        </a:p>
      </dgm:t>
    </dgm:pt>
    <dgm:pt modelId="{0B59F498-1F09-4D33-8140-6F71C4341CEE}">
      <dgm:prSet phldrT="[Text]" custT="1"/>
      <dgm:spPr/>
      <dgm:t>
        <a:bodyPr/>
        <a:lstStyle/>
        <a:p>
          <a:r>
            <a:rPr lang="en-US" sz="2800"/>
            <a:t>1. Transsexual</a:t>
          </a:r>
        </a:p>
      </dgm:t>
    </dgm:pt>
    <dgm:pt modelId="{E1CC3BC6-BEC2-4EE8-A48F-DAFF405931F0}" type="parTrans" cxnId="{81B7FE1F-28A9-4B4D-8584-E6766029F6F4}">
      <dgm:prSet/>
      <dgm:spPr/>
      <dgm:t>
        <a:bodyPr/>
        <a:lstStyle/>
        <a:p>
          <a:endParaRPr lang="en-US"/>
        </a:p>
      </dgm:t>
    </dgm:pt>
    <dgm:pt modelId="{B778D2BB-3D9F-46B6-8DD9-33E0C0A72217}" type="sibTrans" cxnId="{81B7FE1F-28A9-4B4D-8584-E6766029F6F4}">
      <dgm:prSet/>
      <dgm:spPr/>
      <dgm:t>
        <a:bodyPr/>
        <a:lstStyle/>
        <a:p>
          <a:endParaRPr lang="en-US"/>
        </a:p>
      </dgm:t>
    </dgm:pt>
    <dgm:pt modelId="{99437206-5518-4A90-9418-BE75D580720C}">
      <dgm:prSet phldrT="[Text]" custT="1"/>
      <dgm:spPr/>
      <dgm:t>
        <a:bodyPr/>
        <a:lstStyle/>
        <a:p>
          <a:r>
            <a:rPr lang="en-US" sz="2800"/>
            <a:t>2. Cross dresser</a:t>
          </a:r>
        </a:p>
      </dgm:t>
    </dgm:pt>
    <dgm:pt modelId="{33CC6AA5-CB78-4A16-9B86-AE4C319D7169}" type="parTrans" cxnId="{F925E351-BC57-421B-A804-DC0DD1B700FD}">
      <dgm:prSet/>
      <dgm:spPr/>
      <dgm:t>
        <a:bodyPr/>
        <a:lstStyle/>
        <a:p>
          <a:endParaRPr lang="en-US"/>
        </a:p>
      </dgm:t>
    </dgm:pt>
    <dgm:pt modelId="{8192B22A-BE74-46EF-B766-839033992484}" type="sibTrans" cxnId="{F925E351-BC57-421B-A804-DC0DD1B700FD}">
      <dgm:prSet/>
      <dgm:spPr/>
      <dgm:t>
        <a:bodyPr/>
        <a:lstStyle/>
        <a:p>
          <a:endParaRPr lang="en-US"/>
        </a:p>
      </dgm:t>
    </dgm:pt>
    <dgm:pt modelId="{3A75A354-97AB-4D69-9096-6588ABAC63A6}">
      <dgm:prSet phldrT="[Text]" custT="1"/>
      <dgm:spPr/>
      <dgm:t>
        <a:bodyPr/>
        <a:lstStyle/>
        <a:p>
          <a:r>
            <a:rPr lang="en-US" sz="2800"/>
            <a:t>3. Personal Pronouns</a:t>
          </a:r>
        </a:p>
      </dgm:t>
    </dgm:pt>
    <dgm:pt modelId="{E5618C28-BB66-4010-854D-46129F16EBD4}" type="parTrans" cxnId="{36D770FB-B721-41ED-9DFF-4BDB744102B7}">
      <dgm:prSet/>
      <dgm:spPr/>
      <dgm:t>
        <a:bodyPr/>
        <a:lstStyle/>
        <a:p>
          <a:endParaRPr lang="en-US"/>
        </a:p>
      </dgm:t>
    </dgm:pt>
    <dgm:pt modelId="{17959471-418C-4B0E-8CA7-7C960E2795EF}" type="sibTrans" cxnId="{36D770FB-B721-41ED-9DFF-4BDB744102B7}">
      <dgm:prSet/>
      <dgm:spPr/>
      <dgm:t>
        <a:bodyPr/>
        <a:lstStyle/>
        <a:p>
          <a:endParaRPr lang="en-US"/>
        </a:p>
      </dgm:t>
    </dgm:pt>
    <dgm:pt modelId="{4A38E418-3102-4F80-95CD-4961EDA0FA5C}">
      <dgm:prSet phldrT="[Text]" custT="1"/>
      <dgm:spPr/>
      <dgm:t>
        <a:bodyPr/>
        <a:lstStyle/>
        <a:p>
          <a:r>
            <a:rPr lang="en-US" sz="2800"/>
            <a:t>4. Gender Affirming Surgery</a:t>
          </a:r>
        </a:p>
      </dgm:t>
    </dgm:pt>
    <dgm:pt modelId="{0C004B70-77FD-42E5-B364-E048EC733320}" type="parTrans" cxnId="{17959E78-3BC0-483C-B729-3C88F5E3656A}">
      <dgm:prSet/>
      <dgm:spPr/>
      <dgm:t>
        <a:bodyPr/>
        <a:lstStyle/>
        <a:p>
          <a:endParaRPr lang="en-US"/>
        </a:p>
      </dgm:t>
    </dgm:pt>
    <dgm:pt modelId="{4549E879-0A9A-43AD-9528-D492C7FC038C}" type="sibTrans" cxnId="{17959E78-3BC0-483C-B729-3C88F5E3656A}">
      <dgm:prSet/>
      <dgm:spPr/>
      <dgm:t>
        <a:bodyPr/>
        <a:lstStyle/>
        <a:p>
          <a:endParaRPr lang="en-US"/>
        </a:p>
      </dgm:t>
    </dgm:pt>
    <dgm:pt modelId="{D950E24D-0540-480F-BA89-B63E6635F87F}">
      <dgm:prSet phldrT="[Text]" custT="1"/>
      <dgm:spPr/>
      <dgm:t>
        <a:bodyPr/>
        <a:lstStyle/>
        <a:p>
          <a:r>
            <a:rPr lang="en-US" sz="2800"/>
            <a:t>5. Gender Incongruence</a:t>
          </a:r>
        </a:p>
      </dgm:t>
    </dgm:pt>
    <dgm:pt modelId="{83E6B058-5A39-49C0-AB6A-E86F9095D9B6}" type="parTrans" cxnId="{3DADA737-9A5B-497A-8EDF-5355300E0BFE}">
      <dgm:prSet/>
      <dgm:spPr/>
      <dgm:t>
        <a:bodyPr/>
        <a:lstStyle/>
        <a:p>
          <a:endParaRPr lang="en-US"/>
        </a:p>
      </dgm:t>
    </dgm:pt>
    <dgm:pt modelId="{8F4D4365-3625-4E6C-81CC-A78ABFF092AE}" type="sibTrans" cxnId="{3DADA737-9A5B-497A-8EDF-5355300E0BFE}">
      <dgm:prSet/>
      <dgm:spPr/>
      <dgm:t>
        <a:bodyPr/>
        <a:lstStyle/>
        <a:p>
          <a:endParaRPr lang="en-US"/>
        </a:p>
      </dgm:t>
    </dgm:pt>
    <dgm:pt modelId="{BB8907CB-BFE6-4A53-A6D1-52699E8E3D12}">
      <dgm:prSet phldrT="[Text]" custT="1"/>
      <dgm:spPr/>
      <dgm:t>
        <a:bodyPr/>
        <a:lstStyle/>
        <a:p>
          <a:r>
            <a:rPr lang="en-US" sz="2800" dirty="0"/>
            <a:t>1. Transgender</a:t>
          </a:r>
        </a:p>
      </dgm:t>
    </dgm:pt>
    <dgm:pt modelId="{57BDC2DD-5F02-4798-A8D0-79002E65040A}" type="sibTrans" cxnId="{FA3CEF4C-B63F-4555-B2BE-422D648D2F61}">
      <dgm:prSet/>
      <dgm:spPr/>
      <dgm:t>
        <a:bodyPr/>
        <a:lstStyle/>
        <a:p>
          <a:endParaRPr lang="en-US"/>
        </a:p>
      </dgm:t>
    </dgm:pt>
    <dgm:pt modelId="{6D22B610-8B8A-42DE-BBCC-84BEDC7D6AFA}" type="parTrans" cxnId="{FA3CEF4C-B63F-4555-B2BE-422D648D2F61}">
      <dgm:prSet/>
      <dgm:spPr/>
      <dgm:t>
        <a:bodyPr/>
        <a:lstStyle/>
        <a:p>
          <a:endParaRPr lang="en-US"/>
        </a:p>
      </dgm:t>
    </dgm:pt>
    <dgm:pt modelId="{6B94A935-99D6-4860-BE1F-72BA3B3BFC3F}">
      <dgm:prSet phldrT="[Text]" custT="1"/>
      <dgm:spPr/>
      <dgm:t>
        <a:bodyPr/>
        <a:lstStyle/>
        <a:p>
          <a:r>
            <a:rPr lang="en-US" sz="2800"/>
            <a:t>2. Transvestite</a:t>
          </a:r>
        </a:p>
      </dgm:t>
    </dgm:pt>
    <dgm:pt modelId="{AA2FDA42-48EE-43CD-8087-E0EF689405F2}" type="sibTrans" cxnId="{8491A784-9AA5-4CD6-9D83-41DDAAFFAB85}">
      <dgm:prSet/>
      <dgm:spPr/>
      <dgm:t>
        <a:bodyPr/>
        <a:lstStyle/>
        <a:p>
          <a:endParaRPr lang="en-US"/>
        </a:p>
      </dgm:t>
    </dgm:pt>
    <dgm:pt modelId="{EE52A78F-EB00-41EC-8E9E-FE01019E277B}" type="parTrans" cxnId="{8491A784-9AA5-4CD6-9D83-41DDAAFFAB85}">
      <dgm:prSet/>
      <dgm:spPr/>
      <dgm:t>
        <a:bodyPr/>
        <a:lstStyle/>
        <a:p>
          <a:endParaRPr lang="en-US"/>
        </a:p>
      </dgm:t>
    </dgm:pt>
    <dgm:pt modelId="{D91A7B57-0CD2-45AC-97EC-7A41AF57AAD8}">
      <dgm:prSet phldrT="[Text]" custT="1"/>
      <dgm:spPr/>
      <dgm:t>
        <a:bodyPr/>
        <a:lstStyle/>
        <a:p>
          <a:r>
            <a:rPr lang="en-US" sz="2800"/>
            <a:t>3. Preferred Pronouns</a:t>
          </a:r>
        </a:p>
      </dgm:t>
    </dgm:pt>
    <dgm:pt modelId="{106EC5CB-B6C7-4284-9029-12F5667F0EDE}" type="sibTrans" cxnId="{97312D50-E855-4970-9129-C71F554B5CED}">
      <dgm:prSet/>
      <dgm:spPr/>
      <dgm:t>
        <a:bodyPr/>
        <a:lstStyle/>
        <a:p>
          <a:endParaRPr lang="en-US"/>
        </a:p>
      </dgm:t>
    </dgm:pt>
    <dgm:pt modelId="{6B837666-86D7-4B1E-A103-7AC122C65C89}" type="parTrans" cxnId="{97312D50-E855-4970-9129-C71F554B5CED}">
      <dgm:prSet/>
      <dgm:spPr/>
      <dgm:t>
        <a:bodyPr/>
        <a:lstStyle/>
        <a:p>
          <a:endParaRPr lang="en-US"/>
        </a:p>
      </dgm:t>
    </dgm:pt>
    <dgm:pt modelId="{F71477BB-8B10-4EF8-87E4-5D00EACEA31D}">
      <dgm:prSet phldrT="[Text]" custT="1"/>
      <dgm:spPr/>
      <dgm:t>
        <a:bodyPr/>
        <a:lstStyle/>
        <a:p>
          <a:r>
            <a:rPr lang="en-US" sz="2800"/>
            <a:t>4. Gender Reassignment Surgery</a:t>
          </a:r>
        </a:p>
      </dgm:t>
    </dgm:pt>
    <dgm:pt modelId="{5907611A-6B78-41C4-A78B-95B408F30D20}" type="sibTrans" cxnId="{35AFB632-63AE-44E7-998D-8C6D8AE47339}">
      <dgm:prSet/>
      <dgm:spPr/>
      <dgm:t>
        <a:bodyPr/>
        <a:lstStyle/>
        <a:p>
          <a:endParaRPr lang="en-US"/>
        </a:p>
      </dgm:t>
    </dgm:pt>
    <dgm:pt modelId="{65EFBB6B-1773-49D8-A969-D47037FD05E6}" type="parTrans" cxnId="{35AFB632-63AE-44E7-998D-8C6D8AE47339}">
      <dgm:prSet/>
      <dgm:spPr/>
      <dgm:t>
        <a:bodyPr/>
        <a:lstStyle/>
        <a:p>
          <a:endParaRPr lang="en-US"/>
        </a:p>
      </dgm:t>
    </dgm:pt>
    <dgm:pt modelId="{94AF2040-D7CA-4B7D-AB66-8D860BAC5026}">
      <dgm:prSet phldrT="[Text]" custT="1"/>
      <dgm:spPr/>
      <dgm:t>
        <a:bodyPr/>
        <a:lstStyle/>
        <a:p>
          <a:r>
            <a:rPr lang="en-US" sz="2800"/>
            <a:t>5. Gender Dysphoria </a:t>
          </a:r>
        </a:p>
      </dgm:t>
    </dgm:pt>
    <dgm:pt modelId="{B86F299C-632A-4112-B37D-AD96426B23CE}" type="sibTrans" cxnId="{BE1F4EE4-22D5-4E05-9D5C-24986E7070CD}">
      <dgm:prSet/>
      <dgm:spPr/>
      <dgm:t>
        <a:bodyPr/>
        <a:lstStyle/>
        <a:p>
          <a:endParaRPr lang="en-US"/>
        </a:p>
      </dgm:t>
    </dgm:pt>
    <dgm:pt modelId="{27E9DEDD-71A0-4E1B-86A2-690A62477B22}" type="parTrans" cxnId="{BE1F4EE4-22D5-4E05-9D5C-24986E7070CD}">
      <dgm:prSet/>
      <dgm:spPr/>
      <dgm:t>
        <a:bodyPr/>
        <a:lstStyle/>
        <a:p>
          <a:endParaRPr lang="en-US"/>
        </a:p>
      </dgm:t>
    </dgm:pt>
    <dgm:pt modelId="{7D13105D-4EB0-4EA6-A3D3-A26453848C60}" type="pres">
      <dgm:prSet presAssocID="{B60924C7-C740-4EBA-9976-727116C8583C}" presName="Name0" presStyleCnt="0">
        <dgm:presLayoutVars>
          <dgm:dir/>
          <dgm:animLvl val="lvl"/>
          <dgm:resizeHandles val="exact"/>
        </dgm:presLayoutVars>
      </dgm:prSet>
      <dgm:spPr/>
    </dgm:pt>
    <dgm:pt modelId="{4658D9B7-4CC9-458D-BC30-A8257B3FCC3C}" type="pres">
      <dgm:prSet presAssocID="{EFDF91EC-22BB-443D-B047-9EE299CBBA30}" presName="composite" presStyleCnt="0"/>
      <dgm:spPr/>
    </dgm:pt>
    <dgm:pt modelId="{3F10D3CF-6CAF-4D9F-91B4-3E86DDA2AFCE}" type="pres">
      <dgm:prSet presAssocID="{EFDF91EC-22BB-443D-B047-9EE299CBBA30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D9AF5F2F-E590-430C-B7C6-B0C1E68E877A}" type="pres">
      <dgm:prSet presAssocID="{EFDF91EC-22BB-443D-B047-9EE299CBBA30}" presName="desTx" presStyleLbl="alignAccFollowNode1" presStyleIdx="0" presStyleCnt="2">
        <dgm:presLayoutVars>
          <dgm:bulletEnabled val="1"/>
        </dgm:presLayoutVars>
      </dgm:prSet>
      <dgm:spPr/>
    </dgm:pt>
    <dgm:pt modelId="{842C72DB-DE99-4637-B9DB-27697394AB45}" type="pres">
      <dgm:prSet presAssocID="{F74457C6-4ACB-4E80-8551-DA307E8E0A26}" presName="space" presStyleCnt="0"/>
      <dgm:spPr/>
    </dgm:pt>
    <dgm:pt modelId="{06D4FFB4-23ED-4EB3-BE9F-3B078D581C0C}" type="pres">
      <dgm:prSet presAssocID="{4F2D4D58-05D8-40CF-8396-C12BEE8D9879}" presName="composite" presStyleCnt="0"/>
      <dgm:spPr/>
    </dgm:pt>
    <dgm:pt modelId="{F57EF76A-14CC-4B93-89FA-B47E49D41740}" type="pres">
      <dgm:prSet presAssocID="{4F2D4D58-05D8-40CF-8396-C12BEE8D9879}" presName="parTx" presStyleLbl="alignNode1" presStyleIdx="1" presStyleCnt="2" custScaleX="100384" custScaleY="101047">
        <dgm:presLayoutVars>
          <dgm:chMax val="0"/>
          <dgm:chPref val="0"/>
          <dgm:bulletEnabled val="1"/>
        </dgm:presLayoutVars>
      </dgm:prSet>
      <dgm:spPr/>
    </dgm:pt>
    <dgm:pt modelId="{560909BA-81C4-43A6-86F5-BE2901CA7FE8}" type="pres">
      <dgm:prSet presAssocID="{4F2D4D58-05D8-40CF-8396-C12BEE8D9879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76D8F914-DF18-4CA6-9B0A-75289E534914}" srcId="{B60924C7-C740-4EBA-9976-727116C8583C}" destId="{4F2D4D58-05D8-40CF-8396-C12BEE8D9879}" srcOrd="1" destOrd="0" parTransId="{3146DBF5-10CF-4FA9-A154-40D0092271AB}" sibTransId="{5278B05F-6A46-4B60-B8F2-A38CFBF32BD0}"/>
    <dgm:cxn modelId="{81B7FE1F-28A9-4B4D-8584-E6766029F6F4}" srcId="{4F2D4D58-05D8-40CF-8396-C12BEE8D9879}" destId="{0B59F498-1F09-4D33-8140-6F71C4341CEE}" srcOrd="0" destOrd="0" parTransId="{E1CC3BC6-BEC2-4EE8-A48F-DAFF405931F0}" sibTransId="{B778D2BB-3D9F-46B6-8DD9-33E0C0A72217}"/>
    <dgm:cxn modelId="{35AFB632-63AE-44E7-998D-8C6D8AE47339}" srcId="{4F2D4D58-05D8-40CF-8396-C12BEE8D9879}" destId="{F71477BB-8B10-4EF8-87E4-5D00EACEA31D}" srcOrd="3" destOrd="0" parTransId="{65EFBB6B-1773-49D8-A969-D47037FD05E6}" sibTransId="{5907611A-6B78-41C4-A78B-95B408F30D20}"/>
    <dgm:cxn modelId="{3DADA737-9A5B-497A-8EDF-5355300E0BFE}" srcId="{EFDF91EC-22BB-443D-B047-9EE299CBBA30}" destId="{D950E24D-0540-480F-BA89-B63E6635F87F}" srcOrd="4" destOrd="0" parTransId="{83E6B058-5A39-49C0-AB6A-E86F9095D9B6}" sibTransId="{8F4D4365-3625-4E6C-81CC-A78ABFF092AE}"/>
    <dgm:cxn modelId="{0886D95B-3D77-4E41-8B26-6938F9E80E3A}" type="presOf" srcId="{D91A7B57-0CD2-45AC-97EC-7A41AF57AAD8}" destId="{560909BA-81C4-43A6-86F5-BE2901CA7FE8}" srcOrd="0" destOrd="2" presId="urn:microsoft.com/office/officeart/2005/8/layout/hList1"/>
    <dgm:cxn modelId="{823AA545-122B-4F77-8F70-B8A5ECCF2E74}" type="presOf" srcId="{D950E24D-0540-480F-BA89-B63E6635F87F}" destId="{D9AF5F2F-E590-430C-B7C6-B0C1E68E877A}" srcOrd="0" destOrd="4" presId="urn:microsoft.com/office/officeart/2005/8/layout/hList1"/>
    <dgm:cxn modelId="{FA3CEF4C-B63F-4555-B2BE-422D648D2F61}" srcId="{EFDF91EC-22BB-443D-B047-9EE299CBBA30}" destId="{BB8907CB-BFE6-4A53-A6D1-52699E8E3D12}" srcOrd="0" destOrd="0" parTransId="{6D22B610-8B8A-42DE-BBCC-84BEDC7D6AFA}" sibTransId="{57BDC2DD-5F02-4798-A8D0-79002E65040A}"/>
    <dgm:cxn modelId="{97312D50-E855-4970-9129-C71F554B5CED}" srcId="{4F2D4D58-05D8-40CF-8396-C12BEE8D9879}" destId="{D91A7B57-0CD2-45AC-97EC-7A41AF57AAD8}" srcOrd="2" destOrd="0" parTransId="{6B837666-86D7-4B1E-A103-7AC122C65C89}" sibTransId="{106EC5CB-B6C7-4284-9029-12F5667F0EDE}"/>
    <dgm:cxn modelId="{F925E351-BC57-421B-A804-DC0DD1B700FD}" srcId="{EFDF91EC-22BB-443D-B047-9EE299CBBA30}" destId="{99437206-5518-4A90-9418-BE75D580720C}" srcOrd="1" destOrd="0" parTransId="{33CC6AA5-CB78-4A16-9B86-AE4C319D7169}" sibTransId="{8192B22A-BE74-46EF-B766-839033992484}"/>
    <dgm:cxn modelId="{17959E78-3BC0-483C-B729-3C88F5E3656A}" srcId="{EFDF91EC-22BB-443D-B047-9EE299CBBA30}" destId="{4A38E418-3102-4F80-95CD-4961EDA0FA5C}" srcOrd="3" destOrd="0" parTransId="{0C004B70-77FD-42E5-B364-E048EC733320}" sibTransId="{4549E879-0A9A-43AD-9528-D492C7FC038C}"/>
    <dgm:cxn modelId="{08A3A881-0BEE-463D-9373-A7FB5C5E5708}" type="presOf" srcId="{6B94A935-99D6-4860-BE1F-72BA3B3BFC3F}" destId="{560909BA-81C4-43A6-86F5-BE2901CA7FE8}" srcOrd="0" destOrd="1" presId="urn:microsoft.com/office/officeart/2005/8/layout/hList1"/>
    <dgm:cxn modelId="{8491A784-9AA5-4CD6-9D83-41DDAAFFAB85}" srcId="{4F2D4D58-05D8-40CF-8396-C12BEE8D9879}" destId="{6B94A935-99D6-4860-BE1F-72BA3B3BFC3F}" srcOrd="1" destOrd="0" parTransId="{EE52A78F-EB00-41EC-8E9E-FE01019E277B}" sibTransId="{AA2FDA42-48EE-43CD-8087-E0EF689405F2}"/>
    <dgm:cxn modelId="{C5A0F58A-9EB3-4FA9-B4A3-00334B11DF00}" type="presOf" srcId="{B60924C7-C740-4EBA-9976-727116C8583C}" destId="{7D13105D-4EB0-4EA6-A3D3-A26453848C60}" srcOrd="0" destOrd="0" presId="urn:microsoft.com/office/officeart/2005/8/layout/hList1"/>
    <dgm:cxn modelId="{B5056093-AAE0-4E80-A586-03C307E3245D}" type="presOf" srcId="{BB8907CB-BFE6-4A53-A6D1-52699E8E3D12}" destId="{D9AF5F2F-E590-430C-B7C6-B0C1E68E877A}" srcOrd="0" destOrd="0" presId="urn:microsoft.com/office/officeart/2005/8/layout/hList1"/>
    <dgm:cxn modelId="{F3E4E897-D501-4F3F-B80F-3BDF974E0F1C}" type="presOf" srcId="{EFDF91EC-22BB-443D-B047-9EE299CBBA30}" destId="{3F10D3CF-6CAF-4D9F-91B4-3E86DDA2AFCE}" srcOrd="0" destOrd="0" presId="urn:microsoft.com/office/officeart/2005/8/layout/hList1"/>
    <dgm:cxn modelId="{C757789A-9A39-4E58-B53E-72BC29ED9D58}" type="presOf" srcId="{3A75A354-97AB-4D69-9096-6588ABAC63A6}" destId="{D9AF5F2F-E590-430C-B7C6-B0C1E68E877A}" srcOrd="0" destOrd="2" presId="urn:microsoft.com/office/officeart/2005/8/layout/hList1"/>
    <dgm:cxn modelId="{41E1979B-08DA-456E-A3C1-C0F8FCFE8FFE}" type="presOf" srcId="{4F2D4D58-05D8-40CF-8396-C12BEE8D9879}" destId="{F57EF76A-14CC-4B93-89FA-B47E49D41740}" srcOrd="0" destOrd="0" presId="urn:microsoft.com/office/officeart/2005/8/layout/hList1"/>
    <dgm:cxn modelId="{A23469AB-C926-4695-A7F2-780DC8DE1C80}" type="presOf" srcId="{4A38E418-3102-4F80-95CD-4961EDA0FA5C}" destId="{D9AF5F2F-E590-430C-B7C6-B0C1E68E877A}" srcOrd="0" destOrd="3" presId="urn:microsoft.com/office/officeart/2005/8/layout/hList1"/>
    <dgm:cxn modelId="{E50C0BB4-D020-43F7-AC00-788DEDBD3D49}" type="presOf" srcId="{94AF2040-D7CA-4B7D-AB66-8D860BAC5026}" destId="{560909BA-81C4-43A6-86F5-BE2901CA7FE8}" srcOrd="0" destOrd="4" presId="urn:microsoft.com/office/officeart/2005/8/layout/hList1"/>
    <dgm:cxn modelId="{2292C8C2-37B6-4B2D-BB24-ABB1BBF0A637}" type="presOf" srcId="{0B59F498-1F09-4D33-8140-6F71C4341CEE}" destId="{560909BA-81C4-43A6-86F5-BE2901CA7FE8}" srcOrd="0" destOrd="0" presId="urn:microsoft.com/office/officeart/2005/8/layout/hList1"/>
    <dgm:cxn modelId="{264010C7-F765-4389-9AD5-348DCBDAC05D}" srcId="{B60924C7-C740-4EBA-9976-727116C8583C}" destId="{EFDF91EC-22BB-443D-B047-9EE299CBBA30}" srcOrd="0" destOrd="0" parTransId="{D5D24C8F-AC82-432B-B2EE-575436822F1B}" sibTransId="{F74457C6-4ACB-4E80-8551-DA307E8E0A26}"/>
    <dgm:cxn modelId="{BE1F4EE4-22D5-4E05-9D5C-24986E7070CD}" srcId="{4F2D4D58-05D8-40CF-8396-C12BEE8D9879}" destId="{94AF2040-D7CA-4B7D-AB66-8D860BAC5026}" srcOrd="4" destOrd="0" parTransId="{27E9DEDD-71A0-4E1B-86A2-690A62477B22}" sibTransId="{B86F299C-632A-4112-B37D-AD96426B23CE}"/>
    <dgm:cxn modelId="{042A4AF6-9089-4BFA-8FE7-9E9C93ACE233}" type="presOf" srcId="{99437206-5518-4A90-9418-BE75D580720C}" destId="{D9AF5F2F-E590-430C-B7C6-B0C1E68E877A}" srcOrd="0" destOrd="1" presId="urn:microsoft.com/office/officeart/2005/8/layout/hList1"/>
    <dgm:cxn modelId="{D3432EF8-21C0-470F-9CB3-2737565C1282}" type="presOf" srcId="{F71477BB-8B10-4EF8-87E4-5D00EACEA31D}" destId="{560909BA-81C4-43A6-86F5-BE2901CA7FE8}" srcOrd="0" destOrd="3" presId="urn:microsoft.com/office/officeart/2005/8/layout/hList1"/>
    <dgm:cxn modelId="{36D770FB-B721-41ED-9DFF-4BDB744102B7}" srcId="{EFDF91EC-22BB-443D-B047-9EE299CBBA30}" destId="{3A75A354-97AB-4D69-9096-6588ABAC63A6}" srcOrd="2" destOrd="0" parTransId="{E5618C28-BB66-4010-854D-46129F16EBD4}" sibTransId="{17959471-418C-4B0E-8CA7-7C960E2795EF}"/>
    <dgm:cxn modelId="{02F20FA1-E271-4082-AF36-769F9DBAAEB6}" type="presParOf" srcId="{7D13105D-4EB0-4EA6-A3D3-A26453848C60}" destId="{4658D9B7-4CC9-458D-BC30-A8257B3FCC3C}" srcOrd="0" destOrd="0" presId="urn:microsoft.com/office/officeart/2005/8/layout/hList1"/>
    <dgm:cxn modelId="{E5FA22F7-B128-4645-989C-1FAC97845626}" type="presParOf" srcId="{4658D9B7-4CC9-458D-BC30-A8257B3FCC3C}" destId="{3F10D3CF-6CAF-4D9F-91B4-3E86DDA2AFCE}" srcOrd="0" destOrd="0" presId="urn:microsoft.com/office/officeart/2005/8/layout/hList1"/>
    <dgm:cxn modelId="{D285719B-799B-4D31-88C4-339010BF5348}" type="presParOf" srcId="{4658D9B7-4CC9-458D-BC30-A8257B3FCC3C}" destId="{D9AF5F2F-E590-430C-B7C6-B0C1E68E877A}" srcOrd="1" destOrd="0" presId="urn:microsoft.com/office/officeart/2005/8/layout/hList1"/>
    <dgm:cxn modelId="{FC822120-1146-4FF1-8F3F-EF40DFB0BEE7}" type="presParOf" srcId="{7D13105D-4EB0-4EA6-A3D3-A26453848C60}" destId="{842C72DB-DE99-4637-B9DB-27697394AB45}" srcOrd="1" destOrd="0" presId="urn:microsoft.com/office/officeart/2005/8/layout/hList1"/>
    <dgm:cxn modelId="{69CEBFCD-3140-4943-B459-0EFD98E9B836}" type="presParOf" srcId="{7D13105D-4EB0-4EA6-A3D3-A26453848C60}" destId="{06D4FFB4-23ED-4EB3-BE9F-3B078D581C0C}" srcOrd="2" destOrd="0" presId="urn:microsoft.com/office/officeart/2005/8/layout/hList1"/>
    <dgm:cxn modelId="{9E1A4AA2-BF3A-4047-BB20-348E4F7CFE52}" type="presParOf" srcId="{06D4FFB4-23ED-4EB3-BE9F-3B078D581C0C}" destId="{F57EF76A-14CC-4B93-89FA-B47E49D41740}" srcOrd="0" destOrd="0" presId="urn:microsoft.com/office/officeart/2005/8/layout/hList1"/>
    <dgm:cxn modelId="{9C08336C-97BB-4204-9011-C59AEF0A4EBB}" type="presParOf" srcId="{06D4FFB4-23ED-4EB3-BE9F-3B078D581C0C}" destId="{560909BA-81C4-43A6-86F5-BE2901CA7FE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3DF42C2-6E69-417E-8FF3-35C3CD0C226D}" type="doc">
      <dgm:prSet loTypeId="urn:microsoft.com/office/officeart/2005/8/layout/vList2" loCatId="list" qsTypeId="urn:microsoft.com/office/officeart/2005/8/quickstyle/simple1#78" qsCatId="simple" csTypeId="urn:microsoft.com/office/officeart/2005/8/colors/accent0_1#35" csCatId="mainScheme" phldr="1"/>
      <dgm:spPr/>
      <dgm:t>
        <a:bodyPr/>
        <a:lstStyle/>
        <a:p>
          <a:endParaRPr lang="en-US"/>
        </a:p>
      </dgm:t>
    </dgm:pt>
    <dgm:pt modelId="{DCADD265-2BB8-4B05-8459-8ED186FE7B09}">
      <dgm:prSet phldrT="[Text]"/>
      <dgm:spPr/>
      <dgm:t>
        <a:bodyPr/>
        <a:lstStyle/>
        <a:p>
          <a:r>
            <a:rPr lang="en-US">
              <a:solidFill>
                <a:srgbClr val="FF0000"/>
              </a:solidFill>
            </a:rPr>
            <a:t>Transvestite</a:t>
          </a:r>
        </a:p>
      </dgm:t>
    </dgm:pt>
    <dgm:pt modelId="{0D0AFFF2-D9AA-45AC-B013-B7600F271839}" type="parTrans" cxnId="{536BA6AB-9B7D-46A0-A788-C5B699EF39E2}">
      <dgm:prSet/>
      <dgm:spPr/>
      <dgm:t>
        <a:bodyPr/>
        <a:lstStyle/>
        <a:p>
          <a:endParaRPr lang="en-US"/>
        </a:p>
      </dgm:t>
    </dgm:pt>
    <dgm:pt modelId="{C5F1AF04-26D9-4C63-A6DF-0E927EA2422F}" type="sibTrans" cxnId="{536BA6AB-9B7D-46A0-A788-C5B699EF39E2}">
      <dgm:prSet/>
      <dgm:spPr/>
      <dgm:t>
        <a:bodyPr/>
        <a:lstStyle/>
        <a:p>
          <a:endParaRPr lang="en-US"/>
        </a:p>
      </dgm:t>
    </dgm:pt>
    <dgm:pt modelId="{4D8C3AB4-8270-4194-99F6-4FD132DBF196}">
      <dgm:prSet phldrT="[Text]"/>
      <dgm:spPr/>
      <dgm:t>
        <a:bodyPr/>
        <a:lstStyle/>
        <a:p>
          <a:r>
            <a:rPr lang="en-US"/>
            <a:t>Transgender</a:t>
          </a:r>
        </a:p>
      </dgm:t>
    </dgm:pt>
    <dgm:pt modelId="{C0AB84D0-2458-49BD-8C34-D34BBE780744}" type="parTrans" cxnId="{78C0C19D-2618-49AE-87E0-6389BCD5C40D}">
      <dgm:prSet/>
      <dgm:spPr/>
      <dgm:t>
        <a:bodyPr/>
        <a:lstStyle/>
        <a:p>
          <a:endParaRPr lang="en-US"/>
        </a:p>
      </dgm:t>
    </dgm:pt>
    <dgm:pt modelId="{53606C3B-8873-4014-9C31-14CFBBF5D0A4}" type="sibTrans" cxnId="{78C0C19D-2618-49AE-87E0-6389BCD5C40D}">
      <dgm:prSet/>
      <dgm:spPr/>
      <dgm:t>
        <a:bodyPr/>
        <a:lstStyle/>
        <a:p>
          <a:endParaRPr lang="en-US"/>
        </a:p>
      </dgm:t>
    </dgm:pt>
    <dgm:pt modelId="{97D1D677-BD2F-4B89-8594-503F394269D9}">
      <dgm:prSet phldrT="[Text]"/>
      <dgm:spPr/>
      <dgm:t>
        <a:bodyPr/>
        <a:lstStyle/>
        <a:p>
          <a:r>
            <a:rPr lang="en-US"/>
            <a:t>Gender Incongruence</a:t>
          </a:r>
        </a:p>
      </dgm:t>
    </dgm:pt>
    <dgm:pt modelId="{4A181E2A-246D-4ADC-9353-114FEEF4B564}" type="parTrans" cxnId="{4D779B02-A4A9-4885-800B-930D72C51D6B}">
      <dgm:prSet/>
      <dgm:spPr/>
      <dgm:t>
        <a:bodyPr/>
        <a:lstStyle/>
        <a:p>
          <a:endParaRPr lang="en-US"/>
        </a:p>
      </dgm:t>
    </dgm:pt>
    <dgm:pt modelId="{C09049D8-6090-4816-9E8A-E9DDE849F6E1}" type="sibTrans" cxnId="{4D779B02-A4A9-4885-800B-930D72C51D6B}">
      <dgm:prSet/>
      <dgm:spPr/>
      <dgm:t>
        <a:bodyPr/>
        <a:lstStyle/>
        <a:p>
          <a:endParaRPr lang="en-US"/>
        </a:p>
      </dgm:t>
    </dgm:pt>
    <dgm:pt modelId="{4910CA09-1397-42CB-9279-D488949C9676}">
      <dgm:prSet phldrT="[Text]"/>
      <dgm:spPr/>
      <dgm:t>
        <a:bodyPr/>
        <a:lstStyle/>
        <a:p>
          <a:r>
            <a:rPr lang="en-US"/>
            <a:t>Cross Dresser</a:t>
          </a:r>
        </a:p>
      </dgm:t>
    </dgm:pt>
    <dgm:pt modelId="{EABBC3CB-C5CD-4E49-AF02-621D43719133}" type="parTrans" cxnId="{F730ED6B-9C4B-469B-B921-B4111C1CCD15}">
      <dgm:prSet/>
      <dgm:spPr/>
      <dgm:t>
        <a:bodyPr/>
        <a:lstStyle/>
        <a:p>
          <a:endParaRPr lang="en-US"/>
        </a:p>
      </dgm:t>
    </dgm:pt>
    <dgm:pt modelId="{A437CEFD-1B56-456C-81D6-EDDA4FFD6B91}" type="sibTrans" cxnId="{F730ED6B-9C4B-469B-B921-B4111C1CCD15}">
      <dgm:prSet/>
      <dgm:spPr/>
      <dgm:t>
        <a:bodyPr/>
        <a:lstStyle/>
        <a:p>
          <a:endParaRPr lang="en-US"/>
        </a:p>
      </dgm:t>
    </dgm:pt>
    <dgm:pt modelId="{D539D88A-7062-45EA-816F-7C4D941F6004}" type="pres">
      <dgm:prSet presAssocID="{13DF42C2-6E69-417E-8FF3-35C3CD0C226D}" presName="linear" presStyleCnt="0">
        <dgm:presLayoutVars>
          <dgm:animLvl val="lvl"/>
          <dgm:resizeHandles val="exact"/>
        </dgm:presLayoutVars>
      </dgm:prSet>
      <dgm:spPr/>
    </dgm:pt>
    <dgm:pt modelId="{DD12165D-707D-47BD-A917-9C94EF1F7353}" type="pres">
      <dgm:prSet presAssocID="{DCADD265-2BB8-4B05-8459-8ED186FE7B0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0049AC9-0771-4BB7-ABCA-1C3194AB2B9E}" type="pres">
      <dgm:prSet presAssocID="{C5F1AF04-26D9-4C63-A6DF-0E927EA2422F}" presName="spacer" presStyleCnt="0"/>
      <dgm:spPr/>
    </dgm:pt>
    <dgm:pt modelId="{9C6D9FE3-2789-4607-B908-13FBECF08FC5}" type="pres">
      <dgm:prSet presAssocID="{4D8C3AB4-8270-4194-99F6-4FD132DBF19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2D4C2E3-5D62-4E60-9BEC-2F8DB32CB5B0}" type="pres">
      <dgm:prSet presAssocID="{53606C3B-8873-4014-9C31-14CFBBF5D0A4}" presName="spacer" presStyleCnt="0"/>
      <dgm:spPr/>
    </dgm:pt>
    <dgm:pt modelId="{432320EF-96EB-4F44-B965-9BD1DB853A56}" type="pres">
      <dgm:prSet presAssocID="{97D1D677-BD2F-4B89-8594-503F394269D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8AD555D-C804-44BD-9F92-A63C78851B05}" type="pres">
      <dgm:prSet presAssocID="{C09049D8-6090-4816-9E8A-E9DDE849F6E1}" presName="spacer" presStyleCnt="0"/>
      <dgm:spPr/>
    </dgm:pt>
    <dgm:pt modelId="{DFA16881-F360-4DCD-A88B-2B77E1D8CFF9}" type="pres">
      <dgm:prSet presAssocID="{4910CA09-1397-42CB-9279-D488949C967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D779B02-A4A9-4885-800B-930D72C51D6B}" srcId="{13DF42C2-6E69-417E-8FF3-35C3CD0C226D}" destId="{97D1D677-BD2F-4B89-8594-503F394269D9}" srcOrd="2" destOrd="0" parTransId="{4A181E2A-246D-4ADC-9353-114FEEF4B564}" sibTransId="{C09049D8-6090-4816-9E8A-E9DDE849F6E1}"/>
    <dgm:cxn modelId="{00536406-39FE-4FD8-A01C-7141FB1842D7}" type="presOf" srcId="{4D8C3AB4-8270-4194-99F6-4FD132DBF196}" destId="{9C6D9FE3-2789-4607-B908-13FBECF08FC5}" srcOrd="0" destOrd="0" presId="urn:microsoft.com/office/officeart/2005/8/layout/vList2"/>
    <dgm:cxn modelId="{DF7ECB0C-2918-447F-93C0-F6C34047DEAB}" type="presOf" srcId="{13DF42C2-6E69-417E-8FF3-35C3CD0C226D}" destId="{D539D88A-7062-45EA-816F-7C4D941F6004}" srcOrd="0" destOrd="0" presId="urn:microsoft.com/office/officeart/2005/8/layout/vList2"/>
    <dgm:cxn modelId="{F730ED6B-9C4B-469B-B921-B4111C1CCD15}" srcId="{13DF42C2-6E69-417E-8FF3-35C3CD0C226D}" destId="{4910CA09-1397-42CB-9279-D488949C9676}" srcOrd="3" destOrd="0" parTransId="{EABBC3CB-C5CD-4E49-AF02-621D43719133}" sibTransId="{A437CEFD-1B56-456C-81D6-EDDA4FFD6B91}"/>
    <dgm:cxn modelId="{41F90B79-CB30-40DE-A3E3-D15C59CF3305}" type="presOf" srcId="{DCADD265-2BB8-4B05-8459-8ED186FE7B09}" destId="{DD12165D-707D-47BD-A917-9C94EF1F7353}" srcOrd="0" destOrd="0" presId="urn:microsoft.com/office/officeart/2005/8/layout/vList2"/>
    <dgm:cxn modelId="{78C0C19D-2618-49AE-87E0-6389BCD5C40D}" srcId="{13DF42C2-6E69-417E-8FF3-35C3CD0C226D}" destId="{4D8C3AB4-8270-4194-99F6-4FD132DBF196}" srcOrd="1" destOrd="0" parTransId="{C0AB84D0-2458-49BD-8C34-D34BBE780744}" sibTransId="{53606C3B-8873-4014-9C31-14CFBBF5D0A4}"/>
    <dgm:cxn modelId="{536BA6AB-9B7D-46A0-A788-C5B699EF39E2}" srcId="{13DF42C2-6E69-417E-8FF3-35C3CD0C226D}" destId="{DCADD265-2BB8-4B05-8459-8ED186FE7B09}" srcOrd="0" destOrd="0" parTransId="{0D0AFFF2-D9AA-45AC-B013-B7600F271839}" sibTransId="{C5F1AF04-26D9-4C63-A6DF-0E927EA2422F}"/>
    <dgm:cxn modelId="{AA0561E0-D512-4FC7-ADB0-3BDD4DBF4A79}" type="presOf" srcId="{4910CA09-1397-42CB-9279-D488949C9676}" destId="{DFA16881-F360-4DCD-A88B-2B77E1D8CFF9}" srcOrd="0" destOrd="0" presId="urn:microsoft.com/office/officeart/2005/8/layout/vList2"/>
    <dgm:cxn modelId="{A758FEFF-ED8C-4BA6-9E38-74A7509DB3B7}" type="presOf" srcId="{97D1D677-BD2F-4B89-8594-503F394269D9}" destId="{432320EF-96EB-4F44-B965-9BD1DB853A56}" srcOrd="0" destOrd="0" presId="urn:microsoft.com/office/officeart/2005/8/layout/vList2"/>
    <dgm:cxn modelId="{9144F187-C9DD-442A-A200-D10252B0F1F4}" type="presParOf" srcId="{D539D88A-7062-45EA-816F-7C4D941F6004}" destId="{DD12165D-707D-47BD-A917-9C94EF1F7353}" srcOrd="0" destOrd="0" presId="urn:microsoft.com/office/officeart/2005/8/layout/vList2"/>
    <dgm:cxn modelId="{89C7CA79-9CAF-49D5-9DC5-95FD1CB4BF7B}" type="presParOf" srcId="{D539D88A-7062-45EA-816F-7C4D941F6004}" destId="{90049AC9-0771-4BB7-ABCA-1C3194AB2B9E}" srcOrd="1" destOrd="0" presId="urn:microsoft.com/office/officeart/2005/8/layout/vList2"/>
    <dgm:cxn modelId="{F9C46C6A-053C-42DC-B679-1C5A83E511F2}" type="presParOf" srcId="{D539D88A-7062-45EA-816F-7C4D941F6004}" destId="{9C6D9FE3-2789-4607-B908-13FBECF08FC5}" srcOrd="2" destOrd="0" presId="urn:microsoft.com/office/officeart/2005/8/layout/vList2"/>
    <dgm:cxn modelId="{85993BAE-6F8F-40B9-8D08-D8B690B46C3F}" type="presParOf" srcId="{D539D88A-7062-45EA-816F-7C4D941F6004}" destId="{E2D4C2E3-5D62-4E60-9BEC-2F8DB32CB5B0}" srcOrd="3" destOrd="0" presId="urn:microsoft.com/office/officeart/2005/8/layout/vList2"/>
    <dgm:cxn modelId="{0E130151-352E-412C-BB39-C071BDAF247E}" type="presParOf" srcId="{D539D88A-7062-45EA-816F-7C4D941F6004}" destId="{432320EF-96EB-4F44-B965-9BD1DB853A56}" srcOrd="4" destOrd="0" presId="urn:microsoft.com/office/officeart/2005/8/layout/vList2"/>
    <dgm:cxn modelId="{F9126888-9128-4EB8-B6A1-27DFDDC018C6}" type="presParOf" srcId="{D539D88A-7062-45EA-816F-7C4D941F6004}" destId="{98AD555D-C804-44BD-9F92-A63C78851B05}" srcOrd="5" destOrd="0" presId="urn:microsoft.com/office/officeart/2005/8/layout/vList2"/>
    <dgm:cxn modelId="{F987A4BF-1621-4392-9254-FCC6035F0AA7}" type="presParOf" srcId="{D539D88A-7062-45EA-816F-7C4D941F6004}" destId="{DFA16881-F360-4DCD-A88B-2B77E1D8CFF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1E793AC-FF7C-4426-B991-C913590F6B51}" type="doc">
      <dgm:prSet loTypeId="urn:microsoft.com/office/officeart/2005/8/layout/vList2" loCatId="list" qsTypeId="urn:microsoft.com/office/officeart/2005/8/quickstyle/simple1#13" qsCatId="simple" csTypeId="urn:microsoft.com/office/officeart/2005/8/colors/accent0_1#3" csCatId="mainScheme" phldr="1"/>
      <dgm:spPr/>
      <dgm:t>
        <a:bodyPr/>
        <a:lstStyle/>
        <a:p>
          <a:endParaRPr lang="en-US"/>
        </a:p>
      </dgm:t>
    </dgm:pt>
    <dgm:pt modelId="{59D989A9-CC51-4573-BE13-2D70E13BEF22}">
      <dgm:prSet custT="1"/>
      <dgm:spPr/>
      <dgm:t>
        <a:bodyPr/>
        <a:lstStyle/>
        <a:p>
          <a:r>
            <a:rPr lang="en-US" sz="2300"/>
            <a:t>Each Person desires different </a:t>
          </a:r>
          <a:r>
            <a:rPr lang="en-US" sz="2300">
              <a:solidFill>
                <a:srgbClr val="9966FF"/>
              </a:solidFill>
            </a:rPr>
            <a:t>Outcomes</a:t>
          </a:r>
        </a:p>
      </dgm:t>
    </dgm:pt>
    <dgm:pt modelId="{C0E31888-97CA-4A3A-9B67-D38CE04D2305}" type="parTrans" cxnId="{D3474291-D1A6-4310-B9F6-A9C8C6A5D9DB}">
      <dgm:prSet/>
      <dgm:spPr/>
      <dgm:t>
        <a:bodyPr/>
        <a:lstStyle/>
        <a:p>
          <a:endParaRPr lang="en-US"/>
        </a:p>
      </dgm:t>
    </dgm:pt>
    <dgm:pt modelId="{958C2E2B-F938-4D24-A24E-03144EF37271}" type="sibTrans" cxnId="{D3474291-D1A6-4310-B9F6-A9C8C6A5D9DB}">
      <dgm:prSet/>
      <dgm:spPr/>
      <dgm:t>
        <a:bodyPr/>
        <a:lstStyle/>
        <a:p>
          <a:endParaRPr lang="en-US"/>
        </a:p>
      </dgm:t>
    </dgm:pt>
    <dgm:pt modelId="{6B917D79-3610-4D8B-AD62-14D4A749D331}">
      <dgm:prSet custT="1"/>
      <dgm:spPr/>
      <dgm:t>
        <a:bodyPr/>
        <a:lstStyle/>
        <a:p>
          <a:r>
            <a:rPr lang="en-US" sz="2300"/>
            <a:t>Medication + Surgery-Not required Parts of Transition</a:t>
          </a:r>
        </a:p>
      </dgm:t>
    </dgm:pt>
    <dgm:pt modelId="{A37FC77D-2E45-49A0-887B-77CCBF3ECA5E}" type="parTrans" cxnId="{A24AFC33-4086-4DCC-B436-F5339395BE66}">
      <dgm:prSet/>
      <dgm:spPr/>
      <dgm:t>
        <a:bodyPr/>
        <a:lstStyle/>
        <a:p>
          <a:endParaRPr lang="en-US"/>
        </a:p>
      </dgm:t>
    </dgm:pt>
    <dgm:pt modelId="{CBA1B476-8EE9-49BE-9661-941AB376B9B5}" type="sibTrans" cxnId="{A24AFC33-4086-4DCC-B436-F5339395BE66}">
      <dgm:prSet/>
      <dgm:spPr/>
      <dgm:t>
        <a:bodyPr/>
        <a:lstStyle/>
        <a:p>
          <a:endParaRPr lang="en-US"/>
        </a:p>
      </dgm:t>
    </dgm:pt>
    <dgm:pt modelId="{5BCDE524-1FEE-456A-A7D5-4AB367C51191}">
      <dgm:prSet custT="1"/>
      <dgm:spPr/>
      <dgm:t>
        <a:bodyPr/>
        <a:lstStyle/>
        <a:p>
          <a:r>
            <a:rPr lang="en-US" sz="2300" dirty="0"/>
            <a:t>Legal Name Change: (Medications + Surgery not required)</a:t>
          </a:r>
        </a:p>
      </dgm:t>
    </dgm:pt>
    <dgm:pt modelId="{9E1FC3AA-B66D-41CF-B6D7-DBE24A734681}" type="parTrans" cxnId="{8BDC2B10-C0B2-4189-8D0E-70239BAC8753}">
      <dgm:prSet/>
      <dgm:spPr/>
      <dgm:t>
        <a:bodyPr/>
        <a:lstStyle/>
        <a:p>
          <a:endParaRPr lang="en-US"/>
        </a:p>
      </dgm:t>
    </dgm:pt>
    <dgm:pt modelId="{72B91E0B-3CC1-4EE4-842F-4542B71AE07C}" type="sibTrans" cxnId="{8BDC2B10-C0B2-4189-8D0E-70239BAC8753}">
      <dgm:prSet/>
      <dgm:spPr/>
      <dgm:t>
        <a:bodyPr/>
        <a:lstStyle/>
        <a:p>
          <a:endParaRPr lang="en-US"/>
        </a:p>
      </dgm:t>
    </dgm:pt>
    <dgm:pt modelId="{72648250-22E9-4BC8-8AED-A659F1936854}">
      <dgm:prSet custT="1"/>
      <dgm:spPr/>
      <dgm:t>
        <a:bodyPr/>
        <a:lstStyle/>
        <a:p>
          <a:r>
            <a:rPr lang="en-US" sz="2300"/>
            <a:t>Legal Transition varies by State Law</a:t>
          </a:r>
        </a:p>
      </dgm:t>
    </dgm:pt>
    <dgm:pt modelId="{4A5119C2-5DE3-4003-B684-233077178E03}" type="parTrans" cxnId="{57DFF8E3-3C92-4D6E-9DCF-E068D660441D}">
      <dgm:prSet/>
      <dgm:spPr/>
      <dgm:t>
        <a:bodyPr/>
        <a:lstStyle/>
        <a:p>
          <a:endParaRPr lang="en-US"/>
        </a:p>
      </dgm:t>
    </dgm:pt>
    <dgm:pt modelId="{79620667-6B3C-410A-AF52-D5EB29D676A8}" type="sibTrans" cxnId="{57DFF8E3-3C92-4D6E-9DCF-E068D660441D}">
      <dgm:prSet/>
      <dgm:spPr/>
      <dgm:t>
        <a:bodyPr/>
        <a:lstStyle/>
        <a:p>
          <a:endParaRPr lang="en-US"/>
        </a:p>
      </dgm:t>
    </dgm:pt>
    <dgm:pt modelId="{022F3EF6-84CF-481A-A500-CD94845ABCA3}">
      <dgm:prSet custT="1"/>
      <dgm:spPr/>
      <dgm:t>
        <a:bodyPr/>
        <a:lstStyle/>
        <a:p>
          <a:r>
            <a:rPr lang="en-US" sz="2300"/>
            <a:t>Name/Driver's License/Birth Certificate</a:t>
          </a:r>
        </a:p>
      </dgm:t>
    </dgm:pt>
    <dgm:pt modelId="{F1DF45F2-C7E1-4B55-8082-B5222A233B27}" type="parTrans" cxnId="{F89461F6-C975-4161-ACD4-AE9F148F4EBD}">
      <dgm:prSet/>
      <dgm:spPr/>
      <dgm:t>
        <a:bodyPr/>
        <a:lstStyle/>
        <a:p>
          <a:endParaRPr lang="en-US"/>
        </a:p>
      </dgm:t>
    </dgm:pt>
    <dgm:pt modelId="{2C690228-1C1F-48EA-A0C4-04D908E9D1A2}" type="sibTrans" cxnId="{F89461F6-C975-4161-ACD4-AE9F148F4EBD}">
      <dgm:prSet/>
      <dgm:spPr/>
      <dgm:t>
        <a:bodyPr/>
        <a:lstStyle/>
        <a:p>
          <a:endParaRPr lang="en-US"/>
        </a:p>
      </dgm:t>
    </dgm:pt>
    <dgm:pt modelId="{05F40543-28FE-4725-8984-99511775F224}" type="pres">
      <dgm:prSet presAssocID="{11E793AC-FF7C-4426-B991-C913590F6B51}" presName="linear" presStyleCnt="0">
        <dgm:presLayoutVars>
          <dgm:animLvl val="lvl"/>
          <dgm:resizeHandles val="exact"/>
        </dgm:presLayoutVars>
      </dgm:prSet>
      <dgm:spPr/>
    </dgm:pt>
    <dgm:pt modelId="{B548A20B-E939-4361-B9D5-C61BE3603B6B}" type="pres">
      <dgm:prSet presAssocID="{59D989A9-CC51-4573-BE13-2D70E13BEF2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038DBAF-0311-49AF-916F-9E66DFBB8618}" type="pres">
      <dgm:prSet presAssocID="{958C2E2B-F938-4D24-A24E-03144EF37271}" presName="spacer" presStyleCnt="0"/>
      <dgm:spPr/>
    </dgm:pt>
    <dgm:pt modelId="{5D73FF5E-2D2E-4E2C-9AA1-E087135D2708}" type="pres">
      <dgm:prSet presAssocID="{6B917D79-3610-4D8B-AD62-14D4A749D331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B5F4570-BAE2-4B16-AF48-93D1291D9C8B}" type="pres">
      <dgm:prSet presAssocID="{CBA1B476-8EE9-49BE-9661-941AB376B9B5}" presName="spacer" presStyleCnt="0"/>
      <dgm:spPr/>
    </dgm:pt>
    <dgm:pt modelId="{1315FD2F-F224-4FE8-A11E-47796772DAAE}" type="pres">
      <dgm:prSet presAssocID="{5BCDE524-1FEE-456A-A7D5-4AB367C5119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2E50165-7F0A-4CA5-9BED-309C24A45E7D}" type="pres">
      <dgm:prSet presAssocID="{72B91E0B-3CC1-4EE4-842F-4542B71AE07C}" presName="spacer" presStyleCnt="0"/>
      <dgm:spPr/>
    </dgm:pt>
    <dgm:pt modelId="{6E6BA11F-BA08-461D-BC64-82E3E46B967E}" type="pres">
      <dgm:prSet presAssocID="{72648250-22E9-4BC8-8AED-A659F193685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911815D-B269-443D-8123-67AA790424CA}" type="pres">
      <dgm:prSet presAssocID="{79620667-6B3C-410A-AF52-D5EB29D676A8}" presName="spacer" presStyleCnt="0"/>
      <dgm:spPr/>
    </dgm:pt>
    <dgm:pt modelId="{38348AE2-4371-482E-B478-EA3B22ABABFC}" type="pres">
      <dgm:prSet presAssocID="{022F3EF6-84CF-481A-A500-CD94845ABCA3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6B5AB403-1896-429E-B47B-9C607ECD22CE}" type="presOf" srcId="{6B917D79-3610-4D8B-AD62-14D4A749D331}" destId="{5D73FF5E-2D2E-4E2C-9AA1-E087135D2708}" srcOrd="0" destOrd="0" presId="urn:microsoft.com/office/officeart/2005/8/layout/vList2"/>
    <dgm:cxn modelId="{8ED3A804-2E3E-4599-B54E-C730CFA0610B}" type="presOf" srcId="{022F3EF6-84CF-481A-A500-CD94845ABCA3}" destId="{38348AE2-4371-482E-B478-EA3B22ABABFC}" srcOrd="0" destOrd="0" presId="urn:microsoft.com/office/officeart/2005/8/layout/vList2"/>
    <dgm:cxn modelId="{8BDC2B10-C0B2-4189-8D0E-70239BAC8753}" srcId="{11E793AC-FF7C-4426-B991-C913590F6B51}" destId="{5BCDE524-1FEE-456A-A7D5-4AB367C51191}" srcOrd="2" destOrd="0" parTransId="{9E1FC3AA-B66D-41CF-B6D7-DBE24A734681}" sibTransId="{72B91E0B-3CC1-4EE4-842F-4542B71AE07C}"/>
    <dgm:cxn modelId="{A24AFC33-4086-4DCC-B436-F5339395BE66}" srcId="{11E793AC-FF7C-4426-B991-C913590F6B51}" destId="{6B917D79-3610-4D8B-AD62-14D4A749D331}" srcOrd="1" destOrd="0" parTransId="{A37FC77D-2E45-49A0-887B-77CCBF3ECA5E}" sibTransId="{CBA1B476-8EE9-49BE-9661-941AB376B9B5}"/>
    <dgm:cxn modelId="{43B83A34-BBD0-4C46-8CE9-698EB5D8B23E}" type="presOf" srcId="{59D989A9-CC51-4573-BE13-2D70E13BEF22}" destId="{B548A20B-E939-4361-B9D5-C61BE3603B6B}" srcOrd="0" destOrd="0" presId="urn:microsoft.com/office/officeart/2005/8/layout/vList2"/>
    <dgm:cxn modelId="{1413D467-E1A7-4F25-8C63-0C9CF0AA6778}" type="presOf" srcId="{11E793AC-FF7C-4426-B991-C913590F6B51}" destId="{05F40543-28FE-4725-8984-99511775F224}" srcOrd="0" destOrd="0" presId="urn:microsoft.com/office/officeart/2005/8/layout/vList2"/>
    <dgm:cxn modelId="{D3474291-D1A6-4310-B9F6-A9C8C6A5D9DB}" srcId="{11E793AC-FF7C-4426-B991-C913590F6B51}" destId="{59D989A9-CC51-4573-BE13-2D70E13BEF22}" srcOrd="0" destOrd="0" parTransId="{C0E31888-97CA-4A3A-9B67-D38CE04D2305}" sibTransId="{958C2E2B-F938-4D24-A24E-03144EF37271}"/>
    <dgm:cxn modelId="{B230AF9D-AC13-4999-B829-D143EB742ACA}" type="presOf" srcId="{5BCDE524-1FEE-456A-A7D5-4AB367C51191}" destId="{1315FD2F-F224-4FE8-A11E-47796772DAAE}" srcOrd="0" destOrd="0" presId="urn:microsoft.com/office/officeart/2005/8/layout/vList2"/>
    <dgm:cxn modelId="{29C99ED5-B36F-4AFE-A8F3-806E19428AE9}" type="presOf" srcId="{72648250-22E9-4BC8-8AED-A659F1936854}" destId="{6E6BA11F-BA08-461D-BC64-82E3E46B967E}" srcOrd="0" destOrd="0" presId="urn:microsoft.com/office/officeart/2005/8/layout/vList2"/>
    <dgm:cxn modelId="{57DFF8E3-3C92-4D6E-9DCF-E068D660441D}" srcId="{11E793AC-FF7C-4426-B991-C913590F6B51}" destId="{72648250-22E9-4BC8-8AED-A659F1936854}" srcOrd="3" destOrd="0" parTransId="{4A5119C2-5DE3-4003-B684-233077178E03}" sibTransId="{79620667-6B3C-410A-AF52-D5EB29D676A8}"/>
    <dgm:cxn modelId="{F89461F6-C975-4161-ACD4-AE9F148F4EBD}" srcId="{11E793AC-FF7C-4426-B991-C913590F6B51}" destId="{022F3EF6-84CF-481A-A500-CD94845ABCA3}" srcOrd="4" destOrd="0" parTransId="{F1DF45F2-C7E1-4B55-8082-B5222A233B27}" sibTransId="{2C690228-1C1F-48EA-A0C4-04D908E9D1A2}"/>
    <dgm:cxn modelId="{62FA8579-7113-48D4-9E55-D8C0BD3C04A0}" type="presParOf" srcId="{05F40543-28FE-4725-8984-99511775F224}" destId="{B548A20B-E939-4361-B9D5-C61BE3603B6B}" srcOrd="0" destOrd="0" presId="urn:microsoft.com/office/officeart/2005/8/layout/vList2"/>
    <dgm:cxn modelId="{02091C02-CCF4-4388-9B67-4E49B8BC3217}" type="presParOf" srcId="{05F40543-28FE-4725-8984-99511775F224}" destId="{A038DBAF-0311-49AF-916F-9E66DFBB8618}" srcOrd="1" destOrd="0" presId="urn:microsoft.com/office/officeart/2005/8/layout/vList2"/>
    <dgm:cxn modelId="{95561EC7-3536-4EDD-B669-43FFA780D77F}" type="presParOf" srcId="{05F40543-28FE-4725-8984-99511775F224}" destId="{5D73FF5E-2D2E-4E2C-9AA1-E087135D2708}" srcOrd="2" destOrd="0" presId="urn:microsoft.com/office/officeart/2005/8/layout/vList2"/>
    <dgm:cxn modelId="{6CD645DC-7FC4-47A6-A734-A6D3871E0708}" type="presParOf" srcId="{05F40543-28FE-4725-8984-99511775F224}" destId="{CB5F4570-BAE2-4B16-AF48-93D1291D9C8B}" srcOrd="3" destOrd="0" presId="urn:microsoft.com/office/officeart/2005/8/layout/vList2"/>
    <dgm:cxn modelId="{E151C5C7-83B0-492B-90AD-F858BF18A39C}" type="presParOf" srcId="{05F40543-28FE-4725-8984-99511775F224}" destId="{1315FD2F-F224-4FE8-A11E-47796772DAAE}" srcOrd="4" destOrd="0" presId="urn:microsoft.com/office/officeart/2005/8/layout/vList2"/>
    <dgm:cxn modelId="{6DC26F93-835D-491C-BB14-4B706327DD56}" type="presParOf" srcId="{05F40543-28FE-4725-8984-99511775F224}" destId="{E2E50165-7F0A-4CA5-9BED-309C24A45E7D}" srcOrd="5" destOrd="0" presId="urn:microsoft.com/office/officeart/2005/8/layout/vList2"/>
    <dgm:cxn modelId="{75CEECA4-FD34-49C9-8E42-370B999B3CA7}" type="presParOf" srcId="{05F40543-28FE-4725-8984-99511775F224}" destId="{6E6BA11F-BA08-461D-BC64-82E3E46B967E}" srcOrd="6" destOrd="0" presId="urn:microsoft.com/office/officeart/2005/8/layout/vList2"/>
    <dgm:cxn modelId="{7A41FE76-E2D7-4CCB-B425-8D8AF071339E}" type="presParOf" srcId="{05F40543-28FE-4725-8984-99511775F224}" destId="{1911815D-B269-443D-8123-67AA790424CA}" srcOrd="7" destOrd="0" presId="urn:microsoft.com/office/officeart/2005/8/layout/vList2"/>
    <dgm:cxn modelId="{E3D1F6F6-F86D-478E-9FBE-B9553DA9F318}" type="presParOf" srcId="{05F40543-28FE-4725-8984-99511775F224}" destId="{38348AE2-4371-482E-B478-EA3B22ABABFC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77EE6C5-ACD5-4A03-945F-AB6C566562D1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182C8AA7-C982-4CBF-B164-1929CBD4C931}">
      <dgm:prSet/>
      <dgm:spPr/>
      <dgm:t>
        <a:bodyPr/>
        <a:lstStyle/>
        <a:p>
          <a:r>
            <a:rPr lang="en-US" dirty="0"/>
            <a:t>Texas</a:t>
          </a:r>
        </a:p>
      </dgm:t>
    </dgm:pt>
    <dgm:pt modelId="{E0ED276D-3458-4C17-ADE0-6124896072C9}" type="parTrans" cxnId="{6EF6B4A8-ABEA-4F09-A5CA-5C7AC20233DD}">
      <dgm:prSet/>
      <dgm:spPr/>
      <dgm:t>
        <a:bodyPr/>
        <a:lstStyle/>
        <a:p>
          <a:endParaRPr lang="en-US"/>
        </a:p>
      </dgm:t>
    </dgm:pt>
    <dgm:pt modelId="{DED2A5BE-ACFD-4A25-84B5-07D004906AC2}" type="sibTrans" cxnId="{6EF6B4A8-ABEA-4F09-A5CA-5C7AC20233DD}">
      <dgm:prSet/>
      <dgm:spPr/>
      <dgm:t>
        <a:bodyPr/>
        <a:lstStyle/>
        <a:p>
          <a:endParaRPr lang="en-US"/>
        </a:p>
      </dgm:t>
    </dgm:pt>
    <dgm:pt modelId="{9510F476-23D1-44BA-B960-40D51D6F99D5}">
      <dgm:prSet/>
      <dgm:spPr/>
      <dgm:t>
        <a:bodyPr/>
        <a:lstStyle/>
        <a:p>
          <a:r>
            <a:rPr lang="en-US" dirty="0"/>
            <a:t>Florida</a:t>
          </a:r>
        </a:p>
      </dgm:t>
    </dgm:pt>
    <dgm:pt modelId="{F466EA8B-3B19-4E8F-9696-4B84301211CC}" type="parTrans" cxnId="{BC3D2AE0-401D-4E32-90B5-6E75371A18EF}">
      <dgm:prSet/>
      <dgm:spPr/>
      <dgm:t>
        <a:bodyPr/>
        <a:lstStyle/>
        <a:p>
          <a:endParaRPr lang="en-US"/>
        </a:p>
      </dgm:t>
    </dgm:pt>
    <dgm:pt modelId="{D0425736-628C-4827-86F7-A5C27544B39C}" type="sibTrans" cxnId="{BC3D2AE0-401D-4E32-90B5-6E75371A18EF}">
      <dgm:prSet/>
      <dgm:spPr/>
      <dgm:t>
        <a:bodyPr/>
        <a:lstStyle/>
        <a:p>
          <a:endParaRPr lang="en-US"/>
        </a:p>
      </dgm:t>
    </dgm:pt>
    <dgm:pt modelId="{6E9EEFF8-06FD-4293-93B4-F9D72C67E1CE}">
      <dgm:prSet/>
      <dgm:spPr/>
      <dgm:t>
        <a:bodyPr/>
        <a:lstStyle/>
        <a:p>
          <a:r>
            <a:rPr lang="en-US"/>
            <a:t>Idaho</a:t>
          </a:r>
          <a:endParaRPr lang="en-US" dirty="0"/>
        </a:p>
      </dgm:t>
    </dgm:pt>
    <dgm:pt modelId="{547D062C-ED55-4AF1-B9A7-9DBED0D37B2E}" type="parTrans" cxnId="{5A9D7A90-75B6-47CE-AB68-A7D05C644A0C}">
      <dgm:prSet/>
      <dgm:spPr/>
      <dgm:t>
        <a:bodyPr/>
        <a:lstStyle/>
        <a:p>
          <a:endParaRPr lang="en-US"/>
        </a:p>
      </dgm:t>
    </dgm:pt>
    <dgm:pt modelId="{D0069E8F-F5B7-4721-8B4A-41FC5F936111}" type="sibTrans" cxnId="{5A9D7A90-75B6-47CE-AB68-A7D05C644A0C}">
      <dgm:prSet/>
      <dgm:spPr/>
      <dgm:t>
        <a:bodyPr/>
        <a:lstStyle/>
        <a:p>
          <a:endParaRPr lang="en-US"/>
        </a:p>
      </dgm:t>
    </dgm:pt>
    <dgm:pt modelId="{76B0C2DE-AAB9-467E-B8E6-7E9E326F430B}">
      <dgm:prSet/>
      <dgm:spPr/>
      <dgm:t>
        <a:bodyPr/>
        <a:lstStyle/>
        <a:p>
          <a:r>
            <a:rPr lang="en-US"/>
            <a:t>Kansas</a:t>
          </a:r>
          <a:endParaRPr lang="en-US" dirty="0"/>
        </a:p>
      </dgm:t>
    </dgm:pt>
    <dgm:pt modelId="{12A55CB1-0675-4EE2-82ED-010D783198BB}" type="parTrans" cxnId="{62F91CBE-0EA1-491F-A409-C0EE5F131B62}">
      <dgm:prSet/>
      <dgm:spPr/>
      <dgm:t>
        <a:bodyPr/>
        <a:lstStyle/>
        <a:p>
          <a:endParaRPr lang="en-US"/>
        </a:p>
      </dgm:t>
    </dgm:pt>
    <dgm:pt modelId="{4C77CC53-711D-433C-9324-8CC95244191C}" type="sibTrans" cxnId="{62F91CBE-0EA1-491F-A409-C0EE5F131B62}">
      <dgm:prSet/>
      <dgm:spPr/>
      <dgm:t>
        <a:bodyPr/>
        <a:lstStyle/>
        <a:p>
          <a:endParaRPr lang="en-US"/>
        </a:p>
      </dgm:t>
    </dgm:pt>
    <dgm:pt modelId="{FA98C5E1-D924-4508-A8DE-5C116FA1B1E2}" type="pres">
      <dgm:prSet presAssocID="{177EE6C5-ACD5-4A03-945F-AB6C566562D1}" presName="linear" presStyleCnt="0">
        <dgm:presLayoutVars>
          <dgm:animLvl val="lvl"/>
          <dgm:resizeHandles val="exact"/>
        </dgm:presLayoutVars>
      </dgm:prSet>
      <dgm:spPr/>
    </dgm:pt>
    <dgm:pt modelId="{7D8F1C5B-1094-492F-9FF2-E1DB6F129ECD}" type="pres">
      <dgm:prSet presAssocID="{182C8AA7-C982-4CBF-B164-1929CBD4C93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26F3935-28F0-4468-9185-85001A4BD5FD}" type="pres">
      <dgm:prSet presAssocID="{DED2A5BE-ACFD-4A25-84B5-07D004906AC2}" presName="spacer" presStyleCnt="0"/>
      <dgm:spPr/>
    </dgm:pt>
    <dgm:pt modelId="{6B374DAA-5C18-4088-8CD7-9D8FB41BCC2B}" type="pres">
      <dgm:prSet presAssocID="{9510F476-23D1-44BA-B960-40D51D6F99D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38D36D5-F4B4-4026-A0A5-18692FAAD5C4}" type="pres">
      <dgm:prSet presAssocID="{D0425736-628C-4827-86F7-A5C27544B39C}" presName="spacer" presStyleCnt="0"/>
      <dgm:spPr/>
    </dgm:pt>
    <dgm:pt modelId="{8963B29A-E4E1-4ECA-885F-96D53D8400EA}" type="pres">
      <dgm:prSet presAssocID="{6E9EEFF8-06FD-4293-93B4-F9D72C67E1C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8F5CD3D-2F8F-4153-B531-CB2FF320A99C}" type="pres">
      <dgm:prSet presAssocID="{D0069E8F-F5B7-4721-8B4A-41FC5F936111}" presName="spacer" presStyleCnt="0"/>
      <dgm:spPr/>
    </dgm:pt>
    <dgm:pt modelId="{55B4BD46-1694-4E58-91B1-3700998498F3}" type="pres">
      <dgm:prSet presAssocID="{76B0C2DE-AAB9-467E-B8E6-7E9E326F430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02CF816-A1FE-444F-BEEB-C9DBD548BE13}" type="presOf" srcId="{182C8AA7-C982-4CBF-B164-1929CBD4C931}" destId="{7D8F1C5B-1094-492F-9FF2-E1DB6F129ECD}" srcOrd="0" destOrd="0" presId="urn:microsoft.com/office/officeart/2005/8/layout/vList2"/>
    <dgm:cxn modelId="{A76C6D36-74FB-40A3-89CE-FD1592860929}" type="presOf" srcId="{6E9EEFF8-06FD-4293-93B4-F9D72C67E1CE}" destId="{8963B29A-E4E1-4ECA-885F-96D53D8400EA}" srcOrd="0" destOrd="0" presId="urn:microsoft.com/office/officeart/2005/8/layout/vList2"/>
    <dgm:cxn modelId="{ABCC0E89-90B4-4F72-9F41-CAA5524B5705}" type="presOf" srcId="{9510F476-23D1-44BA-B960-40D51D6F99D5}" destId="{6B374DAA-5C18-4088-8CD7-9D8FB41BCC2B}" srcOrd="0" destOrd="0" presId="urn:microsoft.com/office/officeart/2005/8/layout/vList2"/>
    <dgm:cxn modelId="{5A9D7A90-75B6-47CE-AB68-A7D05C644A0C}" srcId="{177EE6C5-ACD5-4A03-945F-AB6C566562D1}" destId="{6E9EEFF8-06FD-4293-93B4-F9D72C67E1CE}" srcOrd="2" destOrd="0" parTransId="{547D062C-ED55-4AF1-B9A7-9DBED0D37B2E}" sibTransId="{D0069E8F-F5B7-4721-8B4A-41FC5F936111}"/>
    <dgm:cxn modelId="{6EF6B4A8-ABEA-4F09-A5CA-5C7AC20233DD}" srcId="{177EE6C5-ACD5-4A03-945F-AB6C566562D1}" destId="{182C8AA7-C982-4CBF-B164-1929CBD4C931}" srcOrd="0" destOrd="0" parTransId="{E0ED276D-3458-4C17-ADE0-6124896072C9}" sibTransId="{DED2A5BE-ACFD-4A25-84B5-07D004906AC2}"/>
    <dgm:cxn modelId="{819BE7AC-7299-4CD9-A064-2E6F38A77174}" type="presOf" srcId="{177EE6C5-ACD5-4A03-945F-AB6C566562D1}" destId="{FA98C5E1-D924-4508-A8DE-5C116FA1B1E2}" srcOrd="0" destOrd="0" presId="urn:microsoft.com/office/officeart/2005/8/layout/vList2"/>
    <dgm:cxn modelId="{BA6128BD-65DB-442C-8585-EE98B77E6D8F}" type="presOf" srcId="{76B0C2DE-AAB9-467E-B8E6-7E9E326F430B}" destId="{55B4BD46-1694-4E58-91B1-3700998498F3}" srcOrd="0" destOrd="0" presId="urn:microsoft.com/office/officeart/2005/8/layout/vList2"/>
    <dgm:cxn modelId="{62F91CBE-0EA1-491F-A409-C0EE5F131B62}" srcId="{177EE6C5-ACD5-4A03-945F-AB6C566562D1}" destId="{76B0C2DE-AAB9-467E-B8E6-7E9E326F430B}" srcOrd="3" destOrd="0" parTransId="{12A55CB1-0675-4EE2-82ED-010D783198BB}" sibTransId="{4C77CC53-711D-433C-9324-8CC95244191C}"/>
    <dgm:cxn modelId="{BC3D2AE0-401D-4E32-90B5-6E75371A18EF}" srcId="{177EE6C5-ACD5-4A03-945F-AB6C566562D1}" destId="{9510F476-23D1-44BA-B960-40D51D6F99D5}" srcOrd="1" destOrd="0" parTransId="{F466EA8B-3B19-4E8F-9696-4B84301211CC}" sibTransId="{D0425736-628C-4827-86F7-A5C27544B39C}"/>
    <dgm:cxn modelId="{BD941DE8-8746-475E-8033-5837C660F66A}" type="presParOf" srcId="{FA98C5E1-D924-4508-A8DE-5C116FA1B1E2}" destId="{7D8F1C5B-1094-492F-9FF2-E1DB6F129ECD}" srcOrd="0" destOrd="0" presId="urn:microsoft.com/office/officeart/2005/8/layout/vList2"/>
    <dgm:cxn modelId="{0FC2610B-D046-4877-B24B-8B8CA3E09581}" type="presParOf" srcId="{FA98C5E1-D924-4508-A8DE-5C116FA1B1E2}" destId="{526F3935-28F0-4468-9185-85001A4BD5FD}" srcOrd="1" destOrd="0" presId="urn:microsoft.com/office/officeart/2005/8/layout/vList2"/>
    <dgm:cxn modelId="{AC3E15FE-1A7D-42F4-B901-4B968489B272}" type="presParOf" srcId="{FA98C5E1-D924-4508-A8DE-5C116FA1B1E2}" destId="{6B374DAA-5C18-4088-8CD7-9D8FB41BCC2B}" srcOrd="2" destOrd="0" presId="urn:microsoft.com/office/officeart/2005/8/layout/vList2"/>
    <dgm:cxn modelId="{ACD85985-CB0D-44A5-AABE-A24756A19F5C}" type="presParOf" srcId="{FA98C5E1-D924-4508-A8DE-5C116FA1B1E2}" destId="{038D36D5-F4B4-4026-A0A5-18692FAAD5C4}" srcOrd="3" destOrd="0" presId="urn:microsoft.com/office/officeart/2005/8/layout/vList2"/>
    <dgm:cxn modelId="{7AB8BFD6-4D3B-4273-AECC-EDA573E2C15D}" type="presParOf" srcId="{FA98C5E1-D924-4508-A8DE-5C116FA1B1E2}" destId="{8963B29A-E4E1-4ECA-885F-96D53D8400EA}" srcOrd="4" destOrd="0" presId="urn:microsoft.com/office/officeart/2005/8/layout/vList2"/>
    <dgm:cxn modelId="{D5A891D5-31C9-491A-9F88-CE73C10D6645}" type="presParOf" srcId="{FA98C5E1-D924-4508-A8DE-5C116FA1B1E2}" destId="{F8F5CD3D-2F8F-4153-B531-CB2FF320A99C}" srcOrd="5" destOrd="0" presId="urn:microsoft.com/office/officeart/2005/8/layout/vList2"/>
    <dgm:cxn modelId="{3C10D974-A247-4DAF-B6AF-34F90EF70D30}" type="presParOf" srcId="{FA98C5E1-D924-4508-A8DE-5C116FA1B1E2}" destId="{55B4BD46-1694-4E58-91B1-3700998498F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9FC4008-BC15-4DEE-B276-52F5C6C6B3A5}" type="doc">
      <dgm:prSet loTypeId="urn:microsoft.com/office/officeart/2005/8/layout/vList2" loCatId="list" qsTypeId="urn:microsoft.com/office/officeart/2005/8/quickstyle/simple1#4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3127B193-6295-4A79-B1B5-7E0841DBBF8F}">
      <dgm:prSet custT="1"/>
      <dgm:spPr/>
      <dgm:t>
        <a:bodyPr/>
        <a:lstStyle/>
        <a:p>
          <a:r>
            <a:rPr lang="en-US" sz="3600" dirty="0"/>
            <a:t>Texas </a:t>
          </a:r>
        </a:p>
      </dgm:t>
    </dgm:pt>
    <dgm:pt modelId="{7D479B84-B33C-4B32-9EC9-A57D6F8E36F3}" type="parTrans" cxnId="{59C664BE-97B3-4599-A60D-2EE4782647BE}">
      <dgm:prSet/>
      <dgm:spPr/>
      <dgm:t>
        <a:bodyPr/>
        <a:lstStyle/>
        <a:p>
          <a:endParaRPr lang="en-US"/>
        </a:p>
      </dgm:t>
    </dgm:pt>
    <dgm:pt modelId="{965DECDA-262D-4157-810A-EC2982114164}" type="sibTrans" cxnId="{59C664BE-97B3-4599-A60D-2EE4782647BE}">
      <dgm:prSet/>
      <dgm:spPr/>
      <dgm:t>
        <a:bodyPr/>
        <a:lstStyle/>
        <a:p>
          <a:endParaRPr lang="en-US"/>
        </a:p>
      </dgm:t>
    </dgm:pt>
    <dgm:pt modelId="{FF87FBBC-B3A6-40FE-8E7A-00A430A90AA3}">
      <dgm:prSet custT="1"/>
      <dgm:spPr/>
      <dgm:t>
        <a:bodyPr/>
        <a:lstStyle/>
        <a:p>
          <a:r>
            <a:rPr lang="en-US" sz="2200" dirty="0"/>
            <a:t>Birth Certificate: No gender change unless resolving a clerical error from birth</a:t>
          </a:r>
        </a:p>
      </dgm:t>
    </dgm:pt>
    <dgm:pt modelId="{520CCD32-56AD-453E-965B-C40110CA92F5}" type="parTrans" cxnId="{B800C4A9-08AE-4B02-8D51-275216610D8A}">
      <dgm:prSet/>
      <dgm:spPr/>
      <dgm:t>
        <a:bodyPr/>
        <a:lstStyle/>
        <a:p>
          <a:endParaRPr lang="en-US"/>
        </a:p>
      </dgm:t>
    </dgm:pt>
    <dgm:pt modelId="{1927C0EF-1D93-4ACC-BD8B-6F1D47F63179}" type="sibTrans" cxnId="{B800C4A9-08AE-4B02-8D51-275216610D8A}">
      <dgm:prSet/>
      <dgm:spPr/>
      <dgm:t>
        <a:bodyPr/>
        <a:lstStyle/>
        <a:p>
          <a:endParaRPr lang="en-US"/>
        </a:p>
      </dgm:t>
    </dgm:pt>
    <dgm:pt modelId="{32A96E28-456E-49E9-9548-EFA70CD53ABB}">
      <dgm:prSet custT="1"/>
      <dgm:spPr/>
      <dgm:t>
        <a:bodyPr/>
        <a:lstStyle/>
        <a:p>
          <a:r>
            <a:rPr lang="en-US" sz="2200" dirty="0"/>
            <a:t>Medicaid coverage for Gender therapy: </a:t>
          </a:r>
        </a:p>
        <a:p>
          <a:r>
            <a:rPr lang="en-US" sz="2200" dirty="0">
              <a:solidFill>
                <a:srgbClr val="FF0000"/>
              </a:solidFill>
            </a:rPr>
            <a:t>Banned </a:t>
          </a:r>
          <a:r>
            <a:rPr lang="en-US" sz="2200" dirty="0"/>
            <a:t>(surgery, hormone therapy)</a:t>
          </a:r>
        </a:p>
      </dgm:t>
    </dgm:pt>
    <dgm:pt modelId="{3F9B4A51-98DB-40BE-A7C3-DF7D27EB00DA}" type="parTrans" cxnId="{7664FADF-0B08-4B05-9526-52971E13E115}">
      <dgm:prSet/>
      <dgm:spPr/>
      <dgm:t>
        <a:bodyPr/>
        <a:lstStyle/>
        <a:p>
          <a:endParaRPr lang="en-US"/>
        </a:p>
      </dgm:t>
    </dgm:pt>
    <dgm:pt modelId="{7CDDE45D-7EF3-40B4-945A-079FBD4B1096}" type="sibTrans" cxnId="{7664FADF-0B08-4B05-9526-52971E13E115}">
      <dgm:prSet/>
      <dgm:spPr/>
      <dgm:t>
        <a:bodyPr/>
        <a:lstStyle/>
        <a:p>
          <a:endParaRPr lang="en-US"/>
        </a:p>
      </dgm:t>
    </dgm:pt>
    <dgm:pt modelId="{DFDCB809-50F3-43D9-B189-8AFC1AA40778}">
      <dgm:prSet custT="1"/>
      <dgm:spPr/>
      <dgm:t>
        <a:bodyPr/>
        <a:lstStyle/>
        <a:p>
          <a:r>
            <a:rPr lang="en-US" sz="2200" dirty="0"/>
            <a:t>Drivers License: Gender change prohibited</a:t>
          </a:r>
        </a:p>
        <a:p>
          <a:r>
            <a:rPr lang="en-US" sz="2200" dirty="0"/>
            <a:t>ID must match sex assigned at Birth</a:t>
          </a:r>
        </a:p>
      </dgm:t>
    </dgm:pt>
    <dgm:pt modelId="{26942F21-6042-463F-8407-78C72AC13E4D}" type="parTrans" cxnId="{227B74EB-8B09-4358-B74B-FCF76E619A8A}">
      <dgm:prSet/>
      <dgm:spPr/>
      <dgm:t>
        <a:bodyPr/>
        <a:lstStyle/>
        <a:p>
          <a:endParaRPr lang="en-US"/>
        </a:p>
      </dgm:t>
    </dgm:pt>
    <dgm:pt modelId="{1F5E73BE-3AD7-4A93-A77D-9D2295088BA3}" type="sibTrans" cxnId="{227B74EB-8B09-4358-B74B-FCF76E619A8A}">
      <dgm:prSet/>
      <dgm:spPr/>
      <dgm:t>
        <a:bodyPr/>
        <a:lstStyle/>
        <a:p>
          <a:endParaRPr lang="en-US"/>
        </a:p>
      </dgm:t>
    </dgm:pt>
    <dgm:pt modelId="{29A88664-BD1F-4C58-8D06-CB237F835810}" type="pres">
      <dgm:prSet presAssocID="{39FC4008-BC15-4DEE-B276-52F5C6C6B3A5}" presName="linear" presStyleCnt="0">
        <dgm:presLayoutVars>
          <dgm:animLvl val="lvl"/>
          <dgm:resizeHandles val="exact"/>
        </dgm:presLayoutVars>
      </dgm:prSet>
      <dgm:spPr/>
    </dgm:pt>
    <dgm:pt modelId="{C703A753-AB0D-423C-9E66-127B1CDDE62D}" type="pres">
      <dgm:prSet presAssocID="{3127B193-6295-4A79-B1B5-7E0841DBBF8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3246E69-B072-4F8F-A933-5BE674F6E60C}" type="pres">
      <dgm:prSet presAssocID="{965DECDA-262D-4157-810A-EC2982114164}" presName="spacer" presStyleCnt="0"/>
      <dgm:spPr/>
    </dgm:pt>
    <dgm:pt modelId="{B27CE7ED-C287-408F-BF56-E75EE69B93FA}" type="pres">
      <dgm:prSet presAssocID="{FF87FBBC-B3A6-40FE-8E7A-00A430A90AA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C53FFE4-34A7-497E-9762-AB4A59CB0E4B}" type="pres">
      <dgm:prSet presAssocID="{1927C0EF-1D93-4ACC-BD8B-6F1D47F63179}" presName="spacer" presStyleCnt="0"/>
      <dgm:spPr/>
    </dgm:pt>
    <dgm:pt modelId="{388A1577-5590-4A6B-8B42-F0895BA0F9F4}" type="pres">
      <dgm:prSet presAssocID="{32A96E28-456E-49E9-9548-EFA70CD53AB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1B3CA86-B57A-4B47-BB0B-EADC84D163E5}" type="pres">
      <dgm:prSet presAssocID="{7CDDE45D-7EF3-40B4-945A-079FBD4B1096}" presName="spacer" presStyleCnt="0"/>
      <dgm:spPr/>
    </dgm:pt>
    <dgm:pt modelId="{1D2A23B7-C863-4ED3-9C8E-C9AD887CA553}" type="pres">
      <dgm:prSet presAssocID="{DFDCB809-50F3-43D9-B189-8AFC1AA4077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A48FC04-D07D-43A4-ADAB-06C29AEE7134}" type="presOf" srcId="{39FC4008-BC15-4DEE-B276-52F5C6C6B3A5}" destId="{29A88664-BD1F-4C58-8D06-CB237F835810}" srcOrd="0" destOrd="0" presId="urn:microsoft.com/office/officeart/2005/8/layout/vList2"/>
    <dgm:cxn modelId="{4B90FCA3-694C-4738-BC00-2714257E141F}" type="presOf" srcId="{FF87FBBC-B3A6-40FE-8E7A-00A430A90AA3}" destId="{B27CE7ED-C287-408F-BF56-E75EE69B93FA}" srcOrd="0" destOrd="0" presId="urn:microsoft.com/office/officeart/2005/8/layout/vList2"/>
    <dgm:cxn modelId="{B59868A8-A622-4823-B349-A7AD1B9E8A67}" type="presOf" srcId="{DFDCB809-50F3-43D9-B189-8AFC1AA40778}" destId="{1D2A23B7-C863-4ED3-9C8E-C9AD887CA553}" srcOrd="0" destOrd="0" presId="urn:microsoft.com/office/officeart/2005/8/layout/vList2"/>
    <dgm:cxn modelId="{B800C4A9-08AE-4B02-8D51-275216610D8A}" srcId="{39FC4008-BC15-4DEE-B276-52F5C6C6B3A5}" destId="{FF87FBBC-B3A6-40FE-8E7A-00A430A90AA3}" srcOrd="1" destOrd="0" parTransId="{520CCD32-56AD-453E-965B-C40110CA92F5}" sibTransId="{1927C0EF-1D93-4ACC-BD8B-6F1D47F63179}"/>
    <dgm:cxn modelId="{662AC1B5-5FF1-4710-9F39-C937F8BE8515}" type="presOf" srcId="{3127B193-6295-4A79-B1B5-7E0841DBBF8F}" destId="{C703A753-AB0D-423C-9E66-127B1CDDE62D}" srcOrd="0" destOrd="0" presId="urn:microsoft.com/office/officeart/2005/8/layout/vList2"/>
    <dgm:cxn modelId="{59C664BE-97B3-4599-A60D-2EE4782647BE}" srcId="{39FC4008-BC15-4DEE-B276-52F5C6C6B3A5}" destId="{3127B193-6295-4A79-B1B5-7E0841DBBF8F}" srcOrd="0" destOrd="0" parTransId="{7D479B84-B33C-4B32-9EC9-A57D6F8E36F3}" sibTransId="{965DECDA-262D-4157-810A-EC2982114164}"/>
    <dgm:cxn modelId="{7664FADF-0B08-4B05-9526-52971E13E115}" srcId="{39FC4008-BC15-4DEE-B276-52F5C6C6B3A5}" destId="{32A96E28-456E-49E9-9548-EFA70CD53ABB}" srcOrd="2" destOrd="0" parTransId="{3F9B4A51-98DB-40BE-A7C3-DF7D27EB00DA}" sibTransId="{7CDDE45D-7EF3-40B4-945A-079FBD4B1096}"/>
    <dgm:cxn modelId="{DC6343E2-3148-4BAE-8A26-04AE3587FCBF}" type="presOf" srcId="{32A96E28-456E-49E9-9548-EFA70CD53ABB}" destId="{388A1577-5590-4A6B-8B42-F0895BA0F9F4}" srcOrd="0" destOrd="0" presId="urn:microsoft.com/office/officeart/2005/8/layout/vList2"/>
    <dgm:cxn modelId="{227B74EB-8B09-4358-B74B-FCF76E619A8A}" srcId="{39FC4008-BC15-4DEE-B276-52F5C6C6B3A5}" destId="{DFDCB809-50F3-43D9-B189-8AFC1AA40778}" srcOrd="3" destOrd="0" parTransId="{26942F21-6042-463F-8407-78C72AC13E4D}" sibTransId="{1F5E73BE-3AD7-4A93-A77D-9D2295088BA3}"/>
    <dgm:cxn modelId="{4C9F2B5E-9F57-4B88-82B0-47DF27717E07}" type="presParOf" srcId="{29A88664-BD1F-4C58-8D06-CB237F835810}" destId="{C703A753-AB0D-423C-9E66-127B1CDDE62D}" srcOrd="0" destOrd="0" presId="urn:microsoft.com/office/officeart/2005/8/layout/vList2"/>
    <dgm:cxn modelId="{E55ECA9E-F204-4F3E-9013-E08BC57F25DD}" type="presParOf" srcId="{29A88664-BD1F-4C58-8D06-CB237F835810}" destId="{03246E69-B072-4F8F-A933-5BE674F6E60C}" srcOrd="1" destOrd="0" presId="urn:microsoft.com/office/officeart/2005/8/layout/vList2"/>
    <dgm:cxn modelId="{2FD122DC-FAF3-40E0-8E01-60E691D80B60}" type="presParOf" srcId="{29A88664-BD1F-4C58-8D06-CB237F835810}" destId="{B27CE7ED-C287-408F-BF56-E75EE69B93FA}" srcOrd="2" destOrd="0" presId="urn:microsoft.com/office/officeart/2005/8/layout/vList2"/>
    <dgm:cxn modelId="{F78A0495-FE51-4A6C-B75C-C337F038E5AE}" type="presParOf" srcId="{29A88664-BD1F-4C58-8D06-CB237F835810}" destId="{BC53FFE4-34A7-497E-9762-AB4A59CB0E4B}" srcOrd="3" destOrd="0" presId="urn:microsoft.com/office/officeart/2005/8/layout/vList2"/>
    <dgm:cxn modelId="{5BB60117-6872-405D-8843-E10D635A4659}" type="presParOf" srcId="{29A88664-BD1F-4C58-8D06-CB237F835810}" destId="{388A1577-5590-4A6B-8B42-F0895BA0F9F4}" srcOrd="4" destOrd="0" presId="urn:microsoft.com/office/officeart/2005/8/layout/vList2"/>
    <dgm:cxn modelId="{13E6D330-A0A9-4741-9319-903A06149140}" type="presParOf" srcId="{29A88664-BD1F-4C58-8D06-CB237F835810}" destId="{71B3CA86-B57A-4B47-BB0B-EADC84D163E5}" srcOrd="5" destOrd="0" presId="urn:microsoft.com/office/officeart/2005/8/layout/vList2"/>
    <dgm:cxn modelId="{9308DEB3-18F4-44C3-9B14-40DF13B17303}" type="presParOf" srcId="{29A88664-BD1F-4C58-8D06-CB237F835810}" destId="{1D2A23B7-C863-4ED3-9C8E-C9AD887CA55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5E0738D-4816-463F-A51C-C203937E8299}" type="doc">
      <dgm:prSet loTypeId="urn:microsoft.com/office/officeart/2005/8/layout/vList2" loCatId="list" qsTypeId="urn:microsoft.com/office/officeart/2005/8/quickstyle/simple1#42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1325ECD-199E-48BF-9938-8758F47591BD}">
      <dgm:prSet custT="1"/>
      <dgm:spPr/>
      <dgm:t>
        <a:bodyPr/>
        <a:lstStyle/>
        <a:p>
          <a:r>
            <a:rPr lang="en-US" sz="3600" dirty="0"/>
            <a:t>Illinois </a:t>
          </a:r>
        </a:p>
      </dgm:t>
    </dgm:pt>
    <dgm:pt modelId="{44928481-E652-4D24-B673-AE335A3CED85}" type="parTrans" cxnId="{0426AA8A-BB66-4E10-BB44-DC276242A914}">
      <dgm:prSet/>
      <dgm:spPr/>
      <dgm:t>
        <a:bodyPr/>
        <a:lstStyle/>
        <a:p>
          <a:endParaRPr lang="en-US"/>
        </a:p>
      </dgm:t>
    </dgm:pt>
    <dgm:pt modelId="{85C51E84-B91A-4D41-8D38-FF19B20AC9A4}" type="sibTrans" cxnId="{0426AA8A-BB66-4E10-BB44-DC276242A914}">
      <dgm:prSet/>
      <dgm:spPr/>
      <dgm:t>
        <a:bodyPr/>
        <a:lstStyle/>
        <a:p>
          <a:endParaRPr lang="en-US"/>
        </a:p>
      </dgm:t>
    </dgm:pt>
    <dgm:pt modelId="{70F0E3E7-CA42-4A92-AC89-3EDD4F3122A1}">
      <dgm:prSet custT="1"/>
      <dgm:spPr/>
      <dgm:t>
        <a:bodyPr/>
        <a:lstStyle/>
        <a:p>
          <a:r>
            <a:rPr lang="en-US" sz="2000" dirty="0"/>
            <a:t>Birth Certificate: Self Attestation </a:t>
          </a:r>
        </a:p>
      </dgm:t>
    </dgm:pt>
    <dgm:pt modelId="{50C4CDC6-A96E-4A2D-9AAF-410C00211A1F}" type="parTrans" cxnId="{4F83BC6D-BB33-47A3-B715-A48AD4028DC8}">
      <dgm:prSet/>
      <dgm:spPr/>
      <dgm:t>
        <a:bodyPr/>
        <a:lstStyle/>
        <a:p>
          <a:endParaRPr lang="en-US"/>
        </a:p>
      </dgm:t>
    </dgm:pt>
    <dgm:pt modelId="{B9FCA639-64C6-46C3-9A9B-4536826442F0}" type="sibTrans" cxnId="{4F83BC6D-BB33-47A3-B715-A48AD4028DC8}">
      <dgm:prSet/>
      <dgm:spPr/>
      <dgm:t>
        <a:bodyPr/>
        <a:lstStyle/>
        <a:p>
          <a:endParaRPr lang="en-US"/>
        </a:p>
      </dgm:t>
    </dgm:pt>
    <dgm:pt modelId="{B3681F78-7D20-48FC-B9F9-50A07B84C88B}">
      <dgm:prSet custT="1"/>
      <dgm:spPr/>
      <dgm:t>
        <a:bodyPr/>
        <a:lstStyle/>
        <a:p>
          <a:r>
            <a:rPr lang="en-US" sz="2000" dirty="0"/>
            <a:t>Medicaid coverage for Gender therapy is </a:t>
          </a:r>
          <a:r>
            <a:rPr lang="en-US" sz="2000" dirty="0">
              <a:solidFill>
                <a:srgbClr val="00B050"/>
              </a:solidFill>
            </a:rPr>
            <a:t>Mandated </a:t>
          </a:r>
          <a:r>
            <a:rPr lang="en-US" sz="2000" dirty="0"/>
            <a:t> </a:t>
          </a:r>
        </a:p>
      </dgm:t>
    </dgm:pt>
    <dgm:pt modelId="{4E664298-3C98-4362-AB1E-BD26A1D3B1D2}" type="parTrans" cxnId="{0016DDAE-B107-4DF9-B496-7308753B4E70}">
      <dgm:prSet/>
      <dgm:spPr/>
      <dgm:t>
        <a:bodyPr/>
        <a:lstStyle/>
        <a:p>
          <a:endParaRPr lang="en-US"/>
        </a:p>
      </dgm:t>
    </dgm:pt>
    <dgm:pt modelId="{9999458E-0FAC-4E2D-9ACC-E64876FF58C0}" type="sibTrans" cxnId="{0016DDAE-B107-4DF9-B496-7308753B4E70}">
      <dgm:prSet/>
      <dgm:spPr/>
      <dgm:t>
        <a:bodyPr/>
        <a:lstStyle/>
        <a:p>
          <a:endParaRPr lang="en-US"/>
        </a:p>
      </dgm:t>
    </dgm:pt>
    <dgm:pt modelId="{79ED10F4-5F27-4791-A97C-1B1C32E4F312}">
      <dgm:prSet custT="1"/>
      <dgm:spPr/>
      <dgm:t>
        <a:bodyPr/>
        <a:lstStyle/>
        <a:p>
          <a:r>
            <a:rPr lang="en-US" sz="2000" dirty="0"/>
            <a:t>Drivers License: Self select:   M     F    X (non-binary)</a:t>
          </a:r>
        </a:p>
      </dgm:t>
    </dgm:pt>
    <dgm:pt modelId="{5805A4C9-F57C-4D6A-BBF1-E67C68CB0DF7}" type="parTrans" cxnId="{4F0DE7A7-DF1D-4956-8604-2AB7CC72E5C8}">
      <dgm:prSet/>
      <dgm:spPr/>
      <dgm:t>
        <a:bodyPr/>
        <a:lstStyle/>
        <a:p>
          <a:endParaRPr lang="en-US"/>
        </a:p>
      </dgm:t>
    </dgm:pt>
    <dgm:pt modelId="{B0688F3E-2B52-4426-B28C-56C2BA2B784D}" type="sibTrans" cxnId="{4F0DE7A7-DF1D-4956-8604-2AB7CC72E5C8}">
      <dgm:prSet/>
      <dgm:spPr/>
      <dgm:t>
        <a:bodyPr/>
        <a:lstStyle/>
        <a:p>
          <a:endParaRPr lang="en-US"/>
        </a:p>
      </dgm:t>
    </dgm:pt>
    <dgm:pt modelId="{33EF0C9A-7847-4F65-A472-3C148905167B}" type="pres">
      <dgm:prSet presAssocID="{15E0738D-4816-463F-A51C-C203937E8299}" presName="linear" presStyleCnt="0">
        <dgm:presLayoutVars>
          <dgm:animLvl val="lvl"/>
          <dgm:resizeHandles val="exact"/>
        </dgm:presLayoutVars>
      </dgm:prSet>
      <dgm:spPr/>
    </dgm:pt>
    <dgm:pt modelId="{AC868C85-A1F2-46D9-A391-2C2A9A6237F3}" type="pres">
      <dgm:prSet presAssocID="{51325ECD-199E-48BF-9938-8758F47591B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C323A4F-2A5B-4A59-BACE-D2BC9FBBE910}" type="pres">
      <dgm:prSet presAssocID="{85C51E84-B91A-4D41-8D38-FF19B20AC9A4}" presName="spacer" presStyleCnt="0"/>
      <dgm:spPr/>
    </dgm:pt>
    <dgm:pt modelId="{DA1FF504-CD70-4D36-9287-F42FD2C71B00}" type="pres">
      <dgm:prSet presAssocID="{70F0E3E7-CA42-4A92-AC89-3EDD4F3122A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A5D8059-EE30-4F35-B65E-B8D771596794}" type="pres">
      <dgm:prSet presAssocID="{B9FCA639-64C6-46C3-9A9B-4536826442F0}" presName="spacer" presStyleCnt="0"/>
      <dgm:spPr/>
    </dgm:pt>
    <dgm:pt modelId="{1C7DC556-F920-42E0-8CBB-8BBF2009EFB2}" type="pres">
      <dgm:prSet presAssocID="{B3681F78-7D20-48FC-B9F9-50A07B84C88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3EA2A12-1324-4A95-B994-EA15F99BAB47}" type="pres">
      <dgm:prSet presAssocID="{9999458E-0FAC-4E2D-9ACC-E64876FF58C0}" presName="spacer" presStyleCnt="0"/>
      <dgm:spPr/>
    </dgm:pt>
    <dgm:pt modelId="{B265F81E-80CD-4DA0-A9BA-366AB8475804}" type="pres">
      <dgm:prSet presAssocID="{79ED10F4-5F27-4791-A97C-1B1C32E4F31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F83BC6D-BB33-47A3-B715-A48AD4028DC8}" srcId="{15E0738D-4816-463F-A51C-C203937E8299}" destId="{70F0E3E7-CA42-4A92-AC89-3EDD4F3122A1}" srcOrd="1" destOrd="0" parTransId="{50C4CDC6-A96E-4A2D-9AAF-410C00211A1F}" sibTransId="{B9FCA639-64C6-46C3-9A9B-4536826442F0}"/>
    <dgm:cxn modelId="{DCC30F75-DD12-4E03-91A4-8468DCB49A9D}" type="presOf" srcId="{15E0738D-4816-463F-A51C-C203937E8299}" destId="{33EF0C9A-7847-4F65-A472-3C148905167B}" srcOrd="0" destOrd="0" presId="urn:microsoft.com/office/officeart/2005/8/layout/vList2"/>
    <dgm:cxn modelId="{0426AA8A-BB66-4E10-BB44-DC276242A914}" srcId="{15E0738D-4816-463F-A51C-C203937E8299}" destId="{51325ECD-199E-48BF-9938-8758F47591BD}" srcOrd="0" destOrd="0" parTransId="{44928481-E652-4D24-B673-AE335A3CED85}" sibTransId="{85C51E84-B91A-4D41-8D38-FF19B20AC9A4}"/>
    <dgm:cxn modelId="{8F0BEC8D-BC34-4671-9DD7-9A2FC5D64EE9}" type="presOf" srcId="{79ED10F4-5F27-4791-A97C-1B1C32E4F312}" destId="{B265F81E-80CD-4DA0-A9BA-366AB8475804}" srcOrd="0" destOrd="0" presId="urn:microsoft.com/office/officeart/2005/8/layout/vList2"/>
    <dgm:cxn modelId="{4F0DE7A7-DF1D-4956-8604-2AB7CC72E5C8}" srcId="{15E0738D-4816-463F-A51C-C203937E8299}" destId="{79ED10F4-5F27-4791-A97C-1B1C32E4F312}" srcOrd="3" destOrd="0" parTransId="{5805A4C9-F57C-4D6A-BBF1-E67C68CB0DF7}" sibTransId="{B0688F3E-2B52-4426-B28C-56C2BA2B784D}"/>
    <dgm:cxn modelId="{0016DDAE-B107-4DF9-B496-7308753B4E70}" srcId="{15E0738D-4816-463F-A51C-C203937E8299}" destId="{B3681F78-7D20-48FC-B9F9-50A07B84C88B}" srcOrd="2" destOrd="0" parTransId="{4E664298-3C98-4362-AB1E-BD26A1D3B1D2}" sibTransId="{9999458E-0FAC-4E2D-9ACC-E64876FF58C0}"/>
    <dgm:cxn modelId="{55A447B8-B12C-4064-A115-10FA77B2192B}" type="presOf" srcId="{70F0E3E7-CA42-4A92-AC89-3EDD4F3122A1}" destId="{DA1FF504-CD70-4D36-9287-F42FD2C71B00}" srcOrd="0" destOrd="0" presId="urn:microsoft.com/office/officeart/2005/8/layout/vList2"/>
    <dgm:cxn modelId="{7A6E85CF-7CCB-45CD-9090-4C45F9CF3ADC}" type="presOf" srcId="{B3681F78-7D20-48FC-B9F9-50A07B84C88B}" destId="{1C7DC556-F920-42E0-8CBB-8BBF2009EFB2}" srcOrd="0" destOrd="0" presId="urn:microsoft.com/office/officeart/2005/8/layout/vList2"/>
    <dgm:cxn modelId="{428028D7-18E7-4B5C-881E-09D4778C8852}" type="presOf" srcId="{51325ECD-199E-48BF-9938-8758F47591BD}" destId="{AC868C85-A1F2-46D9-A391-2C2A9A6237F3}" srcOrd="0" destOrd="0" presId="urn:microsoft.com/office/officeart/2005/8/layout/vList2"/>
    <dgm:cxn modelId="{CF0C9AD6-AF1E-4F51-B005-39F751F500AC}" type="presParOf" srcId="{33EF0C9A-7847-4F65-A472-3C148905167B}" destId="{AC868C85-A1F2-46D9-A391-2C2A9A6237F3}" srcOrd="0" destOrd="0" presId="urn:microsoft.com/office/officeart/2005/8/layout/vList2"/>
    <dgm:cxn modelId="{696C88B4-14F7-4658-86D6-AD0345556782}" type="presParOf" srcId="{33EF0C9A-7847-4F65-A472-3C148905167B}" destId="{0C323A4F-2A5B-4A59-BACE-D2BC9FBBE910}" srcOrd="1" destOrd="0" presId="urn:microsoft.com/office/officeart/2005/8/layout/vList2"/>
    <dgm:cxn modelId="{0C7941BE-1F83-4388-AEB7-19000ACE537D}" type="presParOf" srcId="{33EF0C9A-7847-4F65-A472-3C148905167B}" destId="{DA1FF504-CD70-4D36-9287-F42FD2C71B00}" srcOrd="2" destOrd="0" presId="urn:microsoft.com/office/officeart/2005/8/layout/vList2"/>
    <dgm:cxn modelId="{488B16C1-21BB-4C51-BA3D-2A644B94765C}" type="presParOf" srcId="{33EF0C9A-7847-4F65-A472-3C148905167B}" destId="{AA5D8059-EE30-4F35-B65E-B8D771596794}" srcOrd="3" destOrd="0" presId="urn:microsoft.com/office/officeart/2005/8/layout/vList2"/>
    <dgm:cxn modelId="{E82E6E33-D0B6-4992-BB52-E6800E73019A}" type="presParOf" srcId="{33EF0C9A-7847-4F65-A472-3C148905167B}" destId="{1C7DC556-F920-42E0-8CBB-8BBF2009EFB2}" srcOrd="4" destOrd="0" presId="urn:microsoft.com/office/officeart/2005/8/layout/vList2"/>
    <dgm:cxn modelId="{B5D37418-DC13-4505-9E97-DF181C61693F}" type="presParOf" srcId="{33EF0C9A-7847-4F65-A472-3C148905167B}" destId="{43EA2A12-1324-4A95-B994-EA15F99BAB47}" srcOrd="5" destOrd="0" presId="urn:microsoft.com/office/officeart/2005/8/layout/vList2"/>
    <dgm:cxn modelId="{3D93F443-47C6-4767-AC3D-ACE09880B27E}" type="presParOf" srcId="{33EF0C9A-7847-4F65-A472-3C148905167B}" destId="{B265F81E-80CD-4DA0-A9BA-366AB847580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77EE6C5-ACD5-4A03-945F-AB6C566562D1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182C8AA7-C982-4CBF-B164-1929CBD4C931}">
      <dgm:prSet custT="1"/>
      <dgm:spPr/>
      <dgm:t>
        <a:bodyPr/>
        <a:lstStyle/>
        <a:p>
          <a:r>
            <a:rPr lang="en-US" sz="3000" dirty="0"/>
            <a:t>DSM 5 – Gender Dysphoria</a:t>
          </a:r>
        </a:p>
        <a:p>
          <a:r>
            <a:rPr lang="en-US" sz="3000" dirty="0"/>
            <a:t>(</a:t>
          </a:r>
          <a:r>
            <a:rPr lang="en-US" sz="2800" dirty="0"/>
            <a:t>previously Gender Identity Disorder) </a:t>
          </a:r>
        </a:p>
      </dgm:t>
    </dgm:pt>
    <dgm:pt modelId="{E0ED276D-3458-4C17-ADE0-6124896072C9}" type="parTrans" cxnId="{6EF6B4A8-ABEA-4F09-A5CA-5C7AC20233DD}">
      <dgm:prSet/>
      <dgm:spPr/>
      <dgm:t>
        <a:bodyPr/>
        <a:lstStyle/>
        <a:p>
          <a:endParaRPr lang="en-US"/>
        </a:p>
      </dgm:t>
    </dgm:pt>
    <dgm:pt modelId="{DED2A5BE-ACFD-4A25-84B5-07D004906AC2}" type="sibTrans" cxnId="{6EF6B4A8-ABEA-4F09-A5CA-5C7AC20233DD}">
      <dgm:prSet/>
      <dgm:spPr/>
      <dgm:t>
        <a:bodyPr/>
        <a:lstStyle/>
        <a:p>
          <a:endParaRPr lang="en-US"/>
        </a:p>
      </dgm:t>
    </dgm:pt>
    <dgm:pt modelId="{B936F65F-62FD-4024-A7E6-D97043AA09B7}">
      <dgm:prSet/>
      <dgm:spPr/>
      <dgm:t>
        <a:bodyPr/>
        <a:lstStyle/>
        <a:p>
          <a:r>
            <a:rPr lang="en-US" dirty="0"/>
            <a:t>World Heath Organization (WHO)</a:t>
          </a:r>
        </a:p>
        <a:p>
          <a:r>
            <a:rPr lang="en-US" dirty="0"/>
            <a:t>Gender Incongruence  ICD –F64.9</a:t>
          </a:r>
        </a:p>
      </dgm:t>
    </dgm:pt>
    <dgm:pt modelId="{673661E3-EDCD-45B4-81DD-57293C02E145}" type="parTrans" cxnId="{EA9A159D-575F-4742-A1FE-D718DD6000A2}">
      <dgm:prSet/>
      <dgm:spPr/>
      <dgm:t>
        <a:bodyPr/>
        <a:lstStyle/>
        <a:p>
          <a:endParaRPr lang="en-US"/>
        </a:p>
      </dgm:t>
    </dgm:pt>
    <dgm:pt modelId="{76D02183-B220-4D39-9348-AD5D62ACD404}" type="sibTrans" cxnId="{EA9A159D-575F-4742-A1FE-D718DD6000A2}">
      <dgm:prSet/>
      <dgm:spPr/>
      <dgm:t>
        <a:bodyPr/>
        <a:lstStyle/>
        <a:p>
          <a:endParaRPr lang="en-US"/>
        </a:p>
      </dgm:t>
    </dgm:pt>
    <dgm:pt modelId="{FA98C5E1-D924-4508-A8DE-5C116FA1B1E2}" type="pres">
      <dgm:prSet presAssocID="{177EE6C5-ACD5-4A03-945F-AB6C566562D1}" presName="linear" presStyleCnt="0">
        <dgm:presLayoutVars>
          <dgm:animLvl val="lvl"/>
          <dgm:resizeHandles val="exact"/>
        </dgm:presLayoutVars>
      </dgm:prSet>
      <dgm:spPr/>
    </dgm:pt>
    <dgm:pt modelId="{7D8F1C5B-1094-492F-9FF2-E1DB6F129ECD}" type="pres">
      <dgm:prSet presAssocID="{182C8AA7-C982-4CBF-B164-1929CBD4C93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A7692C4-779F-42DD-B6EC-996FF164AA7A}" type="pres">
      <dgm:prSet presAssocID="{DED2A5BE-ACFD-4A25-84B5-07D004906AC2}" presName="spacer" presStyleCnt="0"/>
      <dgm:spPr/>
    </dgm:pt>
    <dgm:pt modelId="{0124F970-5A5D-4586-B07B-41274BAB2D06}" type="pres">
      <dgm:prSet presAssocID="{B936F65F-62FD-4024-A7E6-D97043AA09B7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A02CF816-A1FE-444F-BEEB-C9DBD548BE13}" type="presOf" srcId="{182C8AA7-C982-4CBF-B164-1929CBD4C931}" destId="{7D8F1C5B-1094-492F-9FF2-E1DB6F129ECD}" srcOrd="0" destOrd="0" presId="urn:microsoft.com/office/officeart/2005/8/layout/vList2"/>
    <dgm:cxn modelId="{6BBF8C57-AB56-4829-840E-AD1B009ABB2E}" type="presOf" srcId="{B936F65F-62FD-4024-A7E6-D97043AA09B7}" destId="{0124F970-5A5D-4586-B07B-41274BAB2D06}" srcOrd="0" destOrd="0" presId="urn:microsoft.com/office/officeart/2005/8/layout/vList2"/>
    <dgm:cxn modelId="{EA9A159D-575F-4742-A1FE-D718DD6000A2}" srcId="{177EE6C5-ACD5-4A03-945F-AB6C566562D1}" destId="{B936F65F-62FD-4024-A7E6-D97043AA09B7}" srcOrd="1" destOrd="0" parTransId="{673661E3-EDCD-45B4-81DD-57293C02E145}" sibTransId="{76D02183-B220-4D39-9348-AD5D62ACD404}"/>
    <dgm:cxn modelId="{6EF6B4A8-ABEA-4F09-A5CA-5C7AC20233DD}" srcId="{177EE6C5-ACD5-4A03-945F-AB6C566562D1}" destId="{182C8AA7-C982-4CBF-B164-1929CBD4C931}" srcOrd="0" destOrd="0" parTransId="{E0ED276D-3458-4C17-ADE0-6124896072C9}" sibTransId="{DED2A5BE-ACFD-4A25-84B5-07D004906AC2}"/>
    <dgm:cxn modelId="{819BE7AC-7299-4CD9-A064-2E6F38A77174}" type="presOf" srcId="{177EE6C5-ACD5-4A03-945F-AB6C566562D1}" destId="{FA98C5E1-D924-4508-A8DE-5C116FA1B1E2}" srcOrd="0" destOrd="0" presId="urn:microsoft.com/office/officeart/2005/8/layout/vList2"/>
    <dgm:cxn modelId="{BD941DE8-8746-475E-8033-5837C660F66A}" type="presParOf" srcId="{FA98C5E1-D924-4508-A8DE-5C116FA1B1E2}" destId="{7D8F1C5B-1094-492F-9FF2-E1DB6F129ECD}" srcOrd="0" destOrd="0" presId="urn:microsoft.com/office/officeart/2005/8/layout/vList2"/>
    <dgm:cxn modelId="{158C9B7F-C131-49D2-9397-988CAC82887C}" type="presParOf" srcId="{FA98C5E1-D924-4508-A8DE-5C116FA1B1E2}" destId="{5A7692C4-779F-42DD-B6EC-996FF164AA7A}" srcOrd="1" destOrd="0" presId="urn:microsoft.com/office/officeart/2005/8/layout/vList2"/>
    <dgm:cxn modelId="{5104BD12-54C4-4887-938A-8CD338311C44}" type="presParOf" srcId="{FA98C5E1-D924-4508-A8DE-5C116FA1B1E2}" destId="{0124F970-5A5D-4586-B07B-41274BAB2D0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79DE745F-601F-4DF7-A8F6-2CB5620A7C05}" type="doc">
      <dgm:prSet loTypeId="urn:microsoft.com/office/officeart/2005/8/layout/hList9" loCatId="list" qsTypeId="urn:microsoft.com/office/officeart/2005/8/quickstyle/3d4#2" qsCatId="3D" csTypeId="urn:microsoft.com/office/officeart/2005/8/colors/colorful1#7" csCatId="colorful" phldr="1"/>
      <dgm:spPr/>
      <dgm:t>
        <a:bodyPr/>
        <a:lstStyle/>
        <a:p>
          <a:endParaRPr lang="en-US"/>
        </a:p>
      </dgm:t>
    </dgm:pt>
    <dgm:pt modelId="{2286ED68-F51E-4AD8-B493-CE74AE6AF6A6}">
      <dgm:prSet phldrT="[Text]"/>
      <dgm:spPr/>
      <dgm:t>
        <a:bodyPr/>
        <a:lstStyle/>
        <a:p>
          <a:r>
            <a:rPr lang="en-US"/>
            <a:t>Pelvic</a:t>
          </a:r>
        </a:p>
      </dgm:t>
    </dgm:pt>
    <dgm:pt modelId="{22B1B0A0-7B6B-4D71-AA71-89F42928C5DA}" type="parTrans" cxnId="{E4764C41-0650-4891-8CC2-B549CF30321E}">
      <dgm:prSet/>
      <dgm:spPr/>
      <dgm:t>
        <a:bodyPr/>
        <a:lstStyle/>
        <a:p>
          <a:endParaRPr lang="en-US"/>
        </a:p>
      </dgm:t>
    </dgm:pt>
    <dgm:pt modelId="{4894705B-4E84-415C-ABB2-26E74066482C}" type="sibTrans" cxnId="{E4764C41-0650-4891-8CC2-B549CF30321E}">
      <dgm:prSet/>
      <dgm:spPr/>
      <dgm:t>
        <a:bodyPr/>
        <a:lstStyle/>
        <a:p>
          <a:endParaRPr lang="en-US"/>
        </a:p>
      </dgm:t>
    </dgm:pt>
    <dgm:pt modelId="{37A28A45-E754-490C-94F1-FCAEDFA7533A}">
      <dgm:prSet phldrT="[Text]"/>
      <dgm:spPr/>
      <dgm:t>
        <a:bodyPr/>
        <a:lstStyle/>
        <a:p>
          <a:r>
            <a:rPr lang="en-US"/>
            <a:t>Fam Hx Ovarian Cancer</a:t>
          </a:r>
        </a:p>
      </dgm:t>
    </dgm:pt>
    <dgm:pt modelId="{6CAC47F2-98E3-4691-BA25-AA41223FB232}" type="parTrans" cxnId="{1508B5DB-5A3A-4994-8249-F622E5D713A7}">
      <dgm:prSet/>
      <dgm:spPr/>
      <dgm:t>
        <a:bodyPr/>
        <a:lstStyle/>
        <a:p>
          <a:endParaRPr lang="en-US"/>
        </a:p>
      </dgm:t>
    </dgm:pt>
    <dgm:pt modelId="{A8A0257E-DF40-438C-B8BD-B95E840F47A4}" type="sibTrans" cxnId="{1508B5DB-5A3A-4994-8249-F622E5D713A7}">
      <dgm:prSet/>
      <dgm:spPr/>
      <dgm:t>
        <a:bodyPr/>
        <a:lstStyle/>
        <a:p>
          <a:endParaRPr lang="en-US"/>
        </a:p>
      </dgm:t>
    </dgm:pt>
    <dgm:pt modelId="{06405F95-EE8F-4B4B-B35F-137F91FE1488}">
      <dgm:prSet phldrT="[Text]"/>
      <dgm:spPr/>
      <dgm:t>
        <a:bodyPr/>
        <a:lstStyle/>
        <a:p>
          <a:r>
            <a:rPr lang="en-US"/>
            <a:t>As indicated</a:t>
          </a:r>
        </a:p>
      </dgm:t>
    </dgm:pt>
    <dgm:pt modelId="{17660EDE-479A-46E7-8147-30FDFF4BCAB5}" type="parTrans" cxnId="{1D6BDF2D-C0DD-471D-988A-6AFF4F7867EC}">
      <dgm:prSet/>
      <dgm:spPr/>
      <dgm:t>
        <a:bodyPr/>
        <a:lstStyle/>
        <a:p>
          <a:endParaRPr lang="en-US"/>
        </a:p>
      </dgm:t>
    </dgm:pt>
    <dgm:pt modelId="{8EBE01C2-2EB4-4E9A-A1CD-7EF5207618EF}" type="sibTrans" cxnId="{1D6BDF2D-C0DD-471D-988A-6AFF4F7867EC}">
      <dgm:prSet/>
      <dgm:spPr/>
      <dgm:t>
        <a:bodyPr/>
        <a:lstStyle/>
        <a:p>
          <a:endParaRPr lang="en-US"/>
        </a:p>
      </dgm:t>
    </dgm:pt>
    <dgm:pt modelId="{553AC11C-6A9F-4C7D-BED4-6DCF7ADC099B}">
      <dgm:prSet phldrT="[Text]"/>
      <dgm:spPr/>
      <dgm:t>
        <a:bodyPr/>
        <a:lstStyle/>
        <a:p>
          <a:r>
            <a:rPr lang="en-US"/>
            <a:t>Anal</a:t>
          </a:r>
        </a:p>
      </dgm:t>
    </dgm:pt>
    <dgm:pt modelId="{C5D1DFC6-99EB-4264-8E37-70B51C35C26E}" type="parTrans" cxnId="{E2D56B2E-6D32-49D2-9AF3-B4B713FAA351}">
      <dgm:prSet/>
      <dgm:spPr/>
      <dgm:t>
        <a:bodyPr/>
        <a:lstStyle/>
        <a:p>
          <a:endParaRPr lang="en-US"/>
        </a:p>
      </dgm:t>
    </dgm:pt>
    <dgm:pt modelId="{D1F41630-3ED9-498A-89AB-0D0278979210}" type="sibTrans" cxnId="{E2D56B2E-6D32-49D2-9AF3-B4B713FAA351}">
      <dgm:prSet/>
      <dgm:spPr/>
      <dgm:t>
        <a:bodyPr/>
        <a:lstStyle/>
        <a:p>
          <a:endParaRPr lang="en-US"/>
        </a:p>
      </dgm:t>
    </dgm:pt>
    <dgm:pt modelId="{6F0B1CC2-4E31-4C95-968D-5E7ED9F5C7E2}">
      <dgm:prSet phldrT="[Text]"/>
      <dgm:spPr/>
      <dgm:t>
        <a:bodyPr/>
        <a:lstStyle/>
        <a:p>
          <a:r>
            <a:rPr lang="en-US"/>
            <a:t>Vulva</a:t>
          </a:r>
        </a:p>
      </dgm:t>
    </dgm:pt>
    <dgm:pt modelId="{51B6BE05-B499-466E-AF94-75F313CF91E1}" type="parTrans" cxnId="{FBDC2D73-98BB-4FFC-A043-5324D25A5365}">
      <dgm:prSet/>
      <dgm:spPr/>
      <dgm:t>
        <a:bodyPr/>
        <a:lstStyle/>
        <a:p>
          <a:endParaRPr lang="en-US"/>
        </a:p>
      </dgm:t>
    </dgm:pt>
    <dgm:pt modelId="{A5F28CE2-EBB4-4E9E-84EA-213DB7E12612}" type="sibTrans" cxnId="{FBDC2D73-98BB-4FFC-A043-5324D25A5365}">
      <dgm:prSet/>
      <dgm:spPr/>
      <dgm:t>
        <a:bodyPr/>
        <a:lstStyle/>
        <a:p>
          <a:endParaRPr lang="en-US"/>
        </a:p>
      </dgm:t>
    </dgm:pt>
    <dgm:pt modelId="{D20CF0DB-EC55-4DE8-82AE-111C79D94564}">
      <dgm:prSet phldrT="[Text]"/>
      <dgm:spPr/>
      <dgm:t>
        <a:bodyPr/>
        <a:lstStyle/>
        <a:p>
          <a:r>
            <a:rPr lang="en-US"/>
            <a:t>Cervix</a:t>
          </a:r>
        </a:p>
      </dgm:t>
    </dgm:pt>
    <dgm:pt modelId="{6E9C3385-2B3A-4088-B656-26D371736F1D}" type="parTrans" cxnId="{861763DC-298D-4A4F-B6C4-EEE0A2E5DE08}">
      <dgm:prSet/>
      <dgm:spPr/>
      <dgm:t>
        <a:bodyPr/>
        <a:lstStyle/>
        <a:p>
          <a:endParaRPr lang="en-US"/>
        </a:p>
      </dgm:t>
    </dgm:pt>
    <dgm:pt modelId="{76BDA6C9-BFE0-49AE-98E9-448AF1554414}" type="sibTrans" cxnId="{861763DC-298D-4A4F-B6C4-EEE0A2E5DE08}">
      <dgm:prSet/>
      <dgm:spPr/>
      <dgm:t>
        <a:bodyPr/>
        <a:lstStyle/>
        <a:p>
          <a:endParaRPr lang="en-US"/>
        </a:p>
      </dgm:t>
    </dgm:pt>
    <dgm:pt modelId="{6F65D8D3-52EF-48EA-A990-B037C143C168}">
      <dgm:prSet phldrT="[Text]"/>
      <dgm:spPr/>
      <dgm:t>
        <a:bodyPr/>
        <a:lstStyle/>
        <a:p>
          <a:r>
            <a:rPr lang="en-US"/>
            <a:t>&gt; Age 40</a:t>
          </a:r>
        </a:p>
      </dgm:t>
    </dgm:pt>
    <dgm:pt modelId="{B5AA9143-4FF5-4DB2-9177-413EDB2AF8E9}" type="parTrans" cxnId="{48730248-2685-49F2-99D2-2652539A4CE7}">
      <dgm:prSet/>
      <dgm:spPr/>
      <dgm:t>
        <a:bodyPr/>
        <a:lstStyle/>
        <a:p>
          <a:endParaRPr lang="en-US"/>
        </a:p>
      </dgm:t>
    </dgm:pt>
    <dgm:pt modelId="{4DABF898-76EC-46B3-A2F8-2FDC8758E68C}" type="sibTrans" cxnId="{48730248-2685-49F2-99D2-2652539A4CE7}">
      <dgm:prSet/>
      <dgm:spPr/>
      <dgm:t>
        <a:bodyPr/>
        <a:lstStyle/>
        <a:p>
          <a:endParaRPr lang="en-US"/>
        </a:p>
      </dgm:t>
    </dgm:pt>
    <dgm:pt modelId="{624F616B-279C-4D0E-929E-FC9B75540499}">
      <dgm:prSet phldrT="[Text]"/>
      <dgm:spPr/>
      <dgm:t>
        <a:bodyPr/>
        <a:lstStyle/>
        <a:p>
          <a:r>
            <a:rPr lang="en-US" dirty="0"/>
            <a:t>PMOS</a:t>
          </a:r>
        </a:p>
      </dgm:t>
    </dgm:pt>
    <dgm:pt modelId="{7DA570D0-7F7C-4587-A6C5-C6E57BF162AE}" type="parTrans" cxnId="{0D4553B6-FCCB-43C2-9BED-B6FEF7C2762A}">
      <dgm:prSet/>
      <dgm:spPr/>
      <dgm:t>
        <a:bodyPr/>
        <a:lstStyle/>
        <a:p>
          <a:endParaRPr lang="en-US"/>
        </a:p>
      </dgm:t>
    </dgm:pt>
    <dgm:pt modelId="{2974668A-CD30-4782-A4E9-E93EA032740F}" type="sibTrans" cxnId="{0D4553B6-FCCB-43C2-9BED-B6FEF7C2762A}">
      <dgm:prSet/>
      <dgm:spPr/>
      <dgm:t>
        <a:bodyPr/>
        <a:lstStyle/>
        <a:p>
          <a:endParaRPr lang="en-US"/>
        </a:p>
      </dgm:t>
    </dgm:pt>
    <dgm:pt modelId="{50ECB244-AF25-4B68-BBFF-050776D3BA71}">
      <dgm:prSet phldrT="[Text]"/>
      <dgm:spPr/>
      <dgm:t>
        <a:bodyPr/>
        <a:lstStyle/>
        <a:p>
          <a:r>
            <a:rPr lang="en-US"/>
            <a:t>Uterine Ca Risks</a:t>
          </a:r>
        </a:p>
      </dgm:t>
    </dgm:pt>
    <dgm:pt modelId="{C3290D48-C604-4D55-9335-23E36DC0FD29}" type="parTrans" cxnId="{D8E6B2A2-CD29-4714-A7DE-6DA0EB0F6D05}">
      <dgm:prSet/>
      <dgm:spPr/>
      <dgm:t>
        <a:bodyPr/>
        <a:lstStyle/>
        <a:p>
          <a:endParaRPr lang="en-US"/>
        </a:p>
      </dgm:t>
    </dgm:pt>
    <dgm:pt modelId="{00CD825F-1A08-4850-B0D2-65D5060E503C}" type="sibTrans" cxnId="{D8E6B2A2-CD29-4714-A7DE-6DA0EB0F6D05}">
      <dgm:prSet/>
      <dgm:spPr/>
      <dgm:t>
        <a:bodyPr/>
        <a:lstStyle/>
        <a:p>
          <a:endParaRPr lang="en-US"/>
        </a:p>
      </dgm:t>
    </dgm:pt>
    <dgm:pt modelId="{BFBB121A-34F9-4FD0-8031-30B2AD442E46}">
      <dgm:prSet phldrT="[Text]"/>
      <dgm:spPr/>
      <dgm:t>
        <a:bodyPr/>
        <a:lstStyle/>
        <a:p>
          <a:r>
            <a:rPr lang="en-US"/>
            <a:t>Diabetes or Hypertension</a:t>
          </a:r>
        </a:p>
      </dgm:t>
    </dgm:pt>
    <dgm:pt modelId="{2390C03E-8A08-45F1-96E8-6059DCED83F6}" type="parTrans" cxnId="{C3298DC4-1C0A-4B5D-9800-CDF5DC2E72B9}">
      <dgm:prSet/>
      <dgm:spPr/>
      <dgm:t>
        <a:bodyPr/>
        <a:lstStyle/>
        <a:p>
          <a:endParaRPr lang="en-US"/>
        </a:p>
      </dgm:t>
    </dgm:pt>
    <dgm:pt modelId="{3D53B36D-D724-4600-B1B7-707B5FC9C7EF}" type="sibTrans" cxnId="{C3298DC4-1C0A-4B5D-9800-CDF5DC2E72B9}">
      <dgm:prSet/>
      <dgm:spPr/>
      <dgm:t>
        <a:bodyPr/>
        <a:lstStyle/>
        <a:p>
          <a:endParaRPr lang="en-US"/>
        </a:p>
      </dgm:t>
    </dgm:pt>
    <dgm:pt modelId="{4D1A7258-1BCE-45A2-AD71-87173B2F6AA1}">
      <dgm:prSet phldrT="[Text]"/>
      <dgm:spPr/>
      <dgm:t>
        <a:bodyPr/>
        <a:lstStyle/>
        <a:p>
          <a:r>
            <a:rPr lang="en-US"/>
            <a:t>Unexplained Bleeding </a:t>
          </a:r>
        </a:p>
      </dgm:t>
    </dgm:pt>
    <dgm:pt modelId="{683987AA-1616-41BB-B1B0-7C61E1DD0CF3}" type="parTrans" cxnId="{520687D3-4E98-4408-992D-54154CA2DCEF}">
      <dgm:prSet/>
      <dgm:spPr/>
      <dgm:t>
        <a:bodyPr/>
        <a:lstStyle/>
        <a:p>
          <a:endParaRPr lang="en-US"/>
        </a:p>
      </dgm:t>
    </dgm:pt>
    <dgm:pt modelId="{0494E72B-DBB3-4C1E-8A5E-C69AA4A5ACAC}" type="sibTrans" cxnId="{520687D3-4E98-4408-992D-54154CA2DCEF}">
      <dgm:prSet/>
      <dgm:spPr/>
      <dgm:t>
        <a:bodyPr/>
        <a:lstStyle/>
        <a:p>
          <a:endParaRPr lang="en-US"/>
        </a:p>
      </dgm:t>
    </dgm:pt>
    <dgm:pt modelId="{3CEF540D-2566-451A-A57D-6D0B16FE1421}">
      <dgm:prSet phldrT="[Text]"/>
      <dgm:spPr/>
      <dgm:t>
        <a:bodyPr/>
        <a:lstStyle/>
        <a:p>
          <a:r>
            <a:rPr lang="en-US" dirty="0"/>
            <a:t>PMOS</a:t>
          </a:r>
        </a:p>
      </dgm:t>
    </dgm:pt>
    <dgm:pt modelId="{D00DC07B-BA95-4FB1-B3D0-ADE3FC2DF042}" type="parTrans" cxnId="{B547FBDF-6C7B-4A1B-AD71-B8AF446025CE}">
      <dgm:prSet/>
      <dgm:spPr/>
      <dgm:t>
        <a:bodyPr/>
        <a:lstStyle/>
        <a:p>
          <a:endParaRPr lang="en-US"/>
        </a:p>
      </dgm:t>
    </dgm:pt>
    <dgm:pt modelId="{74E5715B-E10A-4183-BFB9-3020B321ED7E}" type="sibTrans" cxnId="{B547FBDF-6C7B-4A1B-AD71-B8AF446025CE}">
      <dgm:prSet/>
      <dgm:spPr/>
      <dgm:t>
        <a:bodyPr/>
        <a:lstStyle/>
        <a:p>
          <a:endParaRPr lang="en-US"/>
        </a:p>
      </dgm:t>
    </dgm:pt>
    <dgm:pt modelId="{6318D239-A0B2-4B28-A911-471C39E262AF}">
      <dgm:prSet phldrT="[Text]"/>
      <dgm:spPr/>
      <dgm:t>
        <a:bodyPr/>
        <a:lstStyle/>
        <a:p>
          <a:r>
            <a:rPr lang="en-US"/>
            <a:t>Obesity</a:t>
          </a:r>
        </a:p>
      </dgm:t>
    </dgm:pt>
    <dgm:pt modelId="{2E2DE04C-AE32-49CC-AABA-A6FA06CD62F3}" type="parTrans" cxnId="{DD263720-458A-458A-B0E6-1B7110F84B4D}">
      <dgm:prSet/>
      <dgm:spPr/>
      <dgm:t>
        <a:bodyPr/>
        <a:lstStyle/>
        <a:p>
          <a:endParaRPr lang="en-US"/>
        </a:p>
      </dgm:t>
    </dgm:pt>
    <dgm:pt modelId="{3CB85904-A41A-4E66-AAC8-04843F04CAC2}" type="sibTrans" cxnId="{DD263720-458A-458A-B0E6-1B7110F84B4D}">
      <dgm:prSet/>
      <dgm:spPr/>
      <dgm:t>
        <a:bodyPr/>
        <a:lstStyle/>
        <a:p>
          <a:endParaRPr lang="en-US"/>
        </a:p>
      </dgm:t>
    </dgm:pt>
    <dgm:pt modelId="{32D85B67-7C77-4764-B019-442E943E533E}">
      <dgm:prSet phldrT="[Text]"/>
      <dgm:spPr/>
      <dgm:t>
        <a:bodyPr/>
        <a:lstStyle/>
        <a:p>
          <a:r>
            <a:rPr lang="en-US"/>
            <a:t>Over 40</a:t>
          </a:r>
        </a:p>
      </dgm:t>
    </dgm:pt>
    <dgm:pt modelId="{E3DCF13D-D88F-4E10-BF77-DB1810EC9BED}" type="parTrans" cxnId="{CD282467-2C3A-4C3E-8050-D3CEFD2E5064}">
      <dgm:prSet/>
      <dgm:spPr/>
      <dgm:t>
        <a:bodyPr/>
        <a:lstStyle/>
        <a:p>
          <a:endParaRPr lang="en-US"/>
        </a:p>
      </dgm:t>
    </dgm:pt>
    <dgm:pt modelId="{E4E6CF2D-13D5-4216-99DD-7F22906D11D9}" type="sibTrans" cxnId="{CD282467-2C3A-4C3E-8050-D3CEFD2E5064}">
      <dgm:prSet/>
      <dgm:spPr/>
      <dgm:t>
        <a:bodyPr/>
        <a:lstStyle/>
        <a:p>
          <a:endParaRPr lang="en-US"/>
        </a:p>
      </dgm:t>
    </dgm:pt>
    <dgm:pt modelId="{D42C4D5C-058B-4344-B0E3-65FDE929E3C5}">
      <dgm:prSet/>
      <dgm:spPr/>
      <dgm:t>
        <a:bodyPr/>
        <a:lstStyle/>
        <a:p>
          <a:r>
            <a:rPr lang="en-US"/>
            <a:t>Older Transgender Patients</a:t>
          </a:r>
        </a:p>
      </dgm:t>
    </dgm:pt>
    <dgm:pt modelId="{A8BA53DB-0FD2-4BA3-A351-59A8C7E5A879}" type="parTrans" cxnId="{1D845EE6-4EB9-41C2-975B-FEC93C2A22A2}">
      <dgm:prSet/>
      <dgm:spPr/>
      <dgm:t>
        <a:bodyPr/>
        <a:lstStyle/>
        <a:p>
          <a:endParaRPr lang="en-US"/>
        </a:p>
      </dgm:t>
    </dgm:pt>
    <dgm:pt modelId="{8AAC726C-1B97-4F89-9168-E9AA2E4A3B5A}" type="sibTrans" cxnId="{1D845EE6-4EB9-41C2-975B-FEC93C2A22A2}">
      <dgm:prSet/>
      <dgm:spPr/>
      <dgm:t>
        <a:bodyPr/>
        <a:lstStyle/>
        <a:p>
          <a:endParaRPr lang="en-US"/>
        </a:p>
      </dgm:t>
    </dgm:pt>
    <dgm:pt modelId="{D6FC55DB-7A96-4EE8-A68F-8A28C4C9CEA2}">
      <dgm:prSet/>
      <dgm:spPr/>
      <dgm:t>
        <a:bodyPr/>
        <a:lstStyle/>
        <a:p>
          <a:r>
            <a:rPr lang="en-US"/>
            <a:t>High Risk HPV testing</a:t>
          </a:r>
        </a:p>
      </dgm:t>
    </dgm:pt>
    <dgm:pt modelId="{0F2849FF-5CB4-4AD0-AB4F-5C4B2AB74DD6}" type="parTrans" cxnId="{467DB40A-DB07-465B-BDD5-E73776A3AC2E}">
      <dgm:prSet/>
      <dgm:spPr/>
      <dgm:t>
        <a:bodyPr/>
        <a:lstStyle/>
        <a:p>
          <a:endParaRPr lang="en-US"/>
        </a:p>
      </dgm:t>
    </dgm:pt>
    <dgm:pt modelId="{28642283-3146-4140-8E50-63DF51B3415E}" type="sibTrans" cxnId="{467DB40A-DB07-465B-BDD5-E73776A3AC2E}">
      <dgm:prSet/>
      <dgm:spPr/>
      <dgm:t>
        <a:bodyPr/>
        <a:lstStyle/>
        <a:p>
          <a:endParaRPr lang="en-US"/>
        </a:p>
      </dgm:t>
    </dgm:pt>
    <dgm:pt modelId="{A39C9766-48D5-454D-82E6-EE4E2BECD863}">
      <dgm:prSet/>
      <dgm:spPr/>
      <dgm:t>
        <a:bodyPr/>
        <a:lstStyle/>
        <a:p>
          <a:r>
            <a:rPr lang="en-US"/>
            <a:t>Testosterone causes Atrophy</a:t>
          </a:r>
        </a:p>
      </dgm:t>
    </dgm:pt>
    <dgm:pt modelId="{89C0F8E6-05D8-4D83-BB4F-4B45925E77AD}" type="parTrans" cxnId="{CDE5B371-7186-4CB9-B4EC-66144E812FFF}">
      <dgm:prSet/>
      <dgm:spPr/>
      <dgm:t>
        <a:bodyPr/>
        <a:lstStyle/>
        <a:p>
          <a:endParaRPr lang="en-US"/>
        </a:p>
      </dgm:t>
    </dgm:pt>
    <dgm:pt modelId="{8D11FA35-CF20-4AE8-9E71-8E8C4135AFC3}" type="sibTrans" cxnId="{CDE5B371-7186-4CB9-B4EC-66144E812FFF}">
      <dgm:prSet/>
      <dgm:spPr/>
      <dgm:t>
        <a:bodyPr/>
        <a:lstStyle/>
        <a:p>
          <a:endParaRPr lang="en-US"/>
        </a:p>
      </dgm:t>
    </dgm:pt>
    <dgm:pt modelId="{20FED23D-4936-4826-9939-CF9FD27D1D1D}">
      <dgm:prSet/>
      <dgm:spPr/>
      <dgm:t>
        <a:bodyPr/>
        <a:lstStyle/>
        <a:p>
          <a:r>
            <a:rPr lang="en-US"/>
            <a:t>Blind Pap- Label as Transgender</a:t>
          </a:r>
        </a:p>
      </dgm:t>
    </dgm:pt>
    <dgm:pt modelId="{C74D1BD3-676C-49C7-821B-AD11490189A1}" type="parTrans" cxnId="{26FEA688-87CC-4B17-AE05-86DF6358D31A}">
      <dgm:prSet/>
      <dgm:spPr/>
      <dgm:t>
        <a:bodyPr/>
        <a:lstStyle/>
        <a:p>
          <a:endParaRPr lang="en-US"/>
        </a:p>
      </dgm:t>
    </dgm:pt>
    <dgm:pt modelId="{F96D0D82-AA8D-443F-862A-3D74D2BF626F}" type="sibTrans" cxnId="{26FEA688-87CC-4B17-AE05-86DF6358D31A}">
      <dgm:prSet/>
      <dgm:spPr/>
      <dgm:t>
        <a:bodyPr/>
        <a:lstStyle/>
        <a:p>
          <a:endParaRPr lang="en-US"/>
        </a:p>
      </dgm:t>
    </dgm:pt>
    <dgm:pt modelId="{AD773BB6-57F3-43A6-9A72-A8C6ED791C5B}">
      <dgm:prSet/>
      <dgm:spPr/>
      <dgm:t>
        <a:bodyPr/>
        <a:lstStyle/>
        <a:p>
          <a:r>
            <a:rPr lang="en-US"/>
            <a:t>Can use Vaginal Estrogen</a:t>
          </a:r>
        </a:p>
      </dgm:t>
    </dgm:pt>
    <dgm:pt modelId="{776FB04E-DB79-4DA5-B259-24731E9AFCD9}" type="parTrans" cxnId="{EA2C09F5-F6DD-4DE2-83EB-F87D47F49E73}">
      <dgm:prSet/>
      <dgm:spPr/>
      <dgm:t>
        <a:bodyPr/>
        <a:lstStyle/>
        <a:p>
          <a:endParaRPr lang="en-US"/>
        </a:p>
      </dgm:t>
    </dgm:pt>
    <dgm:pt modelId="{328D0E6B-EEB8-4D40-875B-2A5CF428C965}" type="sibTrans" cxnId="{EA2C09F5-F6DD-4DE2-83EB-F87D47F49E73}">
      <dgm:prSet/>
      <dgm:spPr/>
      <dgm:t>
        <a:bodyPr/>
        <a:lstStyle/>
        <a:p>
          <a:endParaRPr lang="en-US"/>
        </a:p>
      </dgm:t>
    </dgm:pt>
    <dgm:pt modelId="{9B2DB732-F7AF-478B-A9BD-89AEA8132488}" type="pres">
      <dgm:prSet presAssocID="{79DE745F-601F-4DF7-A8F6-2CB5620A7C05}" presName="list" presStyleCnt="0">
        <dgm:presLayoutVars>
          <dgm:dir/>
          <dgm:animLvl val="lvl"/>
        </dgm:presLayoutVars>
      </dgm:prSet>
      <dgm:spPr/>
    </dgm:pt>
    <dgm:pt modelId="{238F963E-491A-4E09-90E2-86D0365302BE}" type="pres">
      <dgm:prSet presAssocID="{2286ED68-F51E-4AD8-B493-CE74AE6AF6A6}" presName="posSpace" presStyleCnt="0"/>
      <dgm:spPr/>
    </dgm:pt>
    <dgm:pt modelId="{C40E7E58-634C-4CC3-8742-2A3152F9F835}" type="pres">
      <dgm:prSet presAssocID="{2286ED68-F51E-4AD8-B493-CE74AE6AF6A6}" presName="vertFlow" presStyleCnt="0"/>
      <dgm:spPr/>
    </dgm:pt>
    <dgm:pt modelId="{DF8A3A4C-6074-4227-A1DC-88FF64995871}" type="pres">
      <dgm:prSet presAssocID="{2286ED68-F51E-4AD8-B493-CE74AE6AF6A6}" presName="topSpace" presStyleCnt="0"/>
      <dgm:spPr/>
    </dgm:pt>
    <dgm:pt modelId="{6399D48B-D17F-44E1-95B7-FC546869F5DA}" type="pres">
      <dgm:prSet presAssocID="{2286ED68-F51E-4AD8-B493-CE74AE6AF6A6}" presName="firstComp" presStyleCnt="0"/>
      <dgm:spPr/>
    </dgm:pt>
    <dgm:pt modelId="{79077231-D793-424F-B193-1021CDDDD3EE}" type="pres">
      <dgm:prSet presAssocID="{2286ED68-F51E-4AD8-B493-CE74AE6AF6A6}" presName="firstChild" presStyleLbl="bgAccFollowNode1" presStyleIdx="0" presStyleCnt="14"/>
      <dgm:spPr/>
    </dgm:pt>
    <dgm:pt modelId="{1947EA19-95CD-4DA1-AB1E-4D0637460DE0}" type="pres">
      <dgm:prSet presAssocID="{2286ED68-F51E-4AD8-B493-CE74AE6AF6A6}" presName="firstChildTx" presStyleLbl="bgAccFollowNode1" presStyleIdx="0" presStyleCnt="14">
        <dgm:presLayoutVars>
          <dgm:bulletEnabled val="1"/>
        </dgm:presLayoutVars>
      </dgm:prSet>
      <dgm:spPr/>
    </dgm:pt>
    <dgm:pt modelId="{59C9AE2C-660C-4762-BC6A-4203D23C0846}" type="pres">
      <dgm:prSet presAssocID="{37A28A45-E754-490C-94F1-FCAEDFA7533A}" presName="comp" presStyleCnt="0"/>
      <dgm:spPr/>
    </dgm:pt>
    <dgm:pt modelId="{1530A60F-45AD-45B8-9B08-FA45EDC50647}" type="pres">
      <dgm:prSet presAssocID="{37A28A45-E754-490C-94F1-FCAEDFA7533A}" presName="child" presStyleLbl="bgAccFollowNode1" presStyleIdx="1" presStyleCnt="14"/>
      <dgm:spPr/>
    </dgm:pt>
    <dgm:pt modelId="{642201AC-8C68-4E13-B94A-84C7112E3345}" type="pres">
      <dgm:prSet presAssocID="{37A28A45-E754-490C-94F1-FCAEDFA7533A}" presName="childTx" presStyleLbl="bgAccFollowNode1" presStyleIdx="1" presStyleCnt="14">
        <dgm:presLayoutVars>
          <dgm:bulletEnabled val="1"/>
        </dgm:presLayoutVars>
      </dgm:prSet>
      <dgm:spPr/>
    </dgm:pt>
    <dgm:pt modelId="{4D3AB948-0260-42EB-802E-F13B92F2BD17}" type="pres">
      <dgm:prSet presAssocID="{624F616B-279C-4D0E-929E-FC9B75540499}" presName="comp" presStyleCnt="0"/>
      <dgm:spPr/>
    </dgm:pt>
    <dgm:pt modelId="{E351BC2C-5E8E-42C5-A14F-BC7EDCF6058C}" type="pres">
      <dgm:prSet presAssocID="{624F616B-279C-4D0E-929E-FC9B75540499}" presName="child" presStyleLbl="bgAccFollowNode1" presStyleIdx="2" presStyleCnt="14"/>
      <dgm:spPr/>
    </dgm:pt>
    <dgm:pt modelId="{D8E4B29E-C12B-459C-8ED2-5251F2FB2AA7}" type="pres">
      <dgm:prSet presAssocID="{624F616B-279C-4D0E-929E-FC9B75540499}" presName="childTx" presStyleLbl="bgAccFollowNode1" presStyleIdx="2" presStyleCnt="14">
        <dgm:presLayoutVars>
          <dgm:bulletEnabled val="1"/>
        </dgm:presLayoutVars>
      </dgm:prSet>
      <dgm:spPr/>
    </dgm:pt>
    <dgm:pt modelId="{4BAA5738-DAF7-4DF1-A0AE-F849F42AE1F7}" type="pres">
      <dgm:prSet presAssocID="{2286ED68-F51E-4AD8-B493-CE74AE6AF6A6}" presName="negSpace" presStyleCnt="0"/>
      <dgm:spPr/>
    </dgm:pt>
    <dgm:pt modelId="{CDBCB2C9-A747-4816-B199-49F0012A2560}" type="pres">
      <dgm:prSet presAssocID="{2286ED68-F51E-4AD8-B493-CE74AE6AF6A6}" presName="circle" presStyleLbl="node1" presStyleIdx="0" presStyleCnt="5"/>
      <dgm:spPr/>
    </dgm:pt>
    <dgm:pt modelId="{CF79C5CF-DB15-4EB2-A770-C4012FFD6D7E}" type="pres">
      <dgm:prSet presAssocID="{4894705B-4E84-415C-ABB2-26E74066482C}" presName="transSpace" presStyleCnt="0"/>
      <dgm:spPr/>
    </dgm:pt>
    <dgm:pt modelId="{C05CA3D9-3FAA-4118-B66E-19535AB7B3AB}" type="pres">
      <dgm:prSet presAssocID="{50ECB244-AF25-4B68-BBFF-050776D3BA71}" presName="posSpace" presStyleCnt="0"/>
      <dgm:spPr/>
    </dgm:pt>
    <dgm:pt modelId="{5362DC9A-BE34-4C0C-8B44-ECE5C4B4AD10}" type="pres">
      <dgm:prSet presAssocID="{50ECB244-AF25-4B68-BBFF-050776D3BA71}" presName="vertFlow" presStyleCnt="0"/>
      <dgm:spPr/>
    </dgm:pt>
    <dgm:pt modelId="{B9709D47-4FCC-4A6F-A949-B2866032E665}" type="pres">
      <dgm:prSet presAssocID="{50ECB244-AF25-4B68-BBFF-050776D3BA71}" presName="topSpace" presStyleCnt="0"/>
      <dgm:spPr/>
    </dgm:pt>
    <dgm:pt modelId="{19063D4B-5C0A-4B1F-8D22-D5E358F0F033}" type="pres">
      <dgm:prSet presAssocID="{50ECB244-AF25-4B68-BBFF-050776D3BA71}" presName="firstComp" presStyleCnt="0"/>
      <dgm:spPr/>
    </dgm:pt>
    <dgm:pt modelId="{0F4F0437-7CB9-491F-BBD9-E76EC3294117}" type="pres">
      <dgm:prSet presAssocID="{50ECB244-AF25-4B68-BBFF-050776D3BA71}" presName="firstChild" presStyleLbl="bgAccFollowNode1" presStyleIdx="3" presStyleCnt="14"/>
      <dgm:spPr/>
    </dgm:pt>
    <dgm:pt modelId="{6DF936F7-7858-4ECB-8456-97D09D51E38C}" type="pres">
      <dgm:prSet presAssocID="{50ECB244-AF25-4B68-BBFF-050776D3BA71}" presName="firstChildTx" presStyleLbl="bgAccFollowNode1" presStyleIdx="3" presStyleCnt="14">
        <dgm:presLayoutVars>
          <dgm:bulletEnabled val="1"/>
        </dgm:presLayoutVars>
      </dgm:prSet>
      <dgm:spPr/>
    </dgm:pt>
    <dgm:pt modelId="{BF463A88-E48B-4373-BBFC-9B4E8B6B00E5}" type="pres">
      <dgm:prSet presAssocID="{BFBB121A-34F9-4FD0-8031-30B2AD442E46}" presName="comp" presStyleCnt="0"/>
      <dgm:spPr/>
    </dgm:pt>
    <dgm:pt modelId="{3760D8EC-6622-46E1-980B-6E8C2A1ABAD6}" type="pres">
      <dgm:prSet presAssocID="{BFBB121A-34F9-4FD0-8031-30B2AD442E46}" presName="child" presStyleLbl="bgAccFollowNode1" presStyleIdx="4" presStyleCnt="14"/>
      <dgm:spPr/>
    </dgm:pt>
    <dgm:pt modelId="{D489C694-1C0F-4347-81E8-224DDCD92368}" type="pres">
      <dgm:prSet presAssocID="{BFBB121A-34F9-4FD0-8031-30B2AD442E46}" presName="childTx" presStyleLbl="bgAccFollowNode1" presStyleIdx="4" presStyleCnt="14">
        <dgm:presLayoutVars>
          <dgm:bulletEnabled val="1"/>
        </dgm:presLayoutVars>
      </dgm:prSet>
      <dgm:spPr/>
    </dgm:pt>
    <dgm:pt modelId="{CEED1CA9-9802-4D5F-B058-23A22EB0EFBE}" type="pres">
      <dgm:prSet presAssocID="{4D1A7258-1BCE-45A2-AD71-87173B2F6AA1}" presName="comp" presStyleCnt="0"/>
      <dgm:spPr/>
    </dgm:pt>
    <dgm:pt modelId="{4B9AB49C-153F-4CBB-AA33-C7D13BB67BEB}" type="pres">
      <dgm:prSet presAssocID="{4D1A7258-1BCE-45A2-AD71-87173B2F6AA1}" presName="child" presStyleLbl="bgAccFollowNode1" presStyleIdx="5" presStyleCnt="14"/>
      <dgm:spPr/>
    </dgm:pt>
    <dgm:pt modelId="{3614327E-40CE-4CA9-B7AA-283B78CE1C8B}" type="pres">
      <dgm:prSet presAssocID="{4D1A7258-1BCE-45A2-AD71-87173B2F6AA1}" presName="childTx" presStyleLbl="bgAccFollowNode1" presStyleIdx="5" presStyleCnt="14">
        <dgm:presLayoutVars>
          <dgm:bulletEnabled val="1"/>
        </dgm:presLayoutVars>
      </dgm:prSet>
      <dgm:spPr/>
    </dgm:pt>
    <dgm:pt modelId="{86F49CDE-F4FB-4174-B1CB-576C8B273F68}" type="pres">
      <dgm:prSet presAssocID="{3CEF540D-2566-451A-A57D-6D0B16FE1421}" presName="comp" presStyleCnt="0"/>
      <dgm:spPr/>
    </dgm:pt>
    <dgm:pt modelId="{F1C2C304-4046-48AE-9AC1-0BF758F145AD}" type="pres">
      <dgm:prSet presAssocID="{3CEF540D-2566-451A-A57D-6D0B16FE1421}" presName="child" presStyleLbl="bgAccFollowNode1" presStyleIdx="6" presStyleCnt="14"/>
      <dgm:spPr/>
    </dgm:pt>
    <dgm:pt modelId="{85120EAE-6D1E-46D3-BF13-290B77B686C9}" type="pres">
      <dgm:prSet presAssocID="{3CEF540D-2566-451A-A57D-6D0B16FE1421}" presName="childTx" presStyleLbl="bgAccFollowNode1" presStyleIdx="6" presStyleCnt="14">
        <dgm:presLayoutVars>
          <dgm:bulletEnabled val="1"/>
        </dgm:presLayoutVars>
      </dgm:prSet>
      <dgm:spPr/>
    </dgm:pt>
    <dgm:pt modelId="{65FE45AF-5F76-4A4D-A738-36A9AD9BDC81}" type="pres">
      <dgm:prSet presAssocID="{6318D239-A0B2-4B28-A911-471C39E262AF}" presName="comp" presStyleCnt="0"/>
      <dgm:spPr/>
    </dgm:pt>
    <dgm:pt modelId="{25F0E392-4419-413D-9838-833E514EFCF7}" type="pres">
      <dgm:prSet presAssocID="{6318D239-A0B2-4B28-A911-471C39E262AF}" presName="child" presStyleLbl="bgAccFollowNode1" presStyleIdx="7" presStyleCnt="14"/>
      <dgm:spPr/>
    </dgm:pt>
    <dgm:pt modelId="{3A3E7DED-9A44-4E61-A2EF-C478ECF05014}" type="pres">
      <dgm:prSet presAssocID="{6318D239-A0B2-4B28-A911-471C39E262AF}" presName="childTx" presStyleLbl="bgAccFollowNode1" presStyleIdx="7" presStyleCnt="14">
        <dgm:presLayoutVars>
          <dgm:bulletEnabled val="1"/>
        </dgm:presLayoutVars>
      </dgm:prSet>
      <dgm:spPr/>
    </dgm:pt>
    <dgm:pt modelId="{76260E88-E806-4178-B9F4-4A9DC36F107F}" type="pres">
      <dgm:prSet presAssocID="{50ECB244-AF25-4B68-BBFF-050776D3BA71}" presName="negSpace" presStyleCnt="0"/>
      <dgm:spPr/>
    </dgm:pt>
    <dgm:pt modelId="{B40E9B83-EE53-4E28-B3EF-CC191BE36B3C}" type="pres">
      <dgm:prSet presAssocID="{50ECB244-AF25-4B68-BBFF-050776D3BA71}" presName="circle" presStyleLbl="node1" presStyleIdx="1" presStyleCnt="5" custLinFactNeighborX="-2660"/>
      <dgm:spPr/>
    </dgm:pt>
    <dgm:pt modelId="{F9FC1ECA-E1F0-493C-8F5F-51D06DA0E68F}" type="pres">
      <dgm:prSet presAssocID="{00CD825F-1A08-4850-B0D2-65D5060E503C}" presName="transSpace" presStyleCnt="0"/>
      <dgm:spPr/>
    </dgm:pt>
    <dgm:pt modelId="{9783B0AC-4961-412C-9D17-0BE06379AEE6}" type="pres">
      <dgm:prSet presAssocID="{6F0B1CC2-4E31-4C95-968D-5E7ED9F5C7E2}" presName="posSpace" presStyleCnt="0"/>
      <dgm:spPr/>
    </dgm:pt>
    <dgm:pt modelId="{ABFCDA46-FAFB-4B47-A3FC-75F46906AD94}" type="pres">
      <dgm:prSet presAssocID="{6F0B1CC2-4E31-4C95-968D-5E7ED9F5C7E2}" presName="vertFlow" presStyleCnt="0"/>
      <dgm:spPr/>
    </dgm:pt>
    <dgm:pt modelId="{4F545C70-E32F-4C95-A1FB-C943C1FB682C}" type="pres">
      <dgm:prSet presAssocID="{6F0B1CC2-4E31-4C95-968D-5E7ED9F5C7E2}" presName="topSpace" presStyleCnt="0"/>
      <dgm:spPr/>
    </dgm:pt>
    <dgm:pt modelId="{0B663C1C-2E60-4CF1-B918-B315F40EF7B9}" type="pres">
      <dgm:prSet presAssocID="{6F0B1CC2-4E31-4C95-968D-5E7ED9F5C7E2}" presName="firstComp" presStyleCnt="0"/>
      <dgm:spPr/>
    </dgm:pt>
    <dgm:pt modelId="{E8FA5F3E-8B91-4279-BFAB-B20719EC27FE}" type="pres">
      <dgm:prSet presAssocID="{6F0B1CC2-4E31-4C95-968D-5E7ED9F5C7E2}" presName="firstChild" presStyleLbl="bgAccFollowNode1" presStyleIdx="8" presStyleCnt="14"/>
      <dgm:spPr/>
    </dgm:pt>
    <dgm:pt modelId="{7296EC7C-C930-40E1-B8AB-79BC6E0C1448}" type="pres">
      <dgm:prSet presAssocID="{6F0B1CC2-4E31-4C95-968D-5E7ED9F5C7E2}" presName="firstChildTx" presStyleLbl="bgAccFollowNode1" presStyleIdx="8" presStyleCnt="14">
        <dgm:presLayoutVars>
          <dgm:bulletEnabled val="1"/>
        </dgm:presLayoutVars>
      </dgm:prSet>
      <dgm:spPr/>
    </dgm:pt>
    <dgm:pt modelId="{17BE47A2-41E6-45B2-AF31-60B5DFC1AAC4}" type="pres">
      <dgm:prSet presAssocID="{6F0B1CC2-4E31-4C95-968D-5E7ED9F5C7E2}" presName="negSpace" presStyleCnt="0"/>
      <dgm:spPr/>
    </dgm:pt>
    <dgm:pt modelId="{E310B5A3-1E61-4806-87E7-089782232049}" type="pres">
      <dgm:prSet presAssocID="{6F0B1CC2-4E31-4C95-968D-5E7ED9F5C7E2}" presName="circle" presStyleLbl="node1" presStyleIdx="2" presStyleCnt="5"/>
      <dgm:spPr/>
    </dgm:pt>
    <dgm:pt modelId="{DC85A4CB-CBEA-42C6-89DE-EB1879AFC241}" type="pres">
      <dgm:prSet presAssocID="{A5F28CE2-EBB4-4E9E-84EA-213DB7E12612}" presName="transSpace" presStyleCnt="0"/>
      <dgm:spPr/>
    </dgm:pt>
    <dgm:pt modelId="{5A739E71-3F94-43D2-8A9C-1EAF85419DC9}" type="pres">
      <dgm:prSet presAssocID="{D20CF0DB-EC55-4DE8-82AE-111C79D94564}" presName="posSpace" presStyleCnt="0"/>
      <dgm:spPr/>
    </dgm:pt>
    <dgm:pt modelId="{0C1E6F7B-2D18-4DA1-B659-B42818BD4C4F}" type="pres">
      <dgm:prSet presAssocID="{D20CF0DB-EC55-4DE8-82AE-111C79D94564}" presName="vertFlow" presStyleCnt="0"/>
      <dgm:spPr/>
    </dgm:pt>
    <dgm:pt modelId="{189983ED-F070-43DE-87BC-BC980A22194B}" type="pres">
      <dgm:prSet presAssocID="{D20CF0DB-EC55-4DE8-82AE-111C79D94564}" presName="topSpace" presStyleCnt="0"/>
      <dgm:spPr/>
    </dgm:pt>
    <dgm:pt modelId="{85CFA455-0161-41F7-96B8-BDF3D60BFDAA}" type="pres">
      <dgm:prSet presAssocID="{D20CF0DB-EC55-4DE8-82AE-111C79D94564}" presName="firstComp" presStyleCnt="0"/>
      <dgm:spPr/>
    </dgm:pt>
    <dgm:pt modelId="{1E657521-07AD-4E81-B76D-7C32606F6D01}" type="pres">
      <dgm:prSet presAssocID="{D20CF0DB-EC55-4DE8-82AE-111C79D94564}" presName="firstChild" presStyleLbl="bgAccFollowNode1" presStyleIdx="9" presStyleCnt="14"/>
      <dgm:spPr/>
    </dgm:pt>
    <dgm:pt modelId="{3838E2E9-031D-4D19-9001-BC6B4C6175A5}" type="pres">
      <dgm:prSet presAssocID="{D20CF0DB-EC55-4DE8-82AE-111C79D94564}" presName="firstChildTx" presStyleLbl="bgAccFollowNode1" presStyleIdx="9" presStyleCnt="14">
        <dgm:presLayoutVars>
          <dgm:bulletEnabled val="1"/>
        </dgm:presLayoutVars>
      </dgm:prSet>
      <dgm:spPr/>
    </dgm:pt>
    <dgm:pt modelId="{E10387F6-7BED-4541-9AEC-1489654FBAB0}" type="pres">
      <dgm:prSet presAssocID="{A39C9766-48D5-454D-82E6-EE4E2BECD863}" presName="comp" presStyleCnt="0"/>
      <dgm:spPr/>
    </dgm:pt>
    <dgm:pt modelId="{6526DD72-4759-48F2-97EF-5FC3C757FD15}" type="pres">
      <dgm:prSet presAssocID="{A39C9766-48D5-454D-82E6-EE4E2BECD863}" presName="child" presStyleLbl="bgAccFollowNode1" presStyleIdx="10" presStyleCnt="14"/>
      <dgm:spPr/>
    </dgm:pt>
    <dgm:pt modelId="{27177DDA-94FD-464C-AE57-67EF31A140D0}" type="pres">
      <dgm:prSet presAssocID="{A39C9766-48D5-454D-82E6-EE4E2BECD863}" presName="childTx" presStyleLbl="bgAccFollowNode1" presStyleIdx="10" presStyleCnt="14">
        <dgm:presLayoutVars>
          <dgm:bulletEnabled val="1"/>
        </dgm:presLayoutVars>
      </dgm:prSet>
      <dgm:spPr/>
    </dgm:pt>
    <dgm:pt modelId="{4A501BD9-F799-4BE5-B921-0DE3B7D12069}" type="pres">
      <dgm:prSet presAssocID="{AD773BB6-57F3-43A6-9A72-A8C6ED791C5B}" presName="comp" presStyleCnt="0"/>
      <dgm:spPr/>
    </dgm:pt>
    <dgm:pt modelId="{47D857E8-81D9-4F4A-B536-13F54A80C207}" type="pres">
      <dgm:prSet presAssocID="{AD773BB6-57F3-43A6-9A72-A8C6ED791C5B}" presName="child" presStyleLbl="bgAccFollowNode1" presStyleIdx="11" presStyleCnt="14"/>
      <dgm:spPr/>
    </dgm:pt>
    <dgm:pt modelId="{2D129C39-38F5-47B8-A735-3410B6A65CF4}" type="pres">
      <dgm:prSet presAssocID="{AD773BB6-57F3-43A6-9A72-A8C6ED791C5B}" presName="childTx" presStyleLbl="bgAccFollowNode1" presStyleIdx="11" presStyleCnt="14">
        <dgm:presLayoutVars>
          <dgm:bulletEnabled val="1"/>
        </dgm:presLayoutVars>
      </dgm:prSet>
      <dgm:spPr/>
    </dgm:pt>
    <dgm:pt modelId="{B403228C-F13F-4124-B7C6-47B075F27F48}" type="pres">
      <dgm:prSet presAssocID="{20FED23D-4936-4826-9939-CF9FD27D1D1D}" presName="comp" presStyleCnt="0"/>
      <dgm:spPr/>
    </dgm:pt>
    <dgm:pt modelId="{4410FA08-AD4D-4368-9F6E-8AAA064A8282}" type="pres">
      <dgm:prSet presAssocID="{20FED23D-4936-4826-9939-CF9FD27D1D1D}" presName="child" presStyleLbl="bgAccFollowNode1" presStyleIdx="12" presStyleCnt="14"/>
      <dgm:spPr/>
    </dgm:pt>
    <dgm:pt modelId="{2F78025F-67A2-4F5D-9F9A-72467A08428A}" type="pres">
      <dgm:prSet presAssocID="{20FED23D-4936-4826-9939-CF9FD27D1D1D}" presName="childTx" presStyleLbl="bgAccFollowNode1" presStyleIdx="12" presStyleCnt="14">
        <dgm:presLayoutVars>
          <dgm:bulletEnabled val="1"/>
        </dgm:presLayoutVars>
      </dgm:prSet>
      <dgm:spPr/>
    </dgm:pt>
    <dgm:pt modelId="{CE485C03-6CA3-4288-80F1-8D04D427EAE5}" type="pres">
      <dgm:prSet presAssocID="{D20CF0DB-EC55-4DE8-82AE-111C79D94564}" presName="negSpace" presStyleCnt="0"/>
      <dgm:spPr/>
    </dgm:pt>
    <dgm:pt modelId="{77316ED1-B285-451B-80F5-86F0F98BC82F}" type="pres">
      <dgm:prSet presAssocID="{D20CF0DB-EC55-4DE8-82AE-111C79D94564}" presName="circle" presStyleLbl="node1" presStyleIdx="3" presStyleCnt="5"/>
      <dgm:spPr/>
    </dgm:pt>
    <dgm:pt modelId="{60D88DD5-1DA8-4F46-9A70-0A3CA6EF6468}" type="pres">
      <dgm:prSet presAssocID="{76BDA6C9-BFE0-49AE-98E9-448AF1554414}" presName="transSpace" presStyleCnt="0"/>
      <dgm:spPr/>
    </dgm:pt>
    <dgm:pt modelId="{9A9AEC02-FC1E-460D-9B26-33551946D24B}" type="pres">
      <dgm:prSet presAssocID="{553AC11C-6A9F-4C7D-BED4-6DCF7ADC099B}" presName="posSpace" presStyleCnt="0"/>
      <dgm:spPr/>
    </dgm:pt>
    <dgm:pt modelId="{CD9285C3-C910-438A-977D-87FB084E5A71}" type="pres">
      <dgm:prSet presAssocID="{553AC11C-6A9F-4C7D-BED4-6DCF7ADC099B}" presName="vertFlow" presStyleCnt="0"/>
      <dgm:spPr/>
    </dgm:pt>
    <dgm:pt modelId="{3755539D-2CE1-406B-B3B0-69A930599926}" type="pres">
      <dgm:prSet presAssocID="{553AC11C-6A9F-4C7D-BED4-6DCF7ADC099B}" presName="topSpace" presStyleCnt="0"/>
      <dgm:spPr/>
    </dgm:pt>
    <dgm:pt modelId="{00B39D33-6031-4DEF-B5A1-FC1552AABD7E}" type="pres">
      <dgm:prSet presAssocID="{553AC11C-6A9F-4C7D-BED4-6DCF7ADC099B}" presName="firstComp" presStyleCnt="0"/>
      <dgm:spPr/>
    </dgm:pt>
    <dgm:pt modelId="{67C544B3-522B-430F-8A8B-919D622F0FF0}" type="pres">
      <dgm:prSet presAssocID="{553AC11C-6A9F-4C7D-BED4-6DCF7ADC099B}" presName="firstChild" presStyleLbl="bgAccFollowNode1" presStyleIdx="13" presStyleCnt="14"/>
      <dgm:spPr/>
    </dgm:pt>
    <dgm:pt modelId="{1BBD84CD-CD3A-49CF-A9F8-0A85D36DC037}" type="pres">
      <dgm:prSet presAssocID="{553AC11C-6A9F-4C7D-BED4-6DCF7ADC099B}" presName="firstChildTx" presStyleLbl="bgAccFollowNode1" presStyleIdx="13" presStyleCnt="14">
        <dgm:presLayoutVars>
          <dgm:bulletEnabled val="1"/>
        </dgm:presLayoutVars>
      </dgm:prSet>
      <dgm:spPr/>
    </dgm:pt>
    <dgm:pt modelId="{C0EC77B8-0D96-4F06-A072-142F11434260}" type="pres">
      <dgm:prSet presAssocID="{553AC11C-6A9F-4C7D-BED4-6DCF7ADC099B}" presName="negSpace" presStyleCnt="0"/>
      <dgm:spPr/>
    </dgm:pt>
    <dgm:pt modelId="{0C360358-95E8-4CE2-80DD-CC69A6A3FF0F}" type="pres">
      <dgm:prSet presAssocID="{553AC11C-6A9F-4C7D-BED4-6DCF7ADC099B}" presName="circle" presStyleLbl="node1" presStyleIdx="4" presStyleCnt="5"/>
      <dgm:spPr/>
    </dgm:pt>
  </dgm:ptLst>
  <dgm:cxnLst>
    <dgm:cxn modelId="{12B45300-24DF-4EF6-8CC5-1CA7A0469912}" type="presOf" srcId="{BFBB121A-34F9-4FD0-8031-30B2AD442E46}" destId="{D489C694-1C0F-4347-81E8-224DDCD92368}" srcOrd="1" destOrd="0" presId="urn:microsoft.com/office/officeart/2005/8/layout/hList9"/>
    <dgm:cxn modelId="{F9DADB01-E2E5-4F60-BD59-F867EB8E64CA}" type="presOf" srcId="{AD773BB6-57F3-43A6-9A72-A8C6ED791C5B}" destId="{47D857E8-81D9-4F4A-B536-13F54A80C207}" srcOrd="0" destOrd="0" presId="urn:microsoft.com/office/officeart/2005/8/layout/hList9"/>
    <dgm:cxn modelId="{34FB1C07-D396-4210-9C3C-0FFCC3469C96}" type="presOf" srcId="{4D1A7258-1BCE-45A2-AD71-87173B2F6AA1}" destId="{3614327E-40CE-4CA9-B7AA-283B78CE1C8B}" srcOrd="1" destOrd="0" presId="urn:microsoft.com/office/officeart/2005/8/layout/hList9"/>
    <dgm:cxn modelId="{467DB40A-DB07-465B-BDD5-E73776A3AC2E}" srcId="{D20CF0DB-EC55-4DE8-82AE-111C79D94564}" destId="{D6FC55DB-7A96-4EE8-A68F-8A28C4C9CEA2}" srcOrd="0" destOrd="0" parTransId="{0F2849FF-5CB4-4AD0-AB4F-5C4B2AB74DD6}" sibTransId="{28642283-3146-4140-8E50-63DF51B3415E}"/>
    <dgm:cxn modelId="{20E67911-905B-42B4-AB7B-B31A40467868}" type="presOf" srcId="{D6FC55DB-7A96-4EE8-A68F-8A28C4C9CEA2}" destId="{1E657521-07AD-4E81-B76D-7C32606F6D01}" srcOrd="0" destOrd="0" presId="urn:microsoft.com/office/officeart/2005/8/layout/hList9"/>
    <dgm:cxn modelId="{DD263720-458A-458A-B0E6-1B7110F84B4D}" srcId="{50ECB244-AF25-4B68-BBFF-050776D3BA71}" destId="{6318D239-A0B2-4B28-A911-471C39E262AF}" srcOrd="4" destOrd="0" parTransId="{2E2DE04C-AE32-49CC-AABA-A6FA06CD62F3}" sibTransId="{3CB85904-A41A-4E66-AAC8-04843F04CAC2}"/>
    <dgm:cxn modelId="{196E8320-8D9D-4568-A9F6-FE10AC21AE48}" type="presOf" srcId="{624F616B-279C-4D0E-929E-FC9B75540499}" destId="{E351BC2C-5E8E-42C5-A14F-BC7EDCF6058C}" srcOrd="0" destOrd="0" presId="urn:microsoft.com/office/officeart/2005/8/layout/hList9"/>
    <dgm:cxn modelId="{76ED3524-AC26-447C-BE78-033A75076E8D}" type="presOf" srcId="{6318D239-A0B2-4B28-A911-471C39E262AF}" destId="{25F0E392-4419-413D-9838-833E514EFCF7}" srcOrd="0" destOrd="0" presId="urn:microsoft.com/office/officeart/2005/8/layout/hList9"/>
    <dgm:cxn modelId="{DFE1742D-4F00-4B58-9B50-37EA94B96419}" type="presOf" srcId="{6F65D8D3-52EF-48EA-A990-B037C143C168}" destId="{1947EA19-95CD-4DA1-AB1E-4D0637460DE0}" srcOrd="1" destOrd="0" presId="urn:microsoft.com/office/officeart/2005/8/layout/hList9"/>
    <dgm:cxn modelId="{1D6BDF2D-C0DD-471D-988A-6AFF4F7867EC}" srcId="{553AC11C-6A9F-4C7D-BED4-6DCF7ADC099B}" destId="{06405F95-EE8F-4B4B-B35F-137F91FE1488}" srcOrd="0" destOrd="0" parTransId="{17660EDE-479A-46E7-8147-30FDFF4BCAB5}" sibTransId="{8EBE01C2-2EB4-4E9A-A1CD-7EF5207618EF}"/>
    <dgm:cxn modelId="{E2D56B2E-6D32-49D2-9AF3-B4B713FAA351}" srcId="{79DE745F-601F-4DF7-A8F6-2CB5620A7C05}" destId="{553AC11C-6A9F-4C7D-BED4-6DCF7ADC099B}" srcOrd="4" destOrd="0" parTransId="{C5D1DFC6-99EB-4264-8E37-70B51C35C26E}" sibTransId="{D1F41630-3ED9-498A-89AB-0D0278979210}"/>
    <dgm:cxn modelId="{E4764C41-0650-4891-8CC2-B549CF30321E}" srcId="{79DE745F-601F-4DF7-A8F6-2CB5620A7C05}" destId="{2286ED68-F51E-4AD8-B493-CE74AE6AF6A6}" srcOrd="0" destOrd="0" parTransId="{22B1B0A0-7B6B-4D71-AA71-89F42928C5DA}" sibTransId="{4894705B-4E84-415C-ABB2-26E74066482C}"/>
    <dgm:cxn modelId="{A7B55841-DF20-4D15-8E02-52AA27980257}" type="presOf" srcId="{6F65D8D3-52EF-48EA-A990-B037C143C168}" destId="{79077231-D793-424F-B193-1021CDDDD3EE}" srcOrd="0" destOrd="0" presId="urn:microsoft.com/office/officeart/2005/8/layout/hList9"/>
    <dgm:cxn modelId="{CD282467-2C3A-4C3E-8050-D3CEFD2E5064}" srcId="{50ECB244-AF25-4B68-BBFF-050776D3BA71}" destId="{32D85B67-7C77-4764-B019-442E943E533E}" srcOrd="0" destOrd="0" parTransId="{E3DCF13D-D88F-4E10-BF77-DB1810EC9BED}" sibTransId="{E4E6CF2D-13D5-4216-99DD-7F22906D11D9}"/>
    <dgm:cxn modelId="{48730248-2685-49F2-99D2-2652539A4CE7}" srcId="{2286ED68-F51E-4AD8-B493-CE74AE6AF6A6}" destId="{6F65D8D3-52EF-48EA-A990-B037C143C168}" srcOrd="0" destOrd="0" parTransId="{B5AA9143-4FF5-4DB2-9177-413EDB2AF8E9}" sibTransId="{4DABF898-76EC-46B3-A2F8-2FDC8758E68C}"/>
    <dgm:cxn modelId="{F7EB0A6A-5946-4BAA-B0C5-E2AF04785549}" type="presOf" srcId="{D42C4D5C-058B-4344-B0E3-65FDE929E3C5}" destId="{7296EC7C-C930-40E1-B8AB-79BC6E0C1448}" srcOrd="1" destOrd="0" presId="urn:microsoft.com/office/officeart/2005/8/layout/hList9"/>
    <dgm:cxn modelId="{230DC34B-7A1F-43F5-BE7E-1BFB6286EC6D}" type="presOf" srcId="{D42C4D5C-058B-4344-B0E3-65FDE929E3C5}" destId="{E8FA5F3E-8B91-4279-BFAB-B20719EC27FE}" srcOrd="0" destOrd="0" presId="urn:microsoft.com/office/officeart/2005/8/layout/hList9"/>
    <dgm:cxn modelId="{0B04486C-E9D8-4B23-ADB8-5F1921F8D319}" type="presOf" srcId="{20FED23D-4936-4826-9939-CF9FD27D1D1D}" destId="{4410FA08-AD4D-4368-9F6E-8AAA064A8282}" srcOrd="0" destOrd="0" presId="urn:microsoft.com/office/officeart/2005/8/layout/hList9"/>
    <dgm:cxn modelId="{1FC56551-97A8-4DB5-BC56-C5EB074E89CD}" type="presOf" srcId="{AD773BB6-57F3-43A6-9A72-A8C6ED791C5B}" destId="{2D129C39-38F5-47B8-A735-3410B6A65CF4}" srcOrd="1" destOrd="0" presId="urn:microsoft.com/office/officeart/2005/8/layout/hList9"/>
    <dgm:cxn modelId="{F9DF8271-710A-4D4C-BAC3-63CF009322F4}" type="presOf" srcId="{D6FC55DB-7A96-4EE8-A68F-8A28C4C9CEA2}" destId="{3838E2E9-031D-4D19-9001-BC6B4C6175A5}" srcOrd="1" destOrd="0" presId="urn:microsoft.com/office/officeart/2005/8/layout/hList9"/>
    <dgm:cxn modelId="{CDE5B371-7186-4CB9-B4EC-66144E812FFF}" srcId="{D20CF0DB-EC55-4DE8-82AE-111C79D94564}" destId="{A39C9766-48D5-454D-82E6-EE4E2BECD863}" srcOrd="1" destOrd="0" parTransId="{89C0F8E6-05D8-4D83-BB4F-4B45925E77AD}" sibTransId="{8D11FA35-CF20-4AE8-9E71-8E8C4135AFC3}"/>
    <dgm:cxn modelId="{FBDC2D73-98BB-4FFC-A043-5324D25A5365}" srcId="{79DE745F-601F-4DF7-A8F6-2CB5620A7C05}" destId="{6F0B1CC2-4E31-4C95-968D-5E7ED9F5C7E2}" srcOrd="2" destOrd="0" parTransId="{51B6BE05-B499-466E-AF94-75F313CF91E1}" sibTransId="{A5F28CE2-EBB4-4E9E-84EA-213DB7E12612}"/>
    <dgm:cxn modelId="{2CE76854-1E7C-4617-A9E7-9372121CB5D3}" type="presOf" srcId="{624F616B-279C-4D0E-929E-FC9B75540499}" destId="{D8E4B29E-C12B-459C-8ED2-5251F2FB2AA7}" srcOrd="1" destOrd="0" presId="urn:microsoft.com/office/officeart/2005/8/layout/hList9"/>
    <dgm:cxn modelId="{F8ED0778-9F97-4B96-8D8E-600D310156A8}" type="presOf" srcId="{06405F95-EE8F-4B4B-B35F-137F91FE1488}" destId="{67C544B3-522B-430F-8A8B-919D622F0FF0}" srcOrd="0" destOrd="0" presId="urn:microsoft.com/office/officeart/2005/8/layout/hList9"/>
    <dgm:cxn modelId="{CCE6C17A-1F84-408E-9502-94C523F505C1}" type="presOf" srcId="{32D85B67-7C77-4764-B019-442E943E533E}" destId="{6DF936F7-7858-4ECB-8456-97D09D51E38C}" srcOrd="1" destOrd="0" presId="urn:microsoft.com/office/officeart/2005/8/layout/hList9"/>
    <dgm:cxn modelId="{E51B087D-7BE7-4793-8AE2-0EA02C8C9F1A}" type="presOf" srcId="{79DE745F-601F-4DF7-A8F6-2CB5620A7C05}" destId="{9B2DB732-F7AF-478B-A9BD-89AEA8132488}" srcOrd="0" destOrd="0" presId="urn:microsoft.com/office/officeart/2005/8/layout/hList9"/>
    <dgm:cxn modelId="{B64EC285-A6CD-4669-9490-C59E8F475E48}" type="presOf" srcId="{20FED23D-4936-4826-9939-CF9FD27D1D1D}" destId="{2F78025F-67A2-4F5D-9F9A-72467A08428A}" srcOrd="1" destOrd="0" presId="urn:microsoft.com/office/officeart/2005/8/layout/hList9"/>
    <dgm:cxn modelId="{DBA90286-31B5-4DFA-B2EA-0E1160D0777B}" type="presOf" srcId="{37A28A45-E754-490C-94F1-FCAEDFA7533A}" destId="{1530A60F-45AD-45B8-9B08-FA45EDC50647}" srcOrd="0" destOrd="0" presId="urn:microsoft.com/office/officeart/2005/8/layout/hList9"/>
    <dgm:cxn modelId="{26FEA688-87CC-4B17-AE05-86DF6358D31A}" srcId="{D20CF0DB-EC55-4DE8-82AE-111C79D94564}" destId="{20FED23D-4936-4826-9939-CF9FD27D1D1D}" srcOrd="3" destOrd="0" parTransId="{C74D1BD3-676C-49C7-821B-AD11490189A1}" sibTransId="{F96D0D82-AA8D-443F-862A-3D74D2BF626F}"/>
    <dgm:cxn modelId="{10579B9B-BCF4-4CBE-B40C-12DE61548E40}" type="presOf" srcId="{4D1A7258-1BCE-45A2-AD71-87173B2F6AA1}" destId="{4B9AB49C-153F-4CBB-AA33-C7D13BB67BEB}" srcOrd="0" destOrd="0" presId="urn:microsoft.com/office/officeart/2005/8/layout/hList9"/>
    <dgm:cxn modelId="{5965F7A1-59D2-4F19-AEC4-F013EF40D32C}" type="presOf" srcId="{06405F95-EE8F-4B4B-B35F-137F91FE1488}" destId="{1BBD84CD-CD3A-49CF-A9F8-0A85D36DC037}" srcOrd="1" destOrd="0" presId="urn:microsoft.com/office/officeart/2005/8/layout/hList9"/>
    <dgm:cxn modelId="{B5BE97A2-A88B-467E-851A-ED600E75DDDA}" type="presOf" srcId="{3CEF540D-2566-451A-A57D-6D0B16FE1421}" destId="{85120EAE-6D1E-46D3-BF13-290B77B686C9}" srcOrd="1" destOrd="0" presId="urn:microsoft.com/office/officeart/2005/8/layout/hList9"/>
    <dgm:cxn modelId="{D8E6B2A2-CD29-4714-A7DE-6DA0EB0F6D05}" srcId="{79DE745F-601F-4DF7-A8F6-2CB5620A7C05}" destId="{50ECB244-AF25-4B68-BBFF-050776D3BA71}" srcOrd="1" destOrd="0" parTransId="{C3290D48-C604-4D55-9335-23E36DC0FD29}" sibTransId="{00CD825F-1A08-4850-B0D2-65D5060E503C}"/>
    <dgm:cxn modelId="{1B4859A5-3EC8-4191-873B-A7110D1512A7}" type="presOf" srcId="{BFBB121A-34F9-4FD0-8031-30B2AD442E46}" destId="{3760D8EC-6622-46E1-980B-6E8C2A1ABAD6}" srcOrd="0" destOrd="0" presId="urn:microsoft.com/office/officeart/2005/8/layout/hList9"/>
    <dgm:cxn modelId="{5E78EAB4-405D-44F1-8ADF-77BADD0CAB83}" type="presOf" srcId="{6F0B1CC2-4E31-4C95-968D-5E7ED9F5C7E2}" destId="{E310B5A3-1E61-4806-87E7-089782232049}" srcOrd="0" destOrd="0" presId="urn:microsoft.com/office/officeart/2005/8/layout/hList9"/>
    <dgm:cxn modelId="{0D4553B6-FCCB-43C2-9BED-B6FEF7C2762A}" srcId="{2286ED68-F51E-4AD8-B493-CE74AE6AF6A6}" destId="{624F616B-279C-4D0E-929E-FC9B75540499}" srcOrd="2" destOrd="0" parTransId="{7DA570D0-7F7C-4587-A6C5-C6E57BF162AE}" sibTransId="{2974668A-CD30-4782-A4E9-E93EA032740F}"/>
    <dgm:cxn modelId="{3B5156BD-6E31-49BC-8075-8592043B33E5}" type="presOf" srcId="{2286ED68-F51E-4AD8-B493-CE74AE6AF6A6}" destId="{CDBCB2C9-A747-4816-B199-49F0012A2560}" srcOrd="0" destOrd="0" presId="urn:microsoft.com/office/officeart/2005/8/layout/hList9"/>
    <dgm:cxn modelId="{C3298DC4-1C0A-4B5D-9800-CDF5DC2E72B9}" srcId="{50ECB244-AF25-4B68-BBFF-050776D3BA71}" destId="{BFBB121A-34F9-4FD0-8031-30B2AD442E46}" srcOrd="1" destOrd="0" parTransId="{2390C03E-8A08-45F1-96E8-6059DCED83F6}" sibTransId="{3D53B36D-D724-4600-B1B7-707B5FC9C7EF}"/>
    <dgm:cxn modelId="{3EA498D2-5732-4992-A267-787A9B85885B}" type="presOf" srcId="{D20CF0DB-EC55-4DE8-82AE-111C79D94564}" destId="{77316ED1-B285-451B-80F5-86F0F98BC82F}" srcOrd="0" destOrd="0" presId="urn:microsoft.com/office/officeart/2005/8/layout/hList9"/>
    <dgm:cxn modelId="{520687D3-4E98-4408-992D-54154CA2DCEF}" srcId="{50ECB244-AF25-4B68-BBFF-050776D3BA71}" destId="{4D1A7258-1BCE-45A2-AD71-87173B2F6AA1}" srcOrd="2" destOrd="0" parTransId="{683987AA-1616-41BB-B1B0-7C61E1DD0CF3}" sibTransId="{0494E72B-DBB3-4C1E-8A5E-C69AA4A5ACAC}"/>
    <dgm:cxn modelId="{1508B5DB-5A3A-4994-8249-F622E5D713A7}" srcId="{2286ED68-F51E-4AD8-B493-CE74AE6AF6A6}" destId="{37A28A45-E754-490C-94F1-FCAEDFA7533A}" srcOrd="1" destOrd="0" parTransId="{6CAC47F2-98E3-4691-BA25-AA41223FB232}" sibTransId="{A8A0257E-DF40-438C-B8BD-B95E840F47A4}"/>
    <dgm:cxn modelId="{861763DC-298D-4A4F-B6C4-EEE0A2E5DE08}" srcId="{79DE745F-601F-4DF7-A8F6-2CB5620A7C05}" destId="{D20CF0DB-EC55-4DE8-82AE-111C79D94564}" srcOrd="3" destOrd="0" parTransId="{6E9C3385-2B3A-4088-B656-26D371736F1D}" sibTransId="{76BDA6C9-BFE0-49AE-98E9-448AF1554414}"/>
    <dgm:cxn modelId="{CF418ADE-C73F-453D-94E8-81702FF89825}" type="presOf" srcId="{50ECB244-AF25-4B68-BBFF-050776D3BA71}" destId="{B40E9B83-EE53-4E28-B3EF-CC191BE36B3C}" srcOrd="0" destOrd="0" presId="urn:microsoft.com/office/officeart/2005/8/layout/hList9"/>
    <dgm:cxn modelId="{846CBEDE-FC65-41BB-943F-0F15D60A6D29}" type="presOf" srcId="{3CEF540D-2566-451A-A57D-6D0B16FE1421}" destId="{F1C2C304-4046-48AE-9AC1-0BF758F145AD}" srcOrd="0" destOrd="0" presId="urn:microsoft.com/office/officeart/2005/8/layout/hList9"/>
    <dgm:cxn modelId="{B547FBDF-6C7B-4A1B-AD71-B8AF446025CE}" srcId="{50ECB244-AF25-4B68-BBFF-050776D3BA71}" destId="{3CEF540D-2566-451A-A57D-6D0B16FE1421}" srcOrd="3" destOrd="0" parTransId="{D00DC07B-BA95-4FB1-B3D0-ADE3FC2DF042}" sibTransId="{74E5715B-E10A-4183-BFB9-3020B321ED7E}"/>
    <dgm:cxn modelId="{573514E4-411E-4734-8354-18BA7403B3CE}" type="presOf" srcId="{6318D239-A0B2-4B28-A911-471C39E262AF}" destId="{3A3E7DED-9A44-4E61-A2EF-C478ECF05014}" srcOrd="1" destOrd="0" presId="urn:microsoft.com/office/officeart/2005/8/layout/hList9"/>
    <dgm:cxn modelId="{795A54E4-9093-4888-9FAB-64F416011DB4}" type="presOf" srcId="{A39C9766-48D5-454D-82E6-EE4E2BECD863}" destId="{27177DDA-94FD-464C-AE57-67EF31A140D0}" srcOrd="1" destOrd="0" presId="urn:microsoft.com/office/officeart/2005/8/layout/hList9"/>
    <dgm:cxn modelId="{9846EAE4-692D-4C58-8FB4-C0447FBA2C5D}" type="presOf" srcId="{32D85B67-7C77-4764-B019-442E943E533E}" destId="{0F4F0437-7CB9-491F-BBD9-E76EC3294117}" srcOrd="0" destOrd="0" presId="urn:microsoft.com/office/officeart/2005/8/layout/hList9"/>
    <dgm:cxn modelId="{1D845EE6-4EB9-41C2-975B-FEC93C2A22A2}" srcId="{6F0B1CC2-4E31-4C95-968D-5E7ED9F5C7E2}" destId="{D42C4D5C-058B-4344-B0E3-65FDE929E3C5}" srcOrd="0" destOrd="0" parTransId="{A8BA53DB-0FD2-4BA3-A351-59A8C7E5A879}" sibTransId="{8AAC726C-1B97-4F89-9168-E9AA2E4A3B5A}"/>
    <dgm:cxn modelId="{E87CF3EC-B511-41BF-BCA5-0088EECE3041}" type="presOf" srcId="{553AC11C-6A9F-4C7D-BED4-6DCF7ADC099B}" destId="{0C360358-95E8-4CE2-80DD-CC69A6A3FF0F}" srcOrd="0" destOrd="0" presId="urn:microsoft.com/office/officeart/2005/8/layout/hList9"/>
    <dgm:cxn modelId="{E6885DF4-2C35-4318-BFC0-4D615A98D1D3}" type="presOf" srcId="{37A28A45-E754-490C-94F1-FCAEDFA7533A}" destId="{642201AC-8C68-4E13-B94A-84C7112E3345}" srcOrd="1" destOrd="0" presId="urn:microsoft.com/office/officeart/2005/8/layout/hList9"/>
    <dgm:cxn modelId="{EA2C09F5-F6DD-4DE2-83EB-F87D47F49E73}" srcId="{D20CF0DB-EC55-4DE8-82AE-111C79D94564}" destId="{AD773BB6-57F3-43A6-9A72-A8C6ED791C5B}" srcOrd="2" destOrd="0" parTransId="{776FB04E-DB79-4DA5-B259-24731E9AFCD9}" sibTransId="{328D0E6B-EEB8-4D40-875B-2A5CF428C965}"/>
    <dgm:cxn modelId="{8E5E2FFC-C454-49AE-AFA4-87D53761B99C}" type="presOf" srcId="{A39C9766-48D5-454D-82E6-EE4E2BECD863}" destId="{6526DD72-4759-48F2-97EF-5FC3C757FD15}" srcOrd="0" destOrd="0" presId="urn:microsoft.com/office/officeart/2005/8/layout/hList9"/>
    <dgm:cxn modelId="{C9E79A54-451B-47BE-B443-838730CFAC3A}" type="presParOf" srcId="{9B2DB732-F7AF-478B-A9BD-89AEA8132488}" destId="{238F963E-491A-4E09-90E2-86D0365302BE}" srcOrd="0" destOrd="0" presId="urn:microsoft.com/office/officeart/2005/8/layout/hList9"/>
    <dgm:cxn modelId="{7DF68A40-42BF-4A9A-9B8C-4928445E7386}" type="presParOf" srcId="{9B2DB732-F7AF-478B-A9BD-89AEA8132488}" destId="{C40E7E58-634C-4CC3-8742-2A3152F9F835}" srcOrd="1" destOrd="0" presId="urn:microsoft.com/office/officeart/2005/8/layout/hList9"/>
    <dgm:cxn modelId="{4F09926A-5E1B-403F-B84F-4F9532059E0B}" type="presParOf" srcId="{C40E7E58-634C-4CC3-8742-2A3152F9F835}" destId="{DF8A3A4C-6074-4227-A1DC-88FF64995871}" srcOrd="0" destOrd="0" presId="urn:microsoft.com/office/officeart/2005/8/layout/hList9"/>
    <dgm:cxn modelId="{A54914BA-529A-40FC-8157-DD28D6FF3250}" type="presParOf" srcId="{C40E7E58-634C-4CC3-8742-2A3152F9F835}" destId="{6399D48B-D17F-44E1-95B7-FC546869F5DA}" srcOrd="1" destOrd="0" presId="urn:microsoft.com/office/officeart/2005/8/layout/hList9"/>
    <dgm:cxn modelId="{646508F3-94F4-4A3E-BC9D-91A589060025}" type="presParOf" srcId="{6399D48B-D17F-44E1-95B7-FC546869F5DA}" destId="{79077231-D793-424F-B193-1021CDDDD3EE}" srcOrd="0" destOrd="0" presId="urn:microsoft.com/office/officeart/2005/8/layout/hList9"/>
    <dgm:cxn modelId="{457E427C-9CE5-4B5D-B013-1762E4A11961}" type="presParOf" srcId="{6399D48B-D17F-44E1-95B7-FC546869F5DA}" destId="{1947EA19-95CD-4DA1-AB1E-4D0637460DE0}" srcOrd="1" destOrd="0" presId="urn:microsoft.com/office/officeart/2005/8/layout/hList9"/>
    <dgm:cxn modelId="{264F3ED9-2836-463A-97ED-2FD6252D0FA7}" type="presParOf" srcId="{C40E7E58-634C-4CC3-8742-2A3152F9F835}" destId="{59C9AE2C-660C-4762-BC6A-4203D23C0846}" srcOrd="2" destOrd="0" presId="urn:microsoft.com/office/officeart/2005/8/layout/hList9"/>
    <dgm:cxn modelId="{92504206-6B22-42F0-8213-AB8216582B80}" type="presParOf" srcId="{59C9AE2C-660C-4762-BC6A-4203D23C0846}" destId="{1530A60F-45AD-45B8-9B08-FA45EDC50647}" srcOrd="0" destOrd="0" presId="urn:microsoft.com/office/officeart/2005/8/layout/hList9"/>
    <dgm:cxn modelId="{6B9FB4B4-F300-4AAC-A2EA-40C6AFA8B7C5}" type="presParOf" srcId="{59C9AE2C-660C-4762-BC6A-4203D23C0846}" destId="{642201AC-8C68-4E13-B94A-84C7112E3345}" srcOrd="1" destOrd="0" presId="urn:microsoft.com/office/officeart/2005/8/layout/hList9"/>
    <dgm:cxn modelId="{2C3AADC0-2D34-406E-94C3-EB10F409E2D8}" type="presParOf" srcId="{C40E7E58-634C-4CC3-8742-2A3152F9F835}" destId="{4D3AB948-0260-42EB-802E-F13B92F2BD17}" srcOrd="3" destOrd="0" presId="urn:microsoft.com/office/officeart/2005/8/layout/hList9"/>
    <dgm:cxn modelId="{282B105A-4772-4540-82B2-5CCCA6261488}" type="presParOf" srcId="{4D3AB948-0260-42EB-802E-F13B92F2BD17}" destId="{E351BC2C-5E8E-42C5-A14F-BC7EDCF6058C}" srcOrd="0" destOrd="0" presId="urn:microsoft.com/office/officeart/2005/8/layout/hList9"/>
    <dgm:cxn modelId="{AA60CDA8-AFB4-4076-8C18-6C1023B57B2B}" type="presParOf" srcId="{4D3AB948-0260-42EB-802E-F13B92F2BD17}" destId="{D8E4B29E-C12B-459C-8ED2-5251F2FB2AA7}" srcOrd="1" destOrd="0" presId="urn:microsoft.com/office/officeart/2005/8/layout/hList9"/>
    <dgm:cxn modelId="{94F74A0B-B95F-4533-A086-8A94222DCE09}" type="presParOf" srcId="{9B2DB732-F7AF-478B-A9BD-89AEA8132488}" destId="{4BAA5738-DAF7-4DF1-A0AE-F849F42AE1F7}" srcOrd="2" destOrd="0" presId="urn:microsoft.com/office/officeart/2005/8/layout/hList9"/>
    <dgm:cxn modelId="{2CE48FF8-B858-4EBD-A7E8-BB74378076CB}" type="presParOf" srcId="{9B2DB732-F7AF-478B-A9BD-89AEA8132488}" destId="{CDBCB2C9-A747-4816-B199-49F0012A2560}" srcOrd="3" destOrd="0" presId="urn:microsoft.com/office/officeart/2005/8/layout/hList9"/>
    <dgm:cxn modelId="{905289BA-2E07-4DF0-9530-70C8455B9A5C}" type="presParOf" srcId="{9B2DB732-F7AF-478B-A9BD-89AEA8132488}" destId="{CF79C5CF-DB15-4EB2-A770-C4012FFD6D7E}" srcOrd="4" destOrd="0" presId="urn:microsoft.com/office/officeart/2005/8/layout/hList9"/>
    <dgm:cxn modelId="{FAA27E39-0AA9-4DC0-B2D4-1A51A0A66E2B}" type="presParOf" srcId="{9B2DB732-F7AF-478B-A9BD-89AEA8132488}" destId="{C05CA3D9-3FAA-4118-B66E-19535AB7B3AB}" srcOrd="5" destOrd="0" presId="urn:microsoft.com/office/officeart/2005/8/layout/hList9"/>
    <dgm:cxn modelId="{67D8DEA4-7C89-4FF3-8036-B4C18F6FDC05}" type="presParOf" srcId="{9B2DB732-F7AF-478B-A9BD-89AEA8132488}" destId="{5362DC9A-BE34-4C0C-8B44-ECE5C4B4AD10}" srcOrd="6" destOrd="0" presId="urn:microsoft.com/office/officeart/2005/8/layout/hList9"/>
    <dgm:cxn modelId="{BC571BDE-6509-41CF-BA9F-496BEF578AF7}" type="presParOf" srcId="{5362DC9A-BE34-4C0C-8B44-ECE5C4B4AD10}" destId="{B9709D47-4FCC-4A6F-A949-B2866032E665}" srcOrd="0" destOrd="0" presId="urn:microsoft.com/office/officeart/2005/8/layout/hList9"/>
    <dgm:cxn modelId="{3A3D4B52-98A4-45B4-822B-D692EBB58363}" type="presParOf" srcId="{5362DC9A-BE34-4C0C-8B44-ECE5C4B4AD10}" destId="{19063D4B-5C0A-4B1F-8D22-D5E358F0F033}" srcOrd="1" destOrd="0" presId="urn:microsoft.com/office/officeart/2005/8/layout/hList9"/>
    <dgm:cxn modelId="{40817281-1CF7-4AD4-9DF4-FD42BCD2AD61}" type="presParOf" srcId="{19063D4B-5C0A-4B1F-8D22-D5E358F0F033}" destId="{0F4F0437-7CB9-491F-BBD9-E76EC3294117}" srcOrd="0" destOrd="0" presId="urn:microsoft.com/office/officeart/2005/8/layout/hList9"/>
    <dgm:cxn modelId="{E6C994F3-4D9D-4E6A-8F60-E05A9C2EE386}" type="presParOf" srcId="{19063D4B-5C0A-4B1F-8D22-D5E358F0F033}" destId="{6DF936F7-7858-4ECB-8456-97D09D51E38C}" srcOrd="1" destOrd="0" presId="urn:microsoft.com/office/officeart/2005/8/layout/hList9"/>
    <dgm:cxn modelId="{500C1272-BE59-47C9-B737-BD6E26786653}" type="presParOf" srcId="{5362DC9A-BE34-4C0C-8B44-ECE5C4B4AD10}" destId="{BF463A88-E48B-4373-BBFC-9B4E8B6B00E5}" srcOrd="2" destOrd="0" presId="urn:microsoft.com/office/officeart/2005/8/layout/hList9"/>
    <dgm:cxn modelId="{19002C52-A034-4F7C-9D0E-88AE8F3D96F3}" type="presParOf" srcId="{BF463A88-E48B-4373-BBFC-9B4E8B6B00E5}" destId="{3760D8EC-6622-46E1-980B-6E8C2A1ABAD6}" srcOrd="0" destOrd="0" presId="urn:microsoft.com/office/officeart/2005/8/layout/hList9"/>
    <dgm:cxn modelId="{CEB77AA2-45FF-4A38-A260-A91725AAEC0A}" type="presParOf" srcId="{BF463A88-E48B-4373-BBFC-9B4E8B6B00E5}" destId="{D489C694-1C0F-4347-81E8-224DDCD92368}" srcOrd="1" destOrd="0" presId="urn:microsoft.com/office/officeart/2005/8/layout/hList9"/>
    <dgm:cxn modelId="{775334F5-B0D5-496F-9C0D-9CE429207995}" type="presParOf" srcId="{5362DC9A-BE34-4C0C-8B44-ECE5C4B4AD10}" destId="{CEED1CA9-9802-4D5F-B058-23A22EB0EFBE}" srcOrd="3" destOrd="0" presId="urn:microsoft.com/office/officeart/2005/8/layout/hList9"/>
    <dgm:cxn modelId="{56D0A7C6-685C-4865-8DCA-9FC5255AE8BF}" type="presParOf" srcId="{CEED1CA9-9802-4D5F-B058-23A22EB0EFBE}" destId="{4B9AB49C-153F-4CBB-AA33-C7D13BB67BEB}" srcOrd="0" destOrd="0" presId="urn:microsoft.com/office/officeart/2005/8/layout/hList9"/>
    <dgm:cxn modelId="{78BD81A4-9FA0-4258-8467-1DBD31228FBD}" type="presParOf" srcId="{CEED1CA9-9802-4D5F-B058-23A22EB0EFBE}" destId="{3614327E-40CE-4CA9-B7AA-283B78CE1C8B}" srcOrd="1" destOrd="0" presId="urn:microsoft.com/office/officeart/2005/8/layout/hList9"/>
    <dgm:cxn modelId="{FBCED7F0-1E62-4939-8FBC-C3AC4A3E69F5}" type="presParOf" srcId="{5362DC9A-BE34-4C0C-8B44-ECE5C4B4AD10}" destId="{86F49CDE-F4FB-4174-B1CB-576C8B273F68}" srcOrd="4" destOrd="0" presId="urn:microsoft.com/office/officeart/2005/8/layout/hList9"/>
    <dgm:cxn modelId="{10A2CE28-2497-4A0D-B348-E0E4537ED698}" type="presParOf" srcId="{86F49CDE-F4FB-4174-B1CB-576C8B273F68}" destId="{F1C2C304-4046-48AE-9AC1-0BF758F145AD}" srcOrd="0" destOrd="0" presId="urn:microsoft.com/office/officeart/2005/8/layout/hList9"/>
    <dgm:cxn modelId="{4CEA047E-DB99-4AB0-AABF-F74E4264583D}" type="presParOf" srcId="{86F49CDE-F4FB-4174-B1CB-576C8B273F68}" destId="{85120EAE-6D1E-46D3-BF13-290B77B686C9}" srcOrd="1" destOrd="0" presId="urn:microsoft.com/office/officeart/2005/8/layout/hList9"/>
    <dgm:cxn modelId="{CA6369F5-D960-4E32-945E-9219A72C6AD3}" type="presParOf" srcId="{5362DC9A-BE34-4C0C-8B44-ECE5C4B4AD10}" destId="{65FE45AF-5F76-4A4D-A738-36A9AD9BDC81}" srcOrd="5" destOrd="0" presId="urn:microsoft.com/office/officeart/2005/8/layout/hList9"/>
    <dgm:cxn modelId="{1EB53AAA-F357-43BA-B8DC-E2FD820FB526}" type="presParOf" srcId="{65FE45AF-5F76-4A4D-A738-36A9AD9BDC81}" destId="{25F0E392-4419-413D-9838-833E514EFCF7}" srcOrd="0" destOrd="0" presId="urn:microsoft.com/office/officeart/2005/8/layout/hList9"/>
    <dgm:cxn modelId="{98540AC6-02D1-4DA9-86D9-4541828B1B61}" type="presParOf" srcId="{65FE45AF-5F76-4A4D-A738-36A9AD9BDC81}" destId="{3A3E7DED-9A44-4E61-A2EF-C478ECF05014}" srcOrd="1" destOrd="0" presId="urn:microsoft.com/office/officeart/2005/8/layout/hList9"/>
    <dgm:cxn modelId="{67AE0A76-EF6A-41B1-B8E3-08090B27984E}" type="presParOf" srcId="{9B2DB732-F7AF-478B-A9BD-89AEA8132488}" destId="{76260E88-E806-4178-B9F4-4A9DC36F107F}" srcOrd="7" destOrd="0" presId="urn:microsoft.com/office/officeart/2005/8/layout/hList9"/>
    <dgm:cxn modelId="{0DA23509-BAC3-4845-BC4D-CC0CE50C6AC1}" type="presParOf" srcId="{9B2DB732-F7AF-478B-A9BD-89AEA8132488}" destId="{B40E9B83-EE53-4E28-B3EF-CC191BE36B3C}" srcOrd="8" destOrd="0" presId="urn:microsoft.com/office/officeart/2005/8/layout/hList9"/>
    <dgm:cxn modelId="{A0DBD3B7-A036-45CE-A74D-A72B9ED080DA}" type="presParOf" srcId="{9B2DB732-F7AF-478B-A9BD-89AEA8132488}" destId="{F9FC1ECA-E1F0-493C-8F5F-51D06DA0E68F}" srcOrd="9" destOrd="0" presId="urn:microsoft.com/office/officeart/2005/8/layout/hList9"/>
    <dgm:cxn modelId="{B7BD6ADC-97AE-4D07-B478-09076028E16C}" type="presParOf" srcId="{9B2DB732-F7AF-478B-A9BD-89AEA8132488}" destId="{9783B0AC-4961-412C-9D17-0BE06379AEE6}" srcOrd="10" destOrd="0" presId="urn:microsoft.com/office/officeart/2005/8/layout/hList9"/>
    <dgm:cxn modelId="{94FCC62B-8155-4CE9-A0D7-EEC7DD58380B}" type="presParOf" srcId="{9B2DB732-F7AF-478B-A9BD-89AEA8132488}" destId="{ABFCDA46-FAFB-4B47-A3FC-75F46906AD94}" srcOrd="11" destOrd="0" presId="urn:microsoft.com/office/officeart/2005/8/layout/hList9"/>
    <dgm:cxn modelId="{9F4A0D8A-A8C2-474E-8AD3-5D13F79AE5CE}" type="presParOf" srcId="{ABFCDA46-FAFB-4B47-A3FC-75F46906AD94}" destId="{4F545C70-E32F-4C95-A1FB-C943C1FB682C}" srcOrd="0" destOrd="0" presId="urn:microsoft.com/office/officeart/2005/8/layout/hList9"/>
    <dgm:cxn modelId="{14ED59EF-38B5-4F3A-AB6A-66F4F2198893}" type="presParOf" srcId="{ABFCDA46-FAFB-4B47-A3FC-75F46906AD94}" destId="{0B663C1C-2E60-4CF1-B918-B315F40EF7B9}" srcOrd="1" destOrd="0" presId="urn:microsoft.com/office/officeart/2005/8/layout/hList9"/>
    <dgm:cxn modelId="{F30A0E97-02AC-444B-9469-B79EF33ED5BF}" type="presParOf" srcId="{0B663C1C-2E60-4CF1-B918-B315F40EF7B9}" destId="{E8FA5F3E-8B91-4279-BFAB-B20719EC27FE}" srcOrd="0" destOrd="0" presId="urn:microsoft.com/office/officeart/2005/8/layout/hList9"/>
    <dgm:cxn modelId="{FE5A3A51-AF51-4055-BB64-5F60F1D2E27C}" type="presParOf" srcId="{0B663C1C-2E60-4CF1-B918-B315F40EF7B9}" destId="{7296EC7C-C930-40E1-B8AB-79BC6E0C1448}" srcOrd="1" destOrd="0" presId="urn:microsoft.com/office/officeart/2005/8/layout/hList9"/>
    <dgm:cxn modelId="{E06FE5A8-7B4E-4237-8FBB-6BE6CB073D1D}" type="presParOf" srcId="{9B2DB732-F7AF-478B-A9BD-89AEA8132488}" destId="{17BE47A2-41E6-45B2-AF31-60B5DFC1AAC4}" srcOrd="12" destOrd="0" presId="urn:microsoft.com/office/officeart/2005/8/layout/hList9"/>
    <dgm:cxn modelId="{63059ACE-B7AD-42F5-AAC7-FADC3CF21FB6}" type="presParOf" srcId="{9B2DB732-F7AF-478B-A9BD-89AEA8132488}" destId="{E310B5A3-1E61-4806-87E7-089782232049}" srcOrd="13" destOrd="0" presId="urn:microsoft.com/office/officeart/2005/8/layout/hList9"/>
    <dgm:cxn modelId="{C1DDA3FE-A67B-4E71-B05E-0B8CAD0F6C73}" type="presParOf" srcId="{9B2DB732-F7AF-478B-A9BD-89AEA8132488}" destId="{DC85A4CB-CBEA-42C6-89DE-EB1879AFC241}" srcOrd="14" destOrd="0" presId="urn:microsoft.com/office/officeart/2005/8/layout/hList9"/>
    <dgm:cxn modelId="{07801CF7-9391-4689-9E1E-186D2CB529EC}" type="presParOf" srcId="{9B2DB732-F7AF-478B-A9BD-89AEA8132488}" destId="{5A739E71-3F94-43D2-8A9C-1EAF85419DC9}" srcOrd="15" destOrd="0" presId="urn:microsoft.com/office/officeart/2005/8/layout/hList9"/>
    <dgm:cxn modelId="{C893EDB3-4FAC-4132-97BF-1019EFE3EC23}" type="presParOf" srcId="{9B2DB732-F7AF-478B-A9BD-89AEA8132488}" destId="{0C1E6F7B-2D18-4DA1-B659-B42818BD4C4F}" srcOrd="16" destOrd="0" presId="urn:microsoft.com/office/officeart/2005/8/layout/hList9"/>
    <dgm:cxn modelId="{1A601137-77A8-4BCE-AE11-FDBE9A3087D6}" type="presParOf" srcId="{0C1E6F7B-2D18-4DA1-B659-B42818BD4C4F}" destId="{189983ED-F070-43DE-87BC-BC980A22194B}" srcOrd="0" destOrd="0" presId="urn:microsoft.com/office/officeart/2005/8/layout/hList9"/>
    <dgm:cxn modelId="{CFAC36C7-CAEB-4C73-AE3F-891C26759742}" type="presParOf" srcId="{0C1E6F7B-2D18-4DA1-B659-B42818BD4C4F}" destId="{85CFA455-0161-41F7-96B8-BDF3D60BFDAA}" srcOrd="1" destOrd="0" presId="urn:microsoft.com/office/officeart/2005/8/layout/hList9"/>
    <dgm:cxn modelId="{85CCAB3F-B3D0-45D3-B484-D2A2290E9B77}" type="presParOf" srcId="{85CFA455-0161-41F7-96B8-BDF3D60BFDAA}" destId="{1E657521-07AD-4E81-B76D-7C32606F6D01}" srcOrd="0" destOrd="0" presId="urn:microsoft.com/office/officeart/2005/8/layout/hList9"/>
    <dgm:cxn modelId="{D4341955-3287-4E43-96DF-A9DB62599999}" type="presParOf" srcId="{85CFA455-0161-41F7-96B8-BDF3D60BFDAA}" destId="{3838E2E9-031D-4D19-9001-BC6B4C6175A5}" srcOrd="1" destOrd="0" presId="urn:microsoft.com/office/officeart/2005/8/layout/hList9"/>
    <dgm:cxn modelId="{ECD27421-758D-4103-8129-B74442D6FEE1}" type="presParOf" srcId="{0C1E6F7B-2D18-4DA1-B659-B42818BD4C4F}" destId="{E10387F6-7BED-4541-9AEC-1489654FBAB0}" srcOrd="2" destOrd="0" presId="urn:microsoft.com/office/officeart/2005/8/layout/hList9"/>
    <dgm:cxn modelId="{FEA04439-67C8-4A23-B1CD-D3DA8FBC2FF0}" type="presParOf" srcId="{E10387F6-7BED-4541-9AEC-1489654FBAB0}" destId="{6526DD72-4759-48F2-97EF-5FC3C757FD15}" srcOrd="0" destOrd="0" presId="urn:microsoft.com/office/officeart/2005/8/layout/hList9"/>
    <dgm:cxn modelId="{D0F06B28-EC66-4856-A04B-7D5DB9A31F94}" type="presParOf" srcId="{E10387F6-7BED-4541-9AEC-1489654FBAB0}" destId="{27177DDA-94FD-464C-AE57-67EF31A140D0}" srcOrd="1" destOrd="0" presId="urn:microsoft.com/office/officeart/2005/8/layout/hList9"/>
    <dgm:cxn modelId="{E2431A39-7FBD-4528-BB51-46CA67285AD1}" type="presParOf" srcId="{0C1E6F7B-2D18-4DA1-B659-B42818BD4C4F}" destId="{4A501BD9-F799-4BE5-B921-0DE3B7D12069}" srcOrd="3" destOrd="0" presId="urn:microsoft.com/office/officeart/2005/8/layout/hList9"/>
    <dgm:cxn modelId="{27C3EEAB-557A-4AE0-BD2C-AD5FB2211287}" type="presParOf" srcId="{4A501BD9-F799-4BE5-B921-0DE3B7D12069}" destId="{47D857E8-81D9-4F4A-B536-13F54A80C207}" srcOrd="0" destOrd="0" presId="urn:microsoft.com/office/officeart/2005/8/layout/hList9"/>
    <dgm:cxn modelId="{FA04B386-94CD-4B3C-B947-5F1BFD6648D6}" type="presParOf" srcId="{4A501BD9-F799-4BE5-B921-0DE3B7D12069}" destId="{2D129C39-38F5-47B8-A735-3410B6A65CF4}" srcOrd="1" destOrd="0" presId="urn:microsoft.com/office/officeart/2005/8/layout/hList9"/>
    <dgm:cxn modelId="{23671384-5C28-45F9-BFA8-11C2E238CE58}" type="presParOf" srcId="{0C1E6F7B-2D18-4DA1-B659-B42818BD4C4F}" destId="{B403228C-F13F-4124-B7C6-47B075F27F48}" srcOrd="4" destOrd="0" presId="urn:microsoft.com/office/officeart/2005/8/layout/hList9"/>
    <dgm:cxn modelId="{C553AD56-CA55-4556-9C64-D4D80A3B8066}" type="presParOf" srcId="{B403228C-F13F-4124-B7C6-47B075F27F48}" destId="{4410FA08-AD4D-4368-9F6E-8AAA064A8282}" srcOrd="0" destOrd="0" presId="urn:microsoft.com/office/officeart/2005/8/layout/hList9"/>
    <dgm:cxn modelId="{39112CA8-0476-4916-9C0F-2B5655009957}" type="presParOf" srcId="{B403228C-F13F-4124-B7C6-47B075F27F48}" destId="{2F78025F-67A2-4F5D-9F9A-72467A08428A}" srcOrd="1" destOrd="0" presId="urn:microsoft.com/office/officeart/2005/8/layout/hList9"/>
    <dgm:cxn modelId="{CD8E9618-844C-47E4-A8F3-0FDF770382EF}" type="presParOf" srcId="{9B2DB732-F7AF-478B-A9BD-89AEA8132488}" destId="{CE485C03-6CA3-4288-80F1-8D04D427EAE5}" srcOrd="17" destOrd="0" presId="urn:microsoft.com/office/officeart/2005/8/layout/hList9"/>
    <dgm:cxn modelId="{3460B437-0C05-4549-8783-3A2131CCBA58}" type="presParOf" srcId="{9B2DB732-F7AF-478B-A9BD-89AEA8132488}" destId="{77316ED1-B285-451B-80F5-86F0F98BC82F}" srcOrd="18" destOrd="0" presId="urn:microsoft.com/office/officeart/2005/8/layout/hList9"/>
    <dgm:cxn modelId="{87F747F0-0EBF-438B-9820-D8F55338861C}" type="presParOf" srcId="{9B2DB732-F7AF-478B-A9BD-89AEA8132488}" destId="{60D88DD5-1DA8-4F46-9A70-0A3CA6EF6468}" srcOrd="19" destOrd="0" presId="urn:microsoft.com/office/officeart/2005/8/layout/hList9"/>
    <dgm:cxn modelId="{1FC3BE93-C0F2-45BE-B2EC-24B2F6639DAB}" type="presParOf" srcId="{9B2DB732-F7AF-478B-A9BD-89AEA8132488}" destId="{9A9AEC02-FC1E-460D-9B26-33551946D24B}" srcOrd="20" destOrd="0" presId="urn:microsoft.com/office/officeart/2005/8/layout/hList9"/>
    <dgm:cxn modelId="{6F87933D-9E01-467D-80C5-A8460AC188DE}" type="presParOf" srcId="{9B2DB732-F7AF-478B-A9BD-89AEA8132488}" destId="{CD9285C3-C910-438A-977D-87FB084E5A71}" srcOrd="21" destOrd="0" presId="urn:microsoft.com/office/officeart/2005/8/layout/hList9"/>
    <dgm:cxn modelId="{FB4DE786-0326-4DB9-BAE9-FD2D5ED62C4E}" type="presParOf" srcId="{CD9285C3-C910-438A-977D-87FB084E5A71}" destId="{3755539D-2CE1-406B-B3B0-69A930599926}" srcOrd="0" destOrd="0" presId="urn:microsoft.com/office/officeart/2005/8/layout/hList9"/>
    <dgm:cxn modelId="{82095B25-756A-48EB-B060-A236407F4DD6}" type="presParOf" srcId="{CD9285C3-C910-438A-977D-87FB084E5A71}" destId="{00B39D33-6031-4DEF-B5A1-FC1552AABD7E}" srcOrd="1" destOrd="0" presId="urn:microsoft.com/office/officeart/2005/8/layout/hList9"/>
    <dgm:cxn modelId="{DA9A859B-8FC1-4656-A38C-2E3BEA0B5254}" type="presParOf" srcId="{00B39D33-6031-4DEF-B5A1-FC1552AABD7E}" destId="{67C544B3-522B-430F-8A8B-919D622F0FF0}" srcOrd="0" destOrd="0" presId="urn:microsoft.com/office/officeart/2005/8/layout/hList9"/>
    <dgm:cxn modelId="{D6F2BB96-FC7E-45F7-A878-67D1D3FDE08F}" type="presParOf" srcId="{00B39D33-6031-4DEF-B5A1-FC1552AABD7E}" destId="{1BBD84CD-CD3A-49CF-A9F8-0A85D36DC037}" srcOrd="1" destOrd="0" presId="urn:microsoft.com/office/officeart/2005/8/layout/hList9"/>
    <dgm:cxn modelId="{B812B000-A52D-458F-8693-D1E45A7BCB15}" type="presParOf" srcId="{9B2DB732-F7AF-478B-A9BD-89AEA8132488}" destId="{C0EC77B8-0D96-4F06-A072-142F11434260}" srcOrd="22" destOrd="0" presId="urn:microsoft.com/office/officeart/2005/8/layout/hList9"/>
    <dgm:cxn modelId="{CE1F1584-23BC-4854-9186-2AA063D5BD4D}" type="presParOf" srcId="{9B2DB732-F7AF-478B-A9BD-89AEA8132488}" destId="{0C360358-95E8-4CE2-80DD-CC69A6A3FF0F}" srcOrd="23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3025BF2-DE52-4588-A495-A146A49218BC}" type="doc">
      <dgm:prSet loTypeId="urn:microsoft.com/office/officeart/2005/8/layout/vList2" loCatId="list" qsTypeId="urn:microsoft.com/office/officeart/2005/8/quickstyle/simple1#20" qsCatId="simple" csTypeId="urn:microsoft.com/office/officeart/2005/8/colors/accent0_1#6" csCatId="mainScheme" phldr="1"/>
      <dgm:spPr/>
      <dgm:t>
        <a:bodyPr/>
        <a:lstStyle/>
        <a:p>
          <a:endParaRPr lang="en-US"/>
        </a:p>
      </dgm:t>
    </dgm:pt>
    <dgm:pt modelId="{A4683117-44A1-420F-9B69-B017ACD5B9D8}">
      <dgm:prSet phldrT="[Text]"/>
      <dgm:spPr/>
      <dgm:t>
        <a:bodyPr/>
        <a:lstStyle/>
        <a:p>
          <a:r>
            <a:rPr lang="en-US"/>
            <a:t>Menstrual suppression</a:t>
          </a:r>
        </a:p>
      </dgm:t>
    </dgm:pt>
    <dgm:pt modelId="{01298480-084A-4C47-AAB0-1D751C7CCAC1}" type="parTrans" cxnId="{C2E64400-C197-4503-9ECD-1519EF64A200}">
      <dgm:prSet/>
      <dgm:spPr/>
      <dgm:t>
        <a:bodyPr/>
        <a:lstStyle/>
        <a:p>
          <a:endParaRPr lang="en-US"/>
        </a:p>
      </dgm:t>
    </dgm:pt>
    <dgm:pt modelId="{B7B9FA65-F9A2-41A3-B760-D3D2989850F9}" type="sibTrans" cxnId="{C2E64400-C197-4503-9ECD-1519EF64A200}">
      <dgm:prSet/>
      <dgm:spPr/>
      <dgm:t>
        <a:bodyPr/>
        <a:lstStyle/>
        <a:p>
          <a:endParaRPr lang="en-US"/>
        </a:p>
      </dgm:t>
    </dgm:pt>
    <dgm:pt modelId="{E54982D3-036C-4A9F-B143-198A2CFBCCE5}">
      <dgm:prSet phldrT="[Text]"/>
      <dgm:spPr/>
      <dgm:t>
        <a:bodyPr/>
        <a:lstStyle/>
        <a:p>
          <a:r>
            <a:rPr lang="en-US"/>
            <a:t>Medical transition</a:t>
          </a:r>
        </a:p>
      </dgm:t>
    </dgm:pt>
    <dgm:pt modelId="{2802CDD1-673C-4E3B-A16E-5543865BADCB}" type="parTrans" cxnId="{E35514F0-9272-4634-B2EA-DBA76401E412}">
      <dgm:prSet/>
      <dgm:spPr/>
      <dgm:t>
        <a:bodyPr/>
        <a:lstStyle/>
        <a:p>
          <a:endParaRPr lang="en-US"/>
        </a:p>
      </dgm:t>
    </dgm:pt>
    <dgm:pt modelId="{9EEE43DC-D7A8-4B0D-B28F-6D6E735A84B0}" type="sibTrans" cxnId="{E35514F0-9272-4634-B2EA-DBA76401E412}">
      <dgm:prSet/>
      <dgm:spPr/>
      <dgm:t>
        <a:bodyPr/>
        <a:lstStyle/>
        <a:p>
          <a:endParaRPr lang="en-US"/>
        </a:p>
      </dgm:t>
    </dgm:pt>
    <dgm:pt modelId="{96470CE4-EC66-4A02-B75D-4F2A751554A5}">
      <dgm:prSet phldrT="[Text]"/>
      <dgm:spPr/>
      <dgm:t>
        <a:bodyPr/>
        <a:lstStyle/>
        <a:p>
          <a:r>
            <a:rPr lang="en-US" dirty="0"/>
            <a:t>Surgical Transition</a:t>
          </a:r>
        </a:p>
      </dgm:t>
    </dgm:pt>
    <dgm:pt modelId="{38CE6B07-90C7-426C-B29E-D9D0BD0D8C6C}" type="parTrans" cxnId="{33C2F7C4-A4ED-40DC-8C2F-B7ED44862C07}">
      <dgm:prSet/>
      <dgm:spPr/>
      <dgm:t>
        <a:bodyPr/>
        <a:lstStyle/>
        <a:p>
          <a:endParaRPr lang="en-US"/>
        </a:p>
      </dgm:t>
    </dgm:pt>
    <dgm:pt modelId="{632A92BE-0D8F-41FD-AF06-C435E3BBAA04}" type="sibTrans" cxnId="{33C2F7C4-A4ED-40DC-8C2F-B7ED44862C07}">
      <dgm:prSet/>
      <dgm:spPr/>
      <dgm:t>
        <a:bodyPr/>
        <a:lstStyle/>
        <a:p>
          <a:endParaRPr lang="en-US"/>
        </a:p>
      </dgm:t>
    </dgm:pt>
    <dgm:pt modelId="{BC8B51DB-B2A0-433F-BF7C-322B481D553E}">
      <dgm:prSet phldrT="[Text]"/>
      <dgm:spPr/>
      <dgm:t>
        <a:bodyPr/>
        <a:lstStyle/>
        <a:p>
          <a:endParaRPr lang="en-US"/>
        </a:p>
      </dgm:t>
    </dgm:pt>
    <dgm:pt modelId="{2C256BD2-35C1-4194-90B5-7607D5DCBDEE}" type="parTrans" cxnId="{8F7C74F3-5EF6-4241-92BE-21CEDF43B745}">
      <dgm:prSet/>
      <dgm:spPr/>
      <dgm:t>
        <a:bodyPr/>
        <a:lstStyle/>
        <a:p>
          <a:endParaRPr lang="en-US"/>
        </a:p>
      </dgm:t>
    </dgm:pt>
    <dgm:pt modelId="{1D2B903F-A5BA-4EF1-A446-5B3FBC236FFF}" type="sibTrans" cxnId="{8F7C74F3-5EF6-4241-92BE-21CEDF43B745}">
      <dgm:prSet/>
      <dgm:spPr/>
      <dgm:t>
        <a:bodyPr/>
        <a:lstStyle/>
        <a:p>
          <a:endParaRPr lang="en-US"/>
        </a:p>
      </dgm:t>
    </dgm:pt>
    <dgm:pt modelId="{62773DA7-F556-4D0B-A1FB-64C1B00E88BB}" type="pres">
      <dgm:prSet presAssocID="{F3025BF2-DE52-4588-A495-A146A49218BC}" presName="linear" presStyleCnt="0">
        <dgm:presLayoutVars>
          <dgm:animLvl val="lvl"/>
          <dgm:resizeHandles val="exact"/>
        </dgm:presLayoutVars>
      </dgm:prSet>
      <dgm:spPr/>
    </dgm:pt>
    <dgm:pt modelId="{AE5E96D3-9F56-4B87-A923-01E4BB473C2F}" type="pres">
      <dgm:prSet presAssocID="{A4683117-44A1-420F-9B69-B017ACD5B9D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0386C5D-E676-4AB7-9CF4-DEF4195973EC}" type="pres">
      <dgm:prSet presAssocID="{B7B9FA65-F9A2-41A3-B760-D3D2989850F9}" presName="spacer" presStyleCnt="0"/>
      <dgm:spPr/>
    </dgm:pt>
    <dgm:pt modelId="{A45951D8-433A-43AA-9E03-656497DA237A}" type="pres">
      <dgm:prSet presAssocID="{E54982D3-036C-4A9F-B143-198A2CFBCCE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32D6DE0-946A-4D2E-B507-61A127EF45EA}" type="pres">
      <dgm:prSet presAssocID="{9EEE43DC-D7A8-4B0D-B28F-6D6E735A84B0}" presName="spacer" presStyleCnt="0"/>
      <dgm:spPr/>
    </dgm:pt>
    <dgm:pt modelId="{CCBAA5E1-9CB2-44F5-85A3-79CA1E84E8F4}" type="pres">
      <dgm:prSet presAssocID="{96470CE4-EC66-4A02-B75D-4F2A751554A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D7C409A2-27F7-4274-AF54-C83897A366E3}" type="pres">
      <dgm:prSet presAssocID="{96470CE4-EC66-4A02-B75D-4F2A751554A5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C2E64400-C197-4503-9ECD-1519EF64A200}" srcId="{F3025BF2-DE52-4588-A495-A146A49218BC}" destId="{A4683117-44A1-420F-9B69-B017ACD5B9D8}" srcOrd="0" destOrd="0" parTransId="{01298480-084A-4C47-AAB0-1D751C7CCAC1}" sibTransId="{B7B9FA65-F9A2-41A3-B760-D3D2989850F9}"/>
    <dgm:cxn modelId="{B2D6E282-5678-469A-9DD8-D4EAF5B5EBA1}" type="presOf" srcId="{BC8B51DB-B2A0-433F-BF7C-322B481D553E}" destId="{D7C409A2-27F7-4274-AF54-C83897A366E3}" srcOrd="0" destOrd="0" presId="urn:microsoft.com/office/officeart/2005/8/layout/vList2"/>
    <dgm:cxn modelId="{3A233B9B-04AA-4506-A199-ADE0900ECAED}" type="presOf" srcId="{A4683117-44A1-420F-9B69-B017ACD5B9D8}" destId="{AE5E96D3-9F56-4B87-A923-01E4BB473C2F}" srcOrd="0" destOrd="0" presId="urn:microsoft.com/office/officeart/2005/8/layout/vList2"/>
    <dgm:cxn modelId="{9CF50EB8-2D5D-4580-A4CE-1690BA3DA995}" type="presOf" srcId="{96470CE4-EC66-4A02-B75D-4F2A751554A5}" destId="{CCBAA5E1-9CB2-44F5-85A3-79CA1E84E8F4}" srcOrd="0" destOrd="0" presId="urn:microsoft.com/office/officeart/2005/8/layout/vList2"/>
    <dgm:cxn modelId="{B76042BD-512F-4E91-9849-3035CF61093E}" type="presOf" srcId="{F3025BF2-DE52-4588-A495-A146A49218BC}" destId="{62773DA7-F556-4D0B-A1FB-64C1B00E88BB}" srcOrd="0" destOrd="0" presId="urn:microsoft.com/office/officeart/2005/8/layout/vList2"/>
    <dgm:cxn modelId="{0B444DC2-AA2D-4321-8230-9FBAA4EF8278}" type="presOf" srcId="{E54982D3-036C-4A9F-B143-198A2CFBCCE5}" destId="{A45951D8-433A-43AA-9E03-656497DA237A}" srcOrd="0" destOrd="0" presId="urn:microsoft.com/office/officeart/2005/8/layout/vList2"/>
    <dgm:cxn modelId="{33C2F7C4-A4ED-40DC-8C2F-B7ED44862C07}" srcId="{F3025BF2-DE52-4588-A495-A146A49218BC}" destId="{96470CE4-EC66-4A02-B75D-4F2A751554A5}" srcOrd="2" destOrd="0" parTransId="{38CE6B07-90C7-426C-B29E-D9D0BD0D8C6C}" sibTransId="{632A92BE-0D8F-41FD-AF06-C435E3BBAA04}"/>
    <dgm:cxn modelId="{E35514F0-9272-4634-B2EA-DBA76401E412}" srcId="{F3025BF2-DE52-4588-A495-A146A49218BC}" destId="{E54982D3-036C-4A9F-B143-198A2CFBCCE5}" srcOrd="1" destOrd="0" parTransId="{2802CDD1-673C-4E3B-A16E-5543865BADCB}" sibTransId="{9EEE43DC-D7A8-4B0D-B28F-6D6E735A84B0}"/>
    <dgm:cxn modelId="{8F7C74F3-5EF6-4241-92BE-21CEDF43B745}" srcId="{96470CE4-EC66-4A02-B75D-4F2A751554A5}" destId="{BC8B51DB-B2A0-433F-BF7C-322B481D553E}" srcOrd="0" destOrd="0" parTransId="{2C256BD2-35C1-4194-90B5-7607D5DCBDEE}" sibTransId="{1D2B903F-A5BA-4EF1-A446-5B3FBC236FFF}"/>
    <dgm:cxn modelId="{1FB97624-0A3F-431C-ABB6-F2F1B27D5C39}" type="presParOf" srcId="{62773DA7-F556-4D0B-A1FB-64C1B00E88BB}" destId="{AE5E96D3-9F56-4B87-A923-01E4BB473C2F}" srcOrd="0" destOrd="0" presId="urn:microsoft.com/office/officeart/2005/8/layout/vList2"/>
    <dgm:cxn modelId="{253E5E55-FD8F-47A7-ACFF-0D10C8BB3558}" type="presParOf" srcId="{62773DA7-F556-4D0B-A1FB-64C1B00E88BB}" destId="{30386C5D-E676-4AB7-9CF4-DEF4195973EC}" srcOrd="1" destOrd="0" presId="urn:microsoft.com/office/officeart/2005/8/layout/vList2"/>
    <dgm:cxn modelId="{868D330B-F697-4B1F-B040-422956D890E0}" type="presParOf" srcId="{62773DA7-F556-4D0B-A1FB-64C1B00E88BB}" destId="{A45951D8-433A-43AA-9E03-656497DA237A}" srcOrd="2" destOrd="0" presId="urn:microsoft.com/office/officeart/2005/8/layout/vList2"/>
    <dgm:cxn modelId="{DA167356-9A66-4195-911F-C7CE65E971DE}" type="presParOf" srcId="{62773DA7-F556-4D0B-A1FB-64C1B00E88BB}" destId="{432D6DE0-946A-4D2E-B507-61A127EF45EA}" srcOrd="3" destOrd="0" presId="urn:microsoft.com/office/officeart/2005/8/layout/vList2"/>
    <dgm:cxn modelId="{AE4B1C38-CEDE-419A-A7E9-033CF68A6239}" type="presParOf" srcId="{62773DA7-F556-4D0B-A1FB-64C1B00E88BB}" destId="{CCBAA5E1-9CB2-44F5-85A3-79CA1E84E8F4}" srcOrd="4" destOrd="0" presId="urn:microsoft.com/office/officeart/2005/8/layout/vList2"/>
    <dgm:cxn modelId="{79EE62DE-B097-4AFF-BA03-CDF133ED9B54}" type="presParOf" srcId="{62773DA7-F556-4D0B-A1FB-64C1B00E88BB}" destId="{D7C409A2-27F7-4274-AF54-C83897A366E3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B4EBE6BE-D646-4ED7-85A6-3E1997292983}" type="doc">
      <dgm:prSet loTypeId="urn:microsoft.com/office/officeart/2005/8/layout/vList2" loCatId="list" qsTypeId="urn:microsoft.com/office/officeart/2005/8/quickstyle/simple1#46" qsCatId="simple" csTypeId="urn:microsoft.com/office/officeart/2005/8/colors/accent0_1#9" csCatId="mainScheme" phldr="1"/>
      <dgm:spPr/>
      <dgm:t>
        <a:bodyPr/>
        <a:lstStyle/>
        <a:p>
          <a:endParaRPr lang="en-US"/>
        </a:p>
      </dgm:t>
    </dgm:pt>
    <dgm:pt modelId="{D6B616DD-C2D0-41A1-BBF4-DFA21B629A5D}">
      <dgm:prSet phldrT="[Text]"/>
      <dgm:spPr/>
      <dgm:t>
        <a:bodyPr/>
        <a:lstStyle/>
        <a:p>
          <a:r>
            <a:rPr lang="en-US"/>
            <a:t>True</a:t>
          </a:r>
        </a:p>
      </dgm:t>
    </dgm:pt>
    <dgm:pt modelId="{CEFBB3D1-D2D5-4225-B089-E8E3E16F2CAF}" type="parTrans" cxnId="{9C7B6D2F-9D74-4641-A57C-CE14EBCE87E9}">
      <dgm:prSet/>
      <dgm:spPr/>
      <dgm:t>
        <a:bodyPr/>
        <a:lstStyle/>
        <a:p>
          <a:endParaRPr lang="en-US"/>
        </a:p>
      </dgm:t>
    </dgm:pt>
    <dgm:pt modelId="{FC27AD14-BB89-4D49-ABD5-CC5EFC3D66F6}" type="sibTrans" cxnId="{9C7B6D2F-9D74-4641-A57C-CE14EBCE87E9}">
      <dgm:prSet/>
      <dgm:spPr/>
      <dgm:t>
        <a:bodyPr/>
        <a:lstStyle/>
        <a:p>
          <a:endParaRPr lang="en-US"/>
        </a:p>
      </dgm:t>
    </dgm:pt>
    <dgm:pt modelId="{D11ADEEC-27B0-4DA9-BBA0-1E1EAF921BAA}">
      <dgm:prSet phldrT="[Text]" phldr="1"/>
      <dgm:spPr/>
      <dgm:t>
        <a:bodyPr/>
        <a:lstStyle/>
        <a:p>
          <a:endParaRPr lang="en-US"/>
        </a:p>
      </dgm:t>
    </dgm:pt>
    <dgm:pt modelId="{4C1782FF-37B6-4497-8D13-4C723E8B6B9D}" type="parTrans" cxnId="{4C7478E1-D37A-40D7-9F71-88964C43B1A2}">
      <dgm:prSet/>
      <dgm:spPr/>
      <dgm:t>
        <a:bodyPr/>
        <a:lstStyle/>
        <a:p>
          <a:endParaRPr lang="en-US"/>
        </a:p>
      </dgm:t>
    </dgm:pt>
    <dgm:pt modelId="{2ADD8E7A-4CC4-4ECE-B7C7-0F3A89F2BA70}" type="sibTrans" cxnId="{4C7478E1-D37A-40D7-9F71-88964C43B1A2}">
      <dgm:prSet/>
      <dgm:spPr/>
      <dgm:t>
        <a:bodyPr/>
        <a:lstStyle/>
        <a:p>
          <a:endParaRPr lang="en-US"/>
        </a:p>
      </dgm:t>
    </dgm:pt>
    <dgm:pt modelId="{EA33089D-C7D7-4114-A095-E022316C19F4}">
      <dgm:prSet phldrT="[Text]"/>
      <dgm:spPr/>
      <dgm:t>
        <a:bodyPr/>
        <a:lstStyle/>
        <a:p>
          <a:r>
            <a:rPr lang="en-US">
              <a:solidFill>
                <a:srgbClr val="FF0000"/>
              </a:solidFill>
            </a:rPr>
            <a:t>False</a:t>
          </a:r>
        </a:p>
      </dgm:t>
    </dgm:pt>
    <dgm:pt modelId="{D0D71D81-7431-4CBA-943B-A0312111B711}" type="parTrans" cxnId="{AAB362E8-2129-4784-A4E6-9C476BE9A772}">
      <dgm:prSet/>
      <dgm:spPr/>
      <dgm:t>
        <a:bodyPr/>
        <a:lstStyle/>
        <a:p>
          <a:endParaRPr lang="en-US"/>
        </a:p>
      </dgm:t>
    </dgm:pt>
    <dgm:pt modelId="{57D704B1-B673-434F-9B79-6A3CE3E47716}" type="sibTrans" cxnId="{AAB362E8-2129-4784-A4E6-9C476BE9A772}">
      <dgm:prSet/>
      <dgm:spPr/>
      <dgm:t>
        <a:bodyPr/>
        <a:lstStyle/>
        <a:p>
          <a:endParaRPr lang="en-US"/>
        </a:p>
      </dgm:t>
    </dgm:pt>
    <dgm:pt modelId="{F2E0411B-EA7D-4211-96BF-AC139B8078E4}">
      <dgm:prSet phldrT="[Text]" phldr="1"/>
      <dgm:spPr/>
      <dgm:t>
        <a:bodyPr/>
        <a:lstStyle/>
        <a:p>
          <a:endParaRPr lang="en-US"/>
        </a:p>
      </dgm:t>
    </dgm:pt>
    <dgm:pt modelId="{622580FC-3E09-4A10-9CD6-0740E7062DC5}" type="parTrans" cxnId="{9B7D2103-B292-4BA5-9E33-96BD8D24B64B}">
      <dgm:prSet/>
      <dgm:spPr/>
      <dgm:t>
        <a:bodyPr/>
        <a:lstStyle/>
        <a:p>
          <a:endParaRPr lang="en-US"/>
        </a:p>
      </dgm:t>
    </dgm:pt>
    <dgm:pt modelId="{60B8410E-337B-4078-9327-41CAFC7E4CEA}" type="sibTrans" cxnId="{9B7D2103-B292-4BA5-9E33-96BD8D24B64B}">
      <dgm:prSet/>
      <dgm:spPr/>
      <dgm:t>
        <a:bodyPr/>
        <a:lstStyle/>
        <a:p>
          <a:endParaRPr lang="en-US"/>
        </a:p>
      </dgm:t>
    </dgm:pt>
    <dgm:pt modelId="{FF8D9EA4-AB5D-4C73-B08B-77B212D6FD69}" type="pres">
      <dgm:prSet presAssocID="{B4EBE6BE-D646-4ED7-85A6-3E1997292983}" presName="linear" presStyleCnt="0">
        <dgm:presLayoutVars>
          <dgm:animLvl val="lvl"/>
          <dgm:resizeHandles val="exact"/>
        </dgm:presLayoutVars>
      </dgm:prSet>
      <dgm:spPr/>
    </dgm:pt>
    <dgm:pt modelId="{9BE4A44F-04C7-4BA5-B528-A216FFBE499C}" type="pres">
      <dgm:prSet presAssocID="{D6B616DD-C2D0-41A1-BBF4-DFA21B629A5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62B3D39-4D40-4A72-8FA2-2FF035CC30D3}" type="pres">
      <dgm:prSet presAssocID="{D6B616DD-C2D0-41A1-BBF4-DFA21B629A5D}" presName="childText" presStyleLbl="revTx" presStyleIdx="0" presStyleCnt="2">
        <dgm:presLayoutVars>
          <dgm:bulletEnabled val="1"/>
        </dgm:presLayoutVars>
      </dgm:prSet>
      <dgm:spPr/>
    </dgm:pt>
    <dgm:pt modelId="{3F2A9ACE-5F2C-4044-8EA7-7A050E63B610}" type="pres">
      <dgm:prSet presAssocID="{EA33089D-C7D7-4114-A095-E022316C19F4}" presName="parentText" presStyleLbl="node1" presStyleIdx="1" presStyleCnt="2" custLinFactNeighborX="-9283" custLinFactNeighborY="1162">
        <dgm:presLayoutVars>
          <dgm:chMax val="0"/>
          <dgm:bulletEnabled val="1"/>
        </dgm:presLayoutVars>
      </dgm:prSet>
      <dgm:spPr/>
    </dgm:pt>
    <dgm:pt modelId="{E73A8F2F-CC82-48AB-A8C8-4AE2F0D4E350}" type="pres">
      <dgm:prSet presAssocID="{EA33089D-C7D7-4114-A095-E022316C19F4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9B7D2103-B292-4BA5-9E33-96BD8D24B64B}" srcId="{EA33089D-C7D7-4114-A095-E022316C19F4}" destId="{F2E0411B-EA7D-4211-96BF-AC139B8078E4}" srcOrd="0" destOrd="0" parTransId="{622580FC-3E09-4A10-9CD6-0740E7062DC5}" sibTransId="{60B8410E-337B-4078-9327-41CAFC7E4CEA}"/>
    <dgm:cxn modelId="{32E24A03-C329-416F-88B6-ACD2081CD4F1}" type="presOf" srcId="{EA33089D-C7D7-4114-A095-E022316C19F4}" destId="{3F2A9ACE-5F2C-4044-8EA7-7A050E63B610}" srcOrd="0" destOrd="0" presId="urn:microsoft.com/office/officeart/2005/8/layout/vList2"/>
    <dgm:cxn modelId="{6BAB7410-2C7C-4CA6-8C49-E959728C36F4}" type="presOf" srcId="{D6B616DD-C2D0-41A1-BBF4-DFA21B629A5D}" destId="{9BE4A44F-04C7-4BA5-B528-A216FFBE499C}" srcOrd="0" destOrd="0" presId="urn:microsoft.com/office/officeart/2005/8/layout/vList2"/>
    <dgm:cxn modelId="{51D84A25-4E1E-422F-9151-9DEB6363E008}" type="presOf" srcId="{F2E0411B-EA7D-4211-96BF-AC139B8078E4}" destId="{E73A8F2F-CC82-48AB-A8C8-4AE2F0D4E350}" srcOrd="0" destOrd="0" presId="urn:microsoft.com/office/officeart/2005/8/layout/vList2"/>
    <dgm:cxn modelId="{9C7B6D2F-9D74-4641-A57C-CE14EBCE87E9}" srcId="{B4EBE6BE-D646-4ED7-85A6-3E1997292983}" destId="{D6B616DD-C2D0-41A1-BBF4-DFA21B629A5D}" srcOrd="0" destOrd="0" parTransId="{CEFBB3D1-D2D5-4225-B089-E8E3E16F2CAF}" sibTransId="{FC27AD14-BB89-4D49-ABD5-CC5EFC3D66F6}"/>
    <dgm:cxn modelId="{C25F256E-BCDD-4E81-B1C6-333F40843FCA}" type="presOf" srcId="{B4EBE6BE-D646-4ED7-85A6-3E1997292983}" destId="{FF8D9EA4-AB5D-4C73-B08B-77B212D6FD69}" srcOrd="0" destOrd="0" presId="urn:microsoft.com/office/officeart/2005/8/layout/vList2"/>
    <dgm:cxn modelId="{4C7478E1-D37A-40D7-9F71-88964C43B1A2}" srcId="{D6B616DD-C2D0-41A1-BBF4-DFA21B629A5D}" destId="{D11ADEEC-27B0-4DA9-BBA0-1E1EAF921BAA}" srcOrd="0" destOrd="0" parTransId="{4C1782FF-37B6-4497-8D13-4C723E8B6B9D}" sibTransId="{2ADD8E7A-4CC4-4ECE-B7C7-0F3A89F2BA70}"/>
    <dgm:cxn modelId="{AAB362E8-2129-4784-A4E6-9C476BE9A772}" srcId="{B4EBE6BE-D646-4ED7-85A6-3E1997292983}" destId="{EA33089D-C7D7-4114-A095-E022316C19F4}" srcOrd="1" destOrd="0" parTransId="{D0D71D81-7431-4CBA-943B-A0312111B711}" sibTransId="{57D704B1-B673-434F-9B79-6A3CE3E47716}"/>
    <dgm:cxn modelId="{EA06A4F9-2819-474A-A54C-A0B3F6608A65}" type="presOf" srcId="{D11ADEEC-27B0-4DA9-BBA0-1E1EAF921BAA}" destId="{562B3D39-4D40-4A72-8FA2-2FF035CC30D3}" srcOrd="0" destOrd="0" presId="urn:microsoft.com/office/officeart/2005/8/layout/vList2"/>
    <dgm:cxn modelId="{04BFE038-EAA7-438E-B00E-37827FEC4E51}" type="presParOf" srcId="{FF8D9EA4-AB5D-4C73-B08B-77B212D6FD69}" destId="{9BE4A44F-04C7-4BA5-B528-A216FFBE499C}" srcOrd="0" destOrd="0" presId="urn:microsoft.com/office/officeart/2005/8/layout/vList2"/>
    <dgm:cxn modelId="{0A696416-5DCA-47A0-8758-CA2F7C36ED91}" type="presParOf" srcId="{FF8D9EA4-AB5D-4C73-B08B-77B212D6FD69}" destId="{562B3D39-4D40-4A72-8FA2-2FF035CC30D3}" srcOrd="1" destOrd="0" presId="urn:microsoft.com/office/officeart/2005/8/layout/vList2"/>
    <dgm:cxn modelId="{78448217-4C7C-4F1F-AEE0-3E499F2483DD}" type="presParOf" srcId="{FF8D9EA4-AB5D-4C73-B08B-77B212D6FD69}" destId="{3F2A9ACE-5F2C-4044-8EA7-7A050E63B610}" srcOrd="2" destOrd="0" presId="urn:microsoft.com/office/officeart/2005/8/layout/vList2"/>
    <dgm:cxn modelId="{409AD025-8650-441D-A8B6-03DC96540A58}" type="presParOf" srcId="{FF8D9EA4-AB5D-4C73-B08B-77B212D6FD69}" destId="{E73A8F2F-CC82-48AB-A8C8-4AE2F0D4E350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899EF9E4-4138-4BB7-A605-DA1B07986525}" type="doc">
      <dgm:prSet loTypeId="urn:microsoft.com/office/officeart/2005/8/layout/vList2" loCatId="list" qsTypeId="urn:microsoft.com/office/officeart/2005/8/quickstyle/simple1#22" qsCatId="simple" csTypeId="urn:microsoft.com/office/officeart/2005/8/colors/accent1_1#2" csCatId="accent1" phldr="1"/>
      <dgm:spPr/>
      <dgm:t>
        <a:bodyPr/>
        <a:lstStyle/>
        <a:p>
          <a:endParaRPr lang="en-US"/>
        </a:p>
      </dgm:t>
    </dgm:pt>
    <dgm:pt modelId="{FF15DDDA-DC89-4018-B71E-D54D33A90F20}">
      <dgm:prSet/>
      <dgm:spPr/>
      <dgm:t>
        <a:bodyPr/>
        <a:lstStyle/>
        <a:p>
          <a:r>
            <a:rPr lang="en-US"/>
            <a:t>Breast buds</a:t>
          </a:r>
        </a:p>
      </dgm:t>
    </dgm:pt>
    <dgm:pt modelId="{67B92AD7-0B3C-4B8D-BC25-C1C8DC03C363}" type="parTrans" cxnId="{AF6EE6CE-1126-46FB-A788-50C0BE2B09BD}">
      <dgm:prSet/>
      <dgm:spPr/>
      <dgm:t>
        <a:bodyPr/>
        <a:lstStyle/>
        <a:p>
          <a:endParaRPr lang="en-US"/>
        </a:p>
      </dgm:t>
    </dgm:pt>
    <dgm:pt modelId="{6EA6F481-0922-468F-9589-D953A427FE34}" type="sibTrans" cxnId="{AF6EE6CE-1126-46FB-A788-50C0BE2B09BD}">
      <dgm:prSet/>
      <dgm:spPr/>
      <dgm:t>
        <a:bodyPr/>
        <a:lstStyle/>
        <a:p>
          <a:endParaRPr lang="en-US"/>
        </a:p>
      </dgm:t>
    </dgm:pt>
    <dgm:pt modelId="{60647AF8-5298-48B3-BF58-19CB5A21EC60}">
      <dgm:prSet/>
      <dgm:spPr/>
      <dgm:t>
        <a:bodyPr/>
        <a:lstStyle/>
        <a:p>
          <a:r>
            <a:rPr lang="en-US"/>
            <a:t>Areola</a:t>
          </a:r>
        </a:p>
      </dgm:t>
    </dgm:pt>
    <dgm:pt modelId="{E26BF574-B791-4EC1-BE1E-B618A1AC6B5B}" type="parTrans" cxnId="{240A7636-08AF-46E7-BF3D-9B1DF2B52324}">
      <dgm:prSet/>
      <dgm:spPr/>
      <dgm:t>
        <a:bodyPr/>
        <a:lstStyle/>
        <a:p>
          <a:endParaRPr lang="en-US"/>
        </a:p>
      </dgm:t>
    </dgm:pt>
    <dgm:pt modelId="{45E4F129-291B-4C81-9B49-0CEF1CD5F03C}" type="sibTrans" cxnId="{240A7636-08AF-46E7-BF3D-9B1DF2B52324}">
      <dgm:prSet/>
      <dgm:spPr/>
      <dgm:t>
        <a:bodyPr/>
        <a:lstStyle/>
        <a:p>
          <a:endParaRPr lang="en-US"/>
        </a:p>
      </dgm:t>
    </dgm:pt>
    <dgm:pt modelId="{BA3B39B3-221D-4885-9CE2-8612056AF451}">
      <dgm:prSet/>
      <dgm:spPr/>
      <dgm:t>
        <a:bodyPr/>
        <a:lstStyle/>
        <a:p>
          <a:r>
            <a:rPr lang="en-US"/>
            <a:t>Sparse Pubic hair </a:t>
          </a:r>
        </a:p>
      </dgm:t>
    </dgm:pt>
    <dgm:pt modelId="{4908AB9D-65A8-4EE3-B348-A0209D9CE6F9}" type="parTrans" cxnId="{D45076FE-C052-46FD-9B6E-4A3D567903D7}">
      <dgm:prSet/>
      <dgm:spPr/>
      <dgm:t>
        <a:bodyPr/>
        <a:lstStyle/>
        <a:p>
          <a:endParaRPr lang="en-US"/>
        </a:p>
      </dgm:t>
    </dgm:pt>
    <dgm:pt modelId="{4BD3EFB1-971E-4B09-9152-7A0D918540EF}" type="sibTrans" cxnId="{D45076FE-C052-46FD-9B6E-4A3D567903D7}">
      <dgm:prSet/>
      <dgm:spPr/>
      <dgm:t>
        <a:bodyPr/>
        <a:lstStyle/>
        <a:p>
          <a:endParaRPr lang="en-US"/>
        </a:p>
      </dgm:t>
    </dgm:pt>
    <dgm:pt modelId="{4951B709-80B4-4751-9128-504CC99A3D1D}" type="pres">
      <dgm:prSet presAssocID="{899EF9E4-4138-4BB7-A605-DA1B07986525}" presName="linear" presStyleCnt="0">
        <dgm:presLayoutVars>
          <dgm:animLvl val="lvl"/>
          <dgm:resizeHandles val="exact"/>
        </dgm:presLayoutVars>
      </dgm:prSet>
      <dgm:spPr/>
    </dgm:pt>
    <dgm:pt modelId="{5F9138E6-1644-4ADA-8B76-02779281C17A}" type="pres">
      <dgm:prSet presAssocID="{FF15DDDA-DC89-4018-B71E-D54D33A90F2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CAEE1D4-E655-4A1E-8337-056D1560EB3F}" type="pres">
      <dgm:prSet presAssocID="{6EA6F481-0922-468F-9589-D953A427FE34}" presName="spacer" presStyleCnt="0"/>
      <dgm:spPr/>
    </dgm:pt>
    <dgm:pt modelId="{277943DD-E79D-48BE-93D9-2DBF94F19D93}" type="pres">
      <dgm:prSet presAssocID="{60647AF8-5298-48B3-BF58-19CB5A21EC6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58EC5B9-3F76-451A-93DB-9AADC99BC39B}" type="pres">
      <dgm:prSet presAssocID="{45E4F129-291B-4C81-9B49-0CEF1CD5F03C}" presName="spacer" presStyleCnt="0"/>
      <dgm:spPr/>
    </dgm:pt>
    <dgm:pt modelId="{9D9912E7-445C-4F01-AACE-517C00B61A8C}" type="pres">
      <dgm:prSet presAssocID="{BA3B39B3-221D-4885-9CE2-8612056AF45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FC8DB0B-83A1-485E-9E1F-AA3B43417181}" type="presOf" srcId="{60647AF8-5298-48B3-BF58-19CB5A21EC60}" destId="{277943DD-E79D-48BE-93D9-2DBF94F19D93}" srcOrd="0" destOrd="0" presId="urn:microsoft.com/office/officeart/2005/8/layout/vList2"/>
    <dgm:cxn modelId="{240A7636-08AF-46E7-BF3D-9B1DF2B52324}" srcId="{899EF9E4-4138-4BB7-A605-DA1B07986525}" destId="{60647AF8-5298-48B3-BF58-19CB5A21EC60}" srcOrd="1" destOrd="0" parTransId="{E26BF574-B791-4EC1-BE1E-B618A1AC6B5B}" sibTransId="{45E4F129-291B-4C81-9B49-0CEF1CD5F03C}"/>
    <dgm:cxn modelId="{1B0AD939-FBE3-4826-9D79-F3088677B088}" type="presOf" srcId="{899EF9E4-4138-4BB7-A605-DA1B07986525}" destId="{4951B709-80B4-4751-9128-504CC99A3D1D}" srcOrd="0" destOrd="0" presId="urn:microsoft.com/office/officeart/2005/8/layout/vList2"/>
    <dgm:cxn modelId="{9619A958-E77F-405C-A45D-8D6AAB6B3BFA}" type="presOf" srcId="{BA3B39B3-221D-4885-9CE2-8612056AF451}" destId="{9D9912E7-445C-4F01-AACE-517C00B61A8C}" srcOrd="0" destOrd="0" presId="urn:microsoft.com/office/officeart/2005/8/layout/vList2"/>
    <dgm:cxn modelId="{4B4C969D-BFAC-4F53-9B96-0249BFA567DD}" type="presOf" srcId="{FF15DDDA-DC89-4018-B71E-D54D33A90F20}" destId="{5F9138E6-1644-4ADA-8B76-02779281C17A}" srcOrd="0" destOrd="0" presId="urn:microsoft.com/office/officeart/2005/8/layout/vList2"/>
    <dgm:cxn modelId="{AF6EE6CE-1126-46FB-A788-50C0BE2B09BD}" srcId="{899EF9E4-4138-4BB7-A605-DA1B07986525}" destId="{FF15DDDA-DC89-4018-B71E-D54D33A90F20}" srcOrd="0" destOrd="0" parTransId="{67B92AD7-0B3C-4B8D-BC25-C1C8DC03C363}" sibTransId="{6EA6F481-0922-468F-9589-D953A427FE34}"/>
    <dgm:cxn modelId="{D45076FE-C052-46FD-9B6E-4A3D567903D7}" srcId="{899EF9E4-4138-4BB7-A605-DA1B07986525}" destId="{BA3B39B3-221D-4885-9CE2-8612056AF451}" srcOrd="2" destOrd="0" parTransId="{4908AB9D-65A8-4EE3-B348-A0209D9CE6F9}" sibTransId="{4BD3EFB1-971E-4B09-9152-7A0D918540EF}"/>
    <dgm:cxn modelId="{CF6AB95F-4B0E-4B1F-9D81-F0137933B261}" type="presParOf" srcId="{4951B709-80B4-4751-9128-504CC99A3D1D}" destId="{5F9138E6-1644-4ADA-8B76-02779281C17A}" srcOrd="0" destOrd="0" presId="urn:microsoft.com/office/officeart/2005/8/layout/vList2"/>
    <dgm:cxn modelId="{7B07342A-69D4-4B2F-85EA-9613E95243B9}" type="presParOf" srcId="{4951B709-80B4-4751-9128-504CC99A3D1D}" destId="{ECAEE1D4-E655-4A1E-8337-056D1560EB3F}" srcOrd="1" destOrd="0" presId="urn:microsoft.com/office/officeart/2005/8/layout/vList2"/>
    <dgm:cxn modelId="{C5E162DB-948A-4962-8CA5-9E0C721DFB11}" type="presParOf" srcId="{4951B709-80B4-4751-9128-504CC99A3D1D}" destId="{277943DD-E79D-48BE-93D9-2DBF94F19D93}" srcOrd="2" destOrd="0" presId="urn:microsoft.com/office/officeart/2005/8/layout/vList2"/>
    <dgm:cxn modelId="{655B29F6-6777-45EF-B8F2-E81D5D65937A}" type="presParOf" srcId="{4951B709-80B4-4751-9128-504CC99A3D1D}" destId="{B58EC5B9-3F76-451A-93DB-9AADC99BC39B}" srcOrd="3" destOrd="0" presId="urn:microsoft.com/office/officeart/2005/8/layout/vList2"/>
    <dgm:cxn modelId="{55EFA9B1-A501-43BE-99A3-69DC36A2BAE6}" type="presParOf" srcId="{4951B709-80B4-4751-9128-504CC99A3D1D}" destId="{9D9912E7-445C-4F01-AACE-517C00B61A8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12C31E48-A03C-4B01-A5EA-BCB0E1CF22E8}" type="doc">
      <dgm:prSet loTypeId="urn:microsoft.com/office/officeart/2005/8/layout/vList2" loCatId="list" qsTypeId="urn:microsoft.com/office/officeart/2005/8/quickstyle/simple1#23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810FB90-6E05-47F6-AF47-832B80EC0EE6}">
      <dgm:prSet phldrT="[Text]"/>
      <dgm:spPr/>
      <dgm:t>
        <a:bodyPr/>
        <a:lstStyle/>
        <a:p>
          <a:r>
            <a:rPr lang="en-US" dirty="0"/>
            <a:t>Testicles enlarge</a:t>
          </a:r>
        </a:p>
      </dgm:t>
    </dgm:pt>
    <dgm:pt modelId="{6A4DD801-F1FB-4BAF-9F94-614561289411}" type="parTrans" cxnId="{AB04F232-5B4B-4C03-9F8B-8469964F80F1}">
      <dgm:prSet/>
      <dgm:spPr/>
      <dgm:t>
        <a:bodyPr/>
        <a:lstStyle/>
        <a:p>
          <a:endParaRPr lang="en-US"/>
        </a:p>
      </dgm:t>
    </dgm:pt>
    <dgm:pt modelId="{5C443D2B-D426-4EFC-9681-8CE7200C6AF5}" type="sibTrans" cxnId="{AB04F232-5B4B-4C03-9F8B-8469964F80F1}">
      <dgm:prSet/>
      <dgm:spPr/>
      <dgm:t>
        <a:bodyPr/>
        <a:lstStyle/>
        <a:p>
          <a:endParaRPr lang="en-US"/>
        </a:p>
      </dgm:t>
    </dgm:pt>
    <dgm:pt modelId="{F475EB86-54B7-4086-9D05-81099AA634D2}">
      <dgm:prSet phldrT="[Text]"/>
      <dgm:spPr/>
      <dgm:t>
        <a:bodyPr/>
        <a:lstStyle/>
        <a:p>
          <a:r>
            <a:rPr lang="en-US"/>
            <a:t>Sparse Pubic hair</a:t>
          </a:r>
        </a:p>
      </dgm:t>
    </dgm:pt>
    <dgm:pt modelId="{0788F6AB-5AC4-4540-B230-B785DC39C8A4}" type="parTrans" cxnId="{7C23520C-7A5D-46DC-BA53-C4A1DE50905F}">
      <dgm:prSet/>
      <dgm:spPr/>
      <dgm:t>
        <a:bodyPr/>
        <a:lstStyle/>
        <a:p>
          <a:endParaRPr lang="en-US"/>
        </a:p>
      </dgm:t>
    </dgm:pt>
    <dgm:pt modelId="{AFB63DB0-2BA8-4767-89DB-7D82E81DB4B0}" type="sibTrans" cxnId="{7C23520C-7A5D-46DC-BA53-C4A1DE50905F}">
      <dgm:prSet/>
      <dgm:spPr/>
      <dgm:t>
        <a:bodyPr/>
        <a:lstStyle/>
        <a:p>
          <a:endParaRPr lang="en-US"/>
        </a:p>
      </dgm:t>
    </dgm:pt>
    <dgm:pt modelId="{2A57DD5F-DCB3-47ED-AA81-A0CFEBC2A3FA}">
      <dgm:prSet phldrT="[Text]" phldr="0"/>
      <dgm:spPr/>
      <dgm:t>
        <a:bodyPr/>
        <a:lstStyle/>
        <a:p>
          <a:r>
            <a:rPr lang="en-US" dirty="0"/>
            <a:t>Scrotum enlarges</a:t>
          </a:r>
        </a:p>
      </dgm:t>
    </dgm:pt>
    <dgm:pt modelId="{6EC3A926-38A2-4403-A098-C6114CE4243F}" type="parTrans" cxnId="{1DD1283F-0237-4F54-91E0-79CE71C5BF90}">
      <dgm:prSet/>
      <dgm:spPr/>
      <dgm:t>
        <a:bodyPr/>
        <a:lstStyle/>
        <a:p>
          <a:endParaRPr lang="en-US"/>
        </a:p>
      </dgm:t>
    </dgm:pt>
    <dgm:pt modelId="{199837A2-4DBC-448C-A9F2-DF2CBA402F28}" type="sibTrans" cxnId="{1DD1283F-0237-4F54-91E0-79CE71C5BF90}">
      <dgm:prSet/>
      <dgm:spPr/>
      <dgm:t>
        <a:bodyPr/>
        <a:lstStyle/>
        <a:p>
          <a:endParaRPr lang="en-US"/>
        </a:p>
      </dgm:t>
    </dgm:pt>
    <dgm:pt modelId="{667F34BA-FEA3-41E7-9E81-A0DCEEBD037C}" type="pres">
      <dgm:prSet presAssocID="{12C31E48-A03C-4B01-A5EA-BCB0E1CF22E8}" presName="linear" presStyleCnt="0">
        <dgm:presLayoutVars>
          <dgm:animLvl val="lvl"/>
          <dgm:resizeHandles val="exact"/>
        </dgm:presLayoutVars>
      </dgm:prSet>
      <dgm:spPr/>
    </dgm:pt>
    <dgm:pt modelId="{A721ABBC-62EF-4A77-9FCD-78E6ECFDE84D}" type="pres">
      <dgm:prSet presAssocID="{2A57DD5F-DCB3-47ED-AA81-A0CFEBC2A3F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E8E69E6-A030-41B4-85A6-1482549EC70F}" type="pres">
      <dgm:prSet presAssocID="{199837A2-4DBC-448C-A9F2-DF2CBA402F28}" presName="spacer" presStyleCnt="0"/>
      <dgm:spPr/>
    </dgm:pt>
    <dgm:pt modelId="{7F965F3F-0C27-413F-A70F-855053921238}" type="pres">
      <dgm:prSet presAssocID="{5810FB90-6E05-47F6-AF47-832B80EC0EE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4C739AA-B76C-4CA7-877C-0F334795A2C6}" type="pres">
      <dgm:prSet presAssocID="{5C443D2B-D426-4EFC-9681-8CE7200C6AF5}" presName="spacer" presStyleCnt="0"/>
      <dgm:spPr/>
    </dgm:pt>
    <dgm:pt modelId="{8713E67E-2199-465E-B26D-ACAE0CC76B51}" type="pres">
      <dgm:prSet presAssocID="{F475EB86-54B7-4086-9D05-81099AA634D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C23520C-7A5D-46DC-BA53-C4A1DE50905F}" srcId="{12C31E48-A03C-4B01-A5EA-BCB0E1CF22E8}" destId="{F475EB86-54B7-4086-9D05-81099AA634D2}" srcOrd="2" destOrd="0" parTransId="{0788F6AB-5AC4-4540-B230-B785DC39C8A4}" sibTransId="{AFB63DB0-2BA8-4767-89DB-7D82E81DB4B0}"/>
    <dgm:cxn modelId="{AB04F232-5B4B-4C03-9F8B-8469964F80F1}" srcId="{12C31E48-A03C-4B01-A5EA-BCB0E1CF22E8}" destId="{5810FB90-6E05-47F6-AF47-832B80EC0EE6}" srcOrd="1" destOrd="0" parTransId="{6A4DD801-F1FB-4BAF-9F94-614561289411}" sibTransId="{5C443D2B-D426-4EFC-9681-8CE7200C6AF5}"/>
    <dgm:cxn modelId="{1DD1283F-0237-4F54-91E0-79CE71C5BF90}" srcId="{12C31E48-A03C-4B01-A5EA-BCB0E1CF22E8}" destId="{2A57DD5F-DCB3-47ED-AA81-A0CFEBC2A3FA}" srcOrd="0" destOrd="0" parTransId="{6EC3A926-38A2-4403-A098-C6114CE4243F}" sibTransId="{199837A2-4DBC-448C-A9F2-DF2CBA402F28}"/>
    <dgm:cxn modelId="{A7127F45-E472-4E01-BB03-820A6E2F2BE7}" type="presOf" srcId="{5810FB90-6E05-47F6-AF47-832B80EC0EE6}" destId="{7F965F3F-0C27-413F-A70F-855053921238}" srcOrd="0" destOrd="0" presId="urn:microsoft.com/office/officeart/2005/8/layout/vList2"/>
    <dgm:cxn modelId="{DFE6EC52-078F-41BC-92CA-D76DF88A5964}" type="presOf" srcId="{12C31E48-A03C-4B01-A5EA-BCB0E1CF22E8}" destId="{667F34BA-FEA3-41E7-9E81-A0DCEEBD037C}" srcOrd="0" destOrd="0" presId="urn:microsoft.com/office/officeart/2005/8/layout/vList2"/>
    <dgm:cxn modelId="{61870F75-BA3D-4668-B634-34054E969C7C}" type="presOf" srcId="{F475EB86-54B7-4086-9D05-81099AA634D2}" destId="{8713E67E-2199-465E-B26D-ACAE0CC76B51}" srcOrd="0" destOrd="0" presId="urn:microsoft.com/office/officeart/2005/8/layout/vList2"/>
    <dgm:cxn modelId="{9C67EBF9-B44D-45F3-84B1-DD7EB958A851}" type="presOf" srcId="{2A57DD5F-DCB3-47ED-AA81-A0CFEBC2A3FA}" destId="{A721ABBC-62EF-4A77-9FCD-78E6ECFDE84D}" srcOrd="0" destOrd="0" presId="urn:microsoft.com/office/officeart/2005/8/layout/vList2"/>
    <dgm:cxn modelId="{434DD962-A3C6-4E9F-A91E-90CCBBC36061}" type="presParOf" srcId="{667F34BA-FEA3-41E7-9E81-A0DCEEBD037C}" destId="{A721ABBC-62EF-4A77-9FCD-78E6ECFDE84D}" srcOrd="0" destOrd="0" presId="urn:microsoft.com/office/officeart/2005/8/layout/vList2"/>
    <dgm:cxn modelId="{3EBACFCA-F37B-4D8C-9026-271FA8B91848}" type="presParOf" srcId="{667F34BA-FEA3-41E7-9E81-A0DCEEBD037C}" destId="{AE8E69E6-A030-41B4-85A6-1482549EC70F}" srcOrd="1" destOrd="0" presId="urn:microsoft.com/office/officeart/2005/8/layout/vList2"/>
    <dgm:cxn modelId="{1AEF1ADE-EC2F-4CE5-8530-076CAB825923}" type="presParOf" srcId="{667F34BA-FEA3-41E7-9E81-A0DCEEBD037C}" destId="{7F965F3F-0C27-413F-A70F-855053921238}" srcOrd="2" destOrd="0" presId="urn:microsoft.com/office/officeart/2005/8/layout/vList2"/>
    <dgm:cxn modelId="{8E475827-BFBF-4D8C-9E4C-E0BBFA03D07E}" type="presParOf" srcId="{667F34BA-FEA3-41E7-9E81-A0DCEEBD037C}" destId="{14C739AA-B76C-4CA7-877C-0F334795A2C6}" srcOrd="3" destOrd="0" presId="urn:microsoft.com/office/officeart/2005/8/layout/vList2"/>
    <dgm:cxn modelId="{34C2B458-5ADC-4E02-B853-F933E20C62B1}" type="presParOf" srcId="{667F34BA-FEA3-41E7-9E81-A0DCEEBD037C}" destId="{8713E67E-2199-465E-B26D-ACAE0CC76B5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F3025BF2-DE52-4588-A495-A146A49218BC}" type="doc">
      <dgm:prSet loTypeId="urn:microsoft.com/office/officeart/2005/8/layout/vList2" loCatId="list" qsTypeId="urn:microsoft.com/office/officeart/2005/8/quickstyle/simple1#51" qsCatId="simple" csTypeId="urn:microsoft.com/office/officeart/2005/8/colors/accent0_1#16" csCatId="mainScheme" phldr="1"/>
      <dgm:spPr/>
      <dgm:t>
        <a:bodyPr/>
        <a:lstStyle/>
        <a:p>
          <a:endParaRPr lang="en-US"/>
        </a:p>
      </dgm:t>
    </dgm:pt>
    <dgm:pt modelId="{A4683117-44A1-420F-9B69-B017ACD5B9D8}">
      <dgm:prSet phldrT="[Text]"/>
      <dgm:spPr/>
      <dgm:t>
        <a:bodyPr/>
        <a:lstStyle/>
        <a:p>
          <a:r>
            <a:rPr lang="en-US" dirty="0">
              <a:solidFill>
                <a:srgbClr val="9966FF"/>
              </a:solidFill>
            </a:rPr>
            <a:t>GNRH Agonists </a:t>
          </a:r>
          <a:r>
            <a:rPr lang="en-US" dirty="0"/>
            <a:t>– Main puberty blocker</a:t>
          </a:r>
        </a:p>
      </dgm:t>
    </dgm:pt>
    <dgm:pt modelId="{01298480-084A-4C47-AAB0-1D751C7CCAC1}" type="parTrans" cxnId="{C2E64400-C197-4503-9ECD-1519EF64A200}">
      <dgm:prSet/>
      <dgm:spPr/>
      <dgm:t>
        <a:bodyPr/>
        <a:lstStyle/>
        <a:p>
          <a:endParaRPr lang="en-US"/>
        </a:p>
      </dgm:t>
    </dgm:pt>
    <dgm:pt modelId="{B7B9FA65-F9A2-41A3-B760-D3D2989850F9}" type="sibTrans" cxnId="{C2E64400-C197-4503-9ECD-1519EF64A200}">
      <dgm:prSet/>
      <dgm:spPr/>
      <dgm:t>
        <a:bodyPr/>
        <a:lstStyle/>
        <a:p>
          <a:endParaRPr lang="en-US"/>
        </a:p>
      </dgm:t>
    </dgm:pt>
    <dgm:pt modelId="{E54982D3-036C-4A9F-B143-198A2CFBCCE5}">
      <dgm:prSet phldrT="[Text]"/>
      <dgm:spPr/>
      <dgm:t>
        <a:bodyPr/>
        <a:lstStyle/>
        <a:p>
          <a:r>
            <a:rPr lang="en-US" dirty="0"/>
            <a:t>Inhibits LH &amp; FSH secretion</a:t>
          </a:r>
        </a:p>
      </dgm:t>
    </dgm:pt>
    <dgm:pt modelId="{2802CDD1-673C-4E3B-A16E-5543865BADCB}" type="parTrans" cxnId="{E35514F0-9272-4634-B2EA-DBA76401E412}">
      <dgm:prSet/>
      <dgm:spPr/>
      <dgm:t>
        <a:bodyPr/>
        <a:lstStyle/>
        <a:p>
          <a:endParaRPr lang="en-US"/>
        </a:p>
      </dgm:t>
    </dgm:pt>
    <dgm:pt modelId="{9EEE43DC-D7A8-4B0D-B28F-6D6E735A84B0}" type="sibTrans" cxnId="{E35514F0-9272-4634-B2EA-DBA76401E412}">
      <dgm:prSet/>
      <dgm:spPr/>
      <dgm:t>
        <a:bodyPr/>
        <a:lstStyle/>
        <a:p>
          <a:endParaRPr lang="en-US"/>
        </a:p>
      </dgm:t>
    </dgm:pt>
    <dgm:pt modelId="{96470CE4-EC66-4A02-B75D-4F2A751554A5}">
      <dgm:prSet phldrT="[Text]"/>
      <dgm:spPr/>
      <dgm:t>
        <a:bodyPr/>
        <a:lstStyle/>
        <a:p>
          <a:r>
            <a:rPr lang="en-US" dirty="0"/>
            <a:t>Decreased gonadal sex steroids- Pre puberty</a:t>
          </a:r>
        </a:p>
      </dgm:t>
    </dgm:pt>
    <dgm:pt modelId="{38CE6B07-90C7-426C-B29E-D9D0BD0D8C6C}" type="parTrans" cxnId="{33C2F7C4-A4ED-40DC-8C2F-B7ED44862C07}">
      <dgm:prSet/>
      <dgm:spPr/>
      <dgm:t>
        <a:bodyPr/>
        <a:lstStyle/>
        <a:p>
          <a:endParaRPr lang="en-US"/>
        </a:p>
      </dgm:t>
    </dgm:pt>
    <dgm:pt modelId="{632A92BE-0D8F-41FD-AF06-C435E3BBAA04}" type="sibTrans" cxnId="{33C2F7C4-A4ED-40DC-8C2F-B7ED44862C07}">
      <dgm:prSet/>
      <dgm:spPr/>
      <dgm:t>
        <a:bodyPr/>
        <a:lstStyle/>
        <a:p>
          <a:endParaRPr lang="en-US"/>
        </a:p>
      </dgm:t>
    </dgm:pt>
    <dgm:pt modelId="{BC8B51DB-B2A0-433F-BF7C-322B481D553E}">
      <dgm:prSet phldrT="[Text]"/>
      <dgm:spPr/>
      <dgm:t>
        <a:bodyPr/>
        <a:lstStyle/>
        <a:p>
          <a:r>
            <a:rPr lang="en-US" dirty="0"/>
            <a:t>Decreased risk to bones – If using Cross Sex Hormones</a:t>
          </a:r>
        </a:p>
      </dgm:t>
    </dgm:pt>
    <dgm:pt modelId="{2C256BD2-35C1-4194-90B5-7607D5DCBDEE}" type="parTrans" cxnId="{8F7C74F3-5EF6-4241-92BE-21CEDF43B745}">
      <dgm:prSet/>
      <dgm:spPr/>
      <dgm:t>
        <a:bodyPr/>
        <a:lstStyle/>
        <a:p>
          <a:endParaRPr lang="en-US"/>
        </a:p>
      </dgm:t>
    </dgm:pt>
    <dgm:pt modelId="{1D2B903F-A5BA-4EF1-A446-5B3FBC236FFF}" type="sibTrans" cxnId="{8F7C74F3-5EF6-4241-92BE-21CEDF43B745}">
      <dgm:prSet/>
      <dgm:spPr/>
      <dgm:t>
        <a:bodyPr/>
        <a:lstStyle/>
        <a:p>
          <a:endParaRPr lang="en-US"/>
        </a:p>
      </dgm:t>
    </dgm:pt>
    <dgm:pt modelId="{786329DD-D516-4968-AE46-A57EB9A86B05}">
      <dgm:prSet phldrT="[Text]"/>
      <dgm:spPr/>
      <dgm:t>
        <a:bodyPr/>
        <a:lstStyle/>
        <a:p>
          <a:r>
            <a:rPr lang="en-US"/>
            <a:t>Cross sex Hormones are usually started Age 13</a:t>
          </a:r>
          <a:endParaRPr lang="en-US" dirty="0"/>
        </a:p>
      </dgm:t>
    </dgm:pt>
    <dgm:pt modelId="{E92B05D4-027A-45DD-BEDD-73E497E7D8B9}" type="parTrans" cxnId="{3F1ECAD8-C17F-4C3C-A27E-11357DA9A052}">
      <dgm:prSet/>
      <dgm:spPr/>
    </dgm:pt>
    <dgm:pt modelId="{362F5E82-5D6B-407D-A395-4C5D0739812F}" type="sibTrans" cxnId="{3F1ECAD8-C17F-4C3C-A27E-11357DA9A052}">
      <dgm:prSet/>
      <dgm:spPr/>
    </dgm:pt>
    <dgm:pt modelId="{62773DA7-F556-4D0B-A1FB-64C1B00E88BB}" type="pres">
      <dgm:prSet presAssocID="{F3025BF2-DE52-4588-A495-A146A49218BC}" presName="linear" presStyleCnt="0">
        <dgm:presLayoutVars>
          <dgm:animLvl val="lvl"/>
          <dgm:resizeHandles val="exact"/>
        </dgm:presLayoutVars>
      </dgm:prSet>
      <dgm:spPr/>
    </dgm:pt>
    <dgm:pt modelId="{AE5E96D3-9F56-4B87-A923-01E4BB473C2F}" type="pres">
      <dgm:prSet presAssocID="{A4683117-44A1-420F-9B69-B017ACD5B9D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0386C5D-E676-4AB7-9CF4-DEF4195973EC}" type="pres">
      <dgm:prSet presAssocID="{B7B9FA65-F9A2-41A3-B760-D3D2989850F9}" presName="spacer" presStyleCnt="0"/>
      <dgm:spPr/>
    </dgm:pt>
    <dgm:pt modelId="{A45951D8-433A-43AA-9E03-656497DA237A}" type="pres">
      <dgm:prSet presAssocID="{E54982D3-036C-4A9F-B143-198A2CFBCCE5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32D6DE0-946A-4D2E-B507-61A127EF45EA}" type="pres">
      <dgm:prSet presAssocID="{9EEE43DC-D7A8-4B0D-B28F-6D6E735A84B0}" presName="spacer" presStyleCnt="0"/>
      <dgm:spPr/>
    </dgm:pt>
    <dgm:pt modelId="{CCBAA5E1-9CB2-44F5-85A3-79CA1E84E8F4}" type="pres">
      <dgm:prSet presAssocID="{96470CE4-EC66-4A02-B75D-4F2A751554A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7912514-6880-4879-8EBF-E5DA4B573060}" type="pres">
      <dgm:prSet presAssocID="{632A92BE-0D8F-41FD-AF06-C435E3BBAA04}" presName="spacer" presStyleCnt="0"/>
      <dgm:spPr/>
    </dgm:pt>
    <dgm:pt modelId="{7D2B593F-5893-44B1-8971-012D99C52AAB}" type="pres">
      <dgm:prSet presAssocID="{BC8B51DB-B2A0-433F-BF7C-322B481D553E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2145B89-FC53-4EA7-9300-A5846AF07A54}" type="pres">
      <dgm:prSet presAssocID="{1D2B903F-A5BA-4EF1-A446-5B3FBC236FFF}" presName="spacer" presStyleCnt="0"/>
      <dgm:spPr/>
    </dgm:pt>
    <dgm:pt modelId="{459442BF-F607-4A54-B2A7-DC3CB52D04E3}" type="pres">
      <dgm:prSet presAssocID="{786329DD-D516-4968-AE46-A57EB9A86B0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C2E64400-C197-4503-9ECD-1519EF64A200}" srcId="{F3025BF2-DE52-4588-A495-A146A49218BC}" destId="{A4683117-44A1-420F-9B69-B017ACD5B9D8}" srcOrd="0" destOrd="0" parTransId="{01298480-084A-4C47-AAB0-1D751C7CCAC1}" sibTransId="{B7B9FA65-F9A2-41A3-B760-D3D2989850F9}"/>
    <dgm:cxn modelId="{7BF89989-787D-4000-A20F-81BEC63A29CF}" type="presOf" srcId="{786329DD-D516-4968-AE46-A57EB9A86B05}" destId="{459442BF-F607-4A54-B2A7-DC3CB52D04E3}" srcOrd="0" destOrd="0" presId="urn:microsoft.com/office/officeart/2005/8/layout/vList2"/>
    <dgm:cxn modelId="{3A233B9B-04AA-4506-A199-ADE0900ECAED}" type="presOf" srcId="{A4683117-44A1-420F-9B69-B017ACD5B9D8}" destId="{AE5E96D3-9F56-4B87-A923-01E4BB473C2F}" srcOrd="0" destOrd="0" presId="urn:microsoft.com/office/officeart/2005/8/layout/vList2"/>
    <dgm:cxn modelId="{6E8A59AC-C5D0-45BA-919D-4B8934855223}" type="presOf" srcId="{BC8B51DB-B2A0-433F-BF7C-322B481D553E}" destId="{7D2B593F-5893-44B1-8971-012D99C52AAB}" srcOrd="0" destOrd="0" presId="urn:microsoft.com/office/officeart/2005/8/layout/vList2"/>
    <dgm:cxn modelId="{9CF50EB8-2D5D-4580-A4CE-1690BA3DA995}" type="presOf" srcId="{96470CE4-EC66-4A02-B75D-4F2A751554A5}" destId="{CCBAA5E1-9CB2-44F5-85A3-79CA1E84E8F4}" srcOrd="0" destOrd="0" presId="urn:microsoft.com/office/officeart/2005/8/layout/vList2"/>
    <dgm:cxn modelId="{B76042BD-512F-4E91-9849-3035CF61093E}" type="presOf" srcId="{F3025BF2-DE52-4588-A495-A146A49218BC}" destId="{62773DA7-F556-4D0B-A1FB-64C1B00E88BB}" srcOrd="0" destOrd="0" presId="urn:microsoft.com/office/officeart/2005/8/layout/vList2"/>
    <dgm:cxn modelId="{0B444DC2-AA2D-4321-8230-9FBAA4EF8278}" type="presOf" srcId="{E54982D3-036C-4A9F-B143-198A2CFBCCE5}" destId="{A45951D8-433A-43AA-9E03-656497DA237A}" srcOrd="0" destOrd="0" presId="urn:microsoft.com/office/officeart/2005/8/layout/vList2"/>
    <dgm:cxn modelId="{33C2F7C4-A4ED-40DC-8C2F-B7ED44862C07}" srcId="{F3025BF2-DE52-4588-A495-A146A49218BC}" destId="{96470CE4-EC66-4A02-B75D-4F2A751554A5}" srcOrd="2" destOrd="0" parTransId="{38CE6B07-90C7-426C-B29E-D9D0BD0D8C6C}" sibTransId="{632A92BE-0D8F-41FD-AF06-C435E3BBAA04}"/>
    <dgm:cxn modelId="{3F1ECAD8-C17F-4C3C-A27E-11357DA9A052}" srcId="{F3025BF2-DE52-4588-A495-A146A49218BC}" destId="{786329DD-D516-4968-AE46-A57EB9A86B05}" srcOrd="4" destOrd="0" parTransId="{E92B05D4-027A-45DD-BEDD-73E497E7D8B9}" sibTransId="{362F5E82-5D6B-407D-A395-4C5D0739812F}"/>
    <dgm:cxn modelId="{E35514F0-9272-4634-B2EA-DBA76401E412}" srcId="{F3025BF2-DE52-4588-A495-A146A49218BC}" destId="{E54982D3-036C-4A9F-B143-198A2CFBCCE5}" srcOrd="1" destOrd="0" parTransId="{2802CDD1-673C-4E3B-A16E-5543865BADCB}" sibTransId="{9EEE43DC-D7A8-4B0D-B28F-6D6E735A84B0}"/>
    <dgm:cxn modelId="{8F7C74F3-5EF6-4241-92BE-21CEDF43B745}" srcId="{F3025BF2-DE52-4588-A495-A146A49218BC}" destId="{BC8B51DB-B2A0-433F-BF7C-322B481D553E}" srcOrd="3" destOrd="0" parTransId="{2C256BD2-35C1-4194-90B5-7607D5DCBDEE}" sibTransId="{1D2B903F-A5BA-4EF1-A446-5B3FBC236FFF}"/>
    <dgm:cxn modelId="{1FB97624-0A3F-431C-ABB6-F2F1B27D5C39}" type="presParOf" srcId="{62773DA7-F556-4D0B-A1FB-64C1B00E88BB}" destId="{AE5E96D3-9F56-4B87-A923-01E4BB473C2F}" srcOrd="0" destOrd="0" presId="urn:microsoft.com/office/officeart/2005/8/layout/vList2"/>
    <dgm:cxn modelId="{253E5E55-FD8F-47A7-ACFF-0D10C8BB3558}" type="presParOf" srcId="{62773DA7-F556-4D0B-A1FB-64C1B00E88BB}" destId="{30386C5D-E676-4AB7-9CF4-DEF4195973EC}" srcOrd="1" destOrd="0" presId="urn:microsoft.com/office/officeart/2005/8/layout/vList2"/>
    <dgm:cxn modelId="{868D330B-F697-4B1F-B040-422956D890E0}" type="presParOf" srcId="{62773DA7-F556-4D0B-A1FB-64C1B00E88BB}" destId="{A45951D8-433A-43AA-9E03-656497DA237A}" srcOrd="2" destOrd="0" presId="urn:microsoft.com/office/officeart/2005/8/layout/vList2"/>
    <dgm:cxn modelId="{DA167356-9A66-4195-911F-C7CE65E971DE}" type="presParOf" srcId="{62773DA7-F556-4D0B-A1FB-64C1B00E88BB}" destId="{432D6DE0-946A-4D2E-B507-61A127EF45EA}" srcOrd="3" destOrd="0" presId="urn:microsoft.com/office/officeart/2005/8/layout/vList2"/>
    <dgm:cxn modelId="{AE4B1C38-CEDE-419A-A7E9-033CF68A6239}" type="presParOf" srcId="{62773DA7-F556-4D0B-A1FB-64C1B00E88BB}" destId="{CCBAA5E1-9CB2-44F5-85A3-79CA1E84E8F4}" srcOrd="4" destOrd="0" presId="urn:microsoft.com/office/officeart/2005/8/layout/vList2"/>
    <dgm:cxn modelId="{B496109D-9961-41A4-825F-D3549F4060A4}" type="presParOf" srcId="{62773DA7-F556-4D0B-A1FB-64C1B00E88BB}" destId="{47912514-6880-4879-8EBF-E5DA4B573060}" srcOrd="5" destOrd="0" presId="urn:microsoft.com/office/officeart/2005/8/layout/vList2"/>
    <dgm:cxn modelId="{C6EEA032-591B-44EF-9F17-50E0108131FA}" type="presParOf" srcId="{62773DA7-F556-4D0B-A1FB-64C1B00E88BB}" destId="{7D2B593F-5893-44B1-8971-012D99C52AAB}" srcOrd="6" destOrd="0" presId="urn:microsoft.com/office/officeart/2005/8/layout/vList2"/>
    <dgm:cxn modelId="{06BB769D-A0CC-4F57-B5C3-D1CD8EB7F52C}" type="presParOf" srcId="{62773DA7-F556-4D0B-A1FB-64C1B00E88BB}" destId="{42145B89-FC53-4EA7-9300-A5846AF07A54}" srcOrd="7" destOrd="0" presId="urn:microsoft.com/office/officeart/2005/8/layout/vList2"/>
    <dgm:cxn modelId="{ABD2AF1E-8C45-4E6F-9FA4-CB94E4972B06}" type="presParOf" srcId="{62773DA7-F556-4D0B-A1FB-64C1B00E88BB}" destId="{459442BF-F607-4A54-B2A7-DC3CB52D04E3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13DF42C2-6E69-417E-8FF3-35C3CD0C226D}" type="doc">
      <dgm:prSet loTypeId="urn:microsoft.com/office/officeart/2005/8/layout/vList2" loCatId="list" qsTypeId="urn:microsoft.com/office/officeart/2005/8/quickstyle/simple1#57" qsCatId="simple" csTypeId="urn:microsoft.com/office/officeart/2005/8/colors/accent0_1#21" csCatId="mainScheme" phldr="1"/>
      <dgm:spPr/>
      <dgm:t>
        <a:bodyPr/>
        <a:lstStyle/>
        <a:p>
          <a:endParaRPr lang="en-US"/>
        </a:p>
      </dgm:t>
    </dgm:pt>
    <dgm:pt modelId="{DCADD265-2BB8-4B05-8459-8ED186FE7B09}">
      <dgm:prSet phldrT="[Text]"/>
      <dgm:spPr/>
      <dgm:t>
        <a:bodyPr/>
        <a:lstStyle/>
        <a:p>
          <a:r>
            <a:rPr lang="en-US"/>
            <a:t>After reaching Tanner Stage 2 development</a:t>
          </a:r>
        </a:p>
      </dgm:t>
    </dgm:pt>
    <dgm:pt modelId="{0D0AFFF2-D9AA-45AC-B013-B7600F271839}" type="parTrans" cxnId="{536BA6AB-9B7D-46A0-A788-C5B699EF39E2}">
      <dgm:prSet/>
      <dgm:spPr/>
      <dgm:t>
        <a:bodyPr/>
        <a:lstStyle/>
        <a:p>
          <a:endParaRPr lang="en-US"/>
        </a:p>
      </dgm:t>
    </dgm:pt>
    <dgm:pt modelId="{C5F1AF04-26D9-4C63-A6DF-0E927EA2422F}" type="sibTrans" cxnId="{536BA6AB-9B7D-46A0-A788-C5B699EF39E2}">
      <dgm:prSet/>
      <dgm:spPr/>
      <dgm:t>
        <a:bodyPr/>
        <a:lstStyle/>
        <a:p>
          <a:endParaRPr lang="en-US"/>
        </a:p>
      </dgm:t>
    </dgm:pt>
    <dgm:pt modelId="{4D8C3AB4-8270-4194-99F6-4FD132DBF196}">
      <dgm:prSet phldrT="[Text]"/>
      <dgm:spPr/>
      <dgm:t>
        <a:bodyPr/>
        <a:lstStyle/>
        <a:p>
          <a:r>
            <a:rPr lang="en-US"/>
            <a:t>After establishing a diagnosis of Transgender identity</a:t>
          </a:r>
        </a:p>
      </dgm:t>
    </dgm:pt>
    <dgm:pt modelId="{C0AB84D0-2458-49BD-8C34-D34BBE780744}" type="parTrans" cxnId="{78C0C19D-2618-49AE-87E0-6389BCD5C40D}">
      <dgm:prSet/>
      <dgm:spPr/>
      <dgm:t>
        <a:bodyPr/>
        <a:lstStyle/>
        <a:p>
          <a:endParaRPr lang="en-US"/>
        </a:p>
      </dgm:t>
    </dgm:pt>
    <dgm:pt modelId="{53606C3B-8873-4014-9C31-14CFBBF5D0A4}" type="sibTrans" cxnId="{78C0C19D-2618-49AE-87E0-6389BCD5C40D}">
      <dgm:prSet/>
      <dgm:spPr/>
      <dgm:t>
        <a:bodyPr/>
        <a:lstStyle/>
        <a:p>
          <a:endParaRPr lang="en-US"/>
        </a:p>
      </dgm:t>
    </dgm:pt>
    <dgm:pt modelId="{97D1D677-BD2F-4B89-8594-503F394269D9}">
      <dgm:prSet phldrT="[Text]"/>
      <dgm:spPr/>
      <dgm:t>
        <a:bodyPr/>
        <a:lstStyle/>
        <a:p>
          <a:r>
            <a:rPr lang="en-US">
              <a:solidFill>
                <a:srgbClr val="FF0000"/>
              </a:solidFill>
            </a:rPr>
            <a:t>After an established diagnosis of Transgender identity and has reached Tanner Stage 2 development</a:t>
          </a:r>
        </a:p>
      </dgm:t>
    </dgm:pt>
    <dgm:pt modelId="{4A181E2A-246D-4ADC-9353-114FEEF4B564}" type="parTrans" cxnId="{4D779B02-A4A9-4885-800B-930D72C51D6B}">
      <dgm:prSet/>
      <dgm:spPr/>
      <dgm:t>
        <a:bodyPr/>
        <a:lstStyle/>
        <a:p>
          <a:endParaRPr lang="en-US"/>
        </a:p>
      </dgm:t>
    </dgm:pt>
    <dgm:pt modelId="{C09049D8-6090-4816-9E8A-E9DDE849F6E1}" type="sibTrans" cxnId="{4D779B02-A4A9-4885-800B-930D72C51D6B}">
      <dgm:prSet/>
      <dgm:spPr/>
      <dgm:t>
        <a:bodyPr/>
        <a:lstStyle/>
        <a:p>
          <a:endParaRPr lang="en-US"/>
        </a:p>
      </dgm:t>
    </dgm:pt>
    <dgm:pt modelId="{D539D88A-7062-45EA-816F-7C4D941F6004}" type="pres">
      <dgm:prSet presAssocID="{13DF42C2-6E69-417E-8FF3-35C3CD0C226D}" presName="linear" presStyleCnt="0">
        <dgm:presLayoutVars>
          <dgm:animLvl val="lvl"/>
          <dgm:resizeHandles val="exact"/>
        </dgm:presLayoutVars>
      </dgm:prSet>
      <dgm:spPr/>
    </dgm:pt>
    <dgm:pt modelId="{DD12165D-707D-47BD-A917-9C94EF1F7353}" type="pres">
      <dgm:prSet presAssocID="{DCADD265-2BB8-4B05-8459-8ED186FE7B09}" presName="parentText" presStyleLbl="node1" presStyleIdx="0" presStyleCnt="3" custLinFactY="-9458" custLinFactNeighborY="-100000">
        <dgm:presLayoutVars>
          <dgm:chMax val="0"/>
          <dgm:bulletEnabled val="1"/>
        </dgm:presLayoutVars>
      </dgm:prSet>
      <dgm:spPr/>
    </dgm:pt>
    <dgm:pt modelId="{90049AC9-0771-4BB7-ABCA-1C3194AB2B9E}" type="pres">
      <dgm:prSet presAssocID="{C5F1AF04-26D9-4C63-A6DF-0E927EA2422F}" presName="spacer" presStyleCnt="0"/>
      <dgm:spPr/>
    </dgm:pt>
    <dgm:pt modelId="{9C6D9FE3-2789-4607-B908-13FBECF08FC5}" type="pres">
      <dgm:prSet presAssocID="{4D8C3AB4-8270-4194-99F6-4FD132DBF19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2D4C2E3-5D62-4E60-9BEC-2F8DB32CB5B0}" type="pres">
      <dgm:prSet presAssocID="{53606C3B-8873-4014-9C31-14CFBBF5D0A4}" presName="spacer" presStyleCnt="0"/>
      <dgm:spPr/>
    </dgm:pt>
    <dgm:pt modelId="{432320EF-96EB-4F44-B965-9BD1DB853A56}" type="pres">
      <dgm:prSet presAssocID="{97D1D677-BD2F-4B89-8594-503F394269D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D779B02-A4A9-4885-800B-930D72C51D6B}" srcId="{13DF42C2-6E69-417E-8FF3-35C3CD0C226D}" destId="{97D1D677-BD2F-4B89-8594-503F394269D9}" srcOrd="2" destOrd="0" parTransId="{4A181E2A-246D-4ADC-9353-114FEEF4B564}" sibTransId="{C09049D8-6090-4816-9E8A-E9DDE849F6E1}"/>
    <dgm:cxn modelId="{00536406-39FE-4FD8-A01C-7141FB1842D7}" type="presOf" srcId="{4D8C3AB4-8270-4194-99F6-4FD132DBF196}" destId="{9C6D9FE3-2789-4607-B908-13FBECF08FC5}" srcOrd="0" destOrd="0" presId="urn:microsoft.com/office/officeart/2005/8/layout/vList2"/>
    <dgm:cxn modelId="{DF7ECB0C-2918-447F-93C0-F6C34047DEAB}" type="presOf" srcId="{13DF42C2-6E69-417E-8FF3-35C3CD0C226D}" destId="{D539D88A-7062-45EA-816F-7C4D941F6004}" srcOrd="0" destOrd="0" presId="urn:microsoft.com/office/officeart/2005/8/layout/vList2"/>
    <dgm:cxn modelId="{41F90B79-CB30-40DE-A3E3-D15C59CF3305}" type="presOf" srcId="{DCADD265-2BB8-4B05-8459-8ED186FE7B09}" destId="{DD12165D-707D-47BD-A917-9C94EF1F7353}" srcOrd="0" destOrd="0" presId="urn:microsoft.com/office/officeart/2005/8/layout/vList2"/>
    <dgm:cxn modelId="{78C0C19D-2618-49AE-87E0-6389BCD5C40D}" srcId="{13DF42C2-6E69-417E-8FF3-35C3CD0C226D}" destId="{4D8C3AB4-8270-4194-99F6-4FD132DBF196}" srcOrd="1" destOrd="0" parTransId="{C0AB84D0-2458-49BD-8C34-D34BBE780744}" sibTransId="{53606C3B-8873-4014-9C31-14CFBBF5D0A4}"/>
    <dgm:cxn modelId="{536BA6AB-9B7D-46A0-A788-C5B699EF39E2}" srcId="{13DF42C2-6E69-417E-8FF3-35C3CD0C226D}" destId="{DCADD265-2BB8-4B05-8459-8ED186FE7B09}" srcOrd="0" destOrd="0" parTransId="{0D0AFFF2-D9AA-45AC-B013-B7600F271839}" sibTransId="{C5F1AF04-26D9-4C63-A6DF-0E927EA2422F}"/>
    <dgm:cxn modelId="{A758FEFF-ED8C-4BA6-9E38-74A7509DB3B7}" type="presOf" srcId="{97D1D677-BD2F-4B89-8594-503F394269D9}" destId="{432320EF-96EB-4F44-B965-9BD1DB853A56}" srcOrd="0" destOrd="0" presId="urn:microsoft.com/office/officeart/2005/8/layout/vList2"/>
    <dgm:cxn modelId="{9144F187-C9DD-442A-A200-D10252B0F1F4}" type="presParOf" srcId="{D539D88A-7062-45EA-816F-7C4D941F6004}" destId="{DD12165D-707D-47BD-A917-9C94EF1F7353}" srcOrd="0" destOrd="0" presId="urn:microsoft.com/office/officeart/2005/8/layout/vList2"/>
    <dgm:cxn modelId="{89C7CA79-9CAF-49D5-9DC5-95FD1CB4BF7B}" type="presParOf" srcId="{D539D88A-7062-45EA-816F-7C4D941F6004}" destId="{90049AC9-0771-4BB7-ABCA-1C3194AB2B9E}" srcOrd="1" destOrd="0" presId="urn:microsoft.com/office/officeart/2005/8/layout/vList2"/>
    <dgm:cxn modelId="{F9C46C6A-053C-42DC-B679-1C5A83E511F2}" type="presParOf" srcId="{D539D88A-7062-45EA-816F-7C4D941F6004}" destId="{9C6D9FE3-2789-4607-B908-13FBECF08FC5}" srcOrd="2" destOrd="0" presId="urn:microsoft.com/office/officeart/2005/8/layout/vList2"/>
    <dgm:cxn modelId="{85993BAE-6F8F-40B9-8D08-D8B690B46C3F}" type="presParOf" srcId="{D539D88A-7062-45EA-816F-7C4D941F6004}" destId="{E2D4C2E3-5D62-4E60-9BEC-2F8DB32CB5B0}" srcOrd="3" destOrd="0" presId="urn:microsoft.com/office/officeart/2005/8/layout/vList2"/>
    <dgm:cxn modelId="{0E130151-352E-412C-BB39-C071BDAF247E}" type="presParOf" srcId="{D539D88A-7062-45EA-816F-7C4D941F6004}" destId="{432320EF-96EB-4F44-B965-9BD1DB853A5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13DF42C2-6E69-417E-8FF3-35C3CD0C226D}" type="doc">
      <dgm:prSet loTypeId="urn:microsoft.com/office/officeart/2005/8/layout/vList2" loCatId="list" qsTypeId="urn:microsoft.com/office/officeart/2005/8/quickstyle/simple1#72" qsCatId="simple" csTypeId="urn:microsoft.com/office/officeart/2005/8/colors/accent0_1#29" csCatId="mainScheme" phldr="1"/>
      <dgm:spPr/>
      <dgm:t>
        <a:bodyPr/>
        <a:lstStyle/>
        <a:p>
          <a:endParaRPr lang="en-US"/>
        </a:p>
      </dgm:t>
    </dgm:pt>
    <dgm:pt modelId="{DCADD265-2BB8-4B05-8459-8ED186FE7B09}">
      <dgm:prSet phldrT="[Text]" custT="1"/>
      <dgm:spPr/>
      <dgm:t>
        <a:bodyPr/>
        <a:lstStyle/>
        <a:p>
          <a:r>
            <a:rPr lang="en-US" sz="4800">
              <a:solidFill>
                <a:srgbClr val="FF0000"/>
              </a:solidFill>
            </a:rPr>
            <a:t>True </a:t>
          </a:r>
          <a:r>
            <a:rPr lang="en-US" sz="4800">
              <a:solidFill>
                <a:schemeClr val="tx1"/>
              </a:solidFill>
            </a:rPr>
            <a:t>(breasts, uterus, ovaries) </a:t>
          </a:r>
        </a:p>
      </dgm:t>
    </dgm:pt>
    <dgm:pt modelId="{0D0AFFF2-D9AA-45AC-B013-B7600F271839}" type="parTrans" cxnId="{536BA6AB-9B7D-46A0-A788-C5B699EF39E2}">
      <dgm:prSet/>
      <dgm:spPr/>
      <dgm:t>
        <a:bodyPr/>
        <a:lstStyle/>
        <a:p>
          <a:endParaRPr lang="en-US"/>
        </a:p>
      </dgm:t>
    </dgm:pt>
    <dgm:pt modelId="{C5F1AF04-26D9-4C63-A6DF-0E927EA2422F}" type="sibTrans" cxnId="{536BA6AB-9B7D-46A0-A788-C5B699EF39E2}">
      <dgm:prSet/>
      <dgm:spPr/>
      <dgm:t>
        <a:bodyPr/>
        <a:lstStyle/>
        <a:p>
          <a:endParaRPr lang="en-US"/>
        </a:p>
      </dgm:t>
    </dgm:pt>
    <dgm:pt modelId="{4D8C3AB4-8270-4194-99F6-4FD132DBF196}">
      <dgm:prSet phldrT="[Text]" custT="1"/>
      <dgm:spPr/>
      <dgm:t>
        <a:bodyPr/>
        <a:lstStyle/>
        <a:p>
          <a:r>
            <a:rPr lang="en-US" sz="4800"/>
            <a:t>False</a:t>
          </a:r>
        </a:p>
      </dgm:t>
    </dgm:pt>
    <dgm:pt modelId="{C0AB84D0-2458-49BD-8C34-D34BBE780744}" type="parTrans" cxnId="{78C0C19D-2618-49AE-87E0-6389BCD5C40D}">
      <dgm:prSet/>
      <dgm:spPr/>
      <dgm:t>
        <a:bodyPr/>
        <a:lstStyle/>
        <a:p>
          <a:endParaRPr lang="en-US"/>
        </a:p>
      </dgm:t>
    </dgm:pt>
    <dgm:pt modelId="{53606C3B-8873-4014-9C31-14CFBBF5D0A4}" type="sibTrans" cxnId="{78C0C19D-2618-49AE-87E0-6389BCD5C40D}">
      <dgm:prSet/>
      <dgm:spPr/>
      <dgm:t>
        <a:bodyPr/>
        <a:lstStyle/>
        <a:p>
          <a:endParaRPr lang="en-US"/>
        </a:p>
      </dgm:t>
    </dgm:pt>
    <dgm:pt modelId="{D539D88A-7062-45EA-816F-7C4D941F6004}" type="pres">
      <dgm:prSet presAssocID="{13DF42C2-6E69-417E-8FF3-35C3CD0C226D}" presName="linear" presStyleCnt="0">
        <dgm:presLayoutVars>
          <dgm:animLvl val="lvl"/>
          <dgm:resizeHandles val="exact"/>
        </dgm:presLayoutVars>
      </dgm:prSet>
      <dgm:spPr/>
    </dgm:pt>
    <dgm:pt modelId="{DD12165D-707D-47BD-A917-9C94EF1F7353}" type="pres">
      <dgm:prSet presAssocID="{DCADD265-2BB8-4B05-8459-8ED186FE7B09}" presName="parentText" presStyleLbl="node1" presStyleIdx="0" presStyleCnt="2" custLinFactY="-9458" custLinFactNeighborY="-100000">
        <dgm:presLayoutVars>
          <dgm:chMax val="0"/>
          <dgm:bulletEnabled val="1"/>
        </dgm:presLayoutVars>
      </dgm:prSet>
      <dgm:spPr/>
    </dgm:pt>
    <dgm:pt modelId="{90049AC9-0771-4BB7-ABCA-1C3194AB2B9E}" type="pres">
      <dgm:prSet presAssocID="{C5F1AF04-26D9-4C63-A6DF-0E927EA2422F}" presName="spacer" presStyleCnt="0"/>
      <dgm:spPr/>
    </dgm:pt>
    <dgm:pt modelId="{9C6D9FE3-2789-4607-B908-13FBECF08FC5}" type="pres">
      <dgm:prSet presAssocID="{4D8C3AB4-8270-4194-99F6-4FD132DBF196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0536406-39FE-4FD8-A01C-7141FB1842D7}" type="presOf" srcId="{4D8C3AB4-8270-4194-99F6-4FD132DBF196}" destId="{9C6D9FE3-2789-4607-B908-13FBECF08FC5}" srcOrd="0" destOrd="0" presId="urn:microsoft.com/office/officeart/2005/8/layout/vList2"/>
    <dgm:cxn modelId="{DF7ECB0C-2918-447F-93C0-F6C34047DEAB}" type="presOf" srcId="{13DF42C2-6E69-417E-8FF3-35C3CD0C226D}" destId="{D539D88A-7062-45EA-816F-7C4D941F6004}" srcOrd="0" destOrd="0" presId="urn:microsoft.com/office/officeart/2005/8/layout/vList2"/>
    <dgm:cxn modelId="{41F90B79-CB30-40DE-A3E3-D15C59CF3305}" type="presOf" srcId="{DCADD265-2BB8-4B05-8459-8ED186FE7B09}" destId="{DD12165D-707D-47BD-A917-9C94EF1F7353}" srcOrd="0" destOrd="0" presId="urn:microsoft.com/office/officeart/2005/8/layout/vList2"/>
    <dgm:cxn modelId="{78C0C19D-2618-49AE-87E0-6389BCD5C40D}" srcId="{13DF42C2-6E69-417E-8FF3-35C3CD0C226D}" destId="{4D8C3AB4-8270-4194-99F6-4FD132DBF196}" srcOrd="1" destOrd="0" parTransId="{C0AB84D0-2458-49BD-8C34-D34BBE780744}" sibTransId="{53606C3B-8873-4014-9C31-14CFBBF5D0A4}"/>
    <dgm:cxn modelId="{536BA6AB-9B7D-46A0-A788-C5B699EF39E2}" srcId="{13DF42C2-6E69-417E-8FF3-35C3CD0C226D}" destId="{DCADD265-2BB8-4B05-8459-8ED186FE7B09}" srcOrd="0" destOrd="0" parTransId="{0D0AFFF2-D9AA-45AC-B013-B7600F271839}" sibTransId="{C5F1AF04-26D9-4C63-A6DF-0E927EA2422F}"/>
    <dgm:cxn modelId="{9144F187-C9DD-442A-A200-D10252B0F1F4}" type="presParOf" srcId="{D539D88A-7062-45EA-816F-7C4D941F6004}" destId="{DD12165D-707D-47BD-A917-9C94EF1F7353}" srcOrd="0" destOrd="0" presId="urn:microsoft.com/office/officeart/2005/8/layout/vList2"/>
    <dgm:cxn modelId="{89C7CA79-9CAF-49D5-9DC5-95FD1CB4BF7B}" type="presParOf" srcId="{D539D88A-7062-45EA-816F-7C4D941F6004}" destId="{90049AC9-0771-4BB7-ABCA-1C3194AB2B9E}" srcOrd="1" destOrd="0" presId="urn:microsoft.com/office/officeart/2005/8/layout/vList2"/>
    <dgm:cxn modelId="{F9C46C6A-053C-42DC-B679-1C5A83E511F2}" type="presParOf" srcId="{D539D88A-7062-45EA-816F-7C4D941F6004}" destId="{9C6D9FE3-2789-4607-B908-13FBECF08FC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78233594-18E0-4979-BC8D-B41FAF21F42D}" type="doc">
      <dgm:prSet loTypeId="urn:microsoft.com/office/officeart/2005/8/layout/vProcess5" loCatId="process" qsTypeId="urn:microsoft.com/office/officeart/2005/8/quickstyle/3d4#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79502B94-FD86-479A-B2DC-5FC4659F9D5A}">
      <dgm:prSet custT="1"/>
      <dgm:spPr/>
      <dgm:t>
        <a:bodyPr/>
        <a:lstStyle/>
        <a:p>
          <a:pPr algn="ctr"/>
          <a:r>
            <a:rPr lang="en-US" sz="3600" dirty="0"/>
            <a:t>GOAL: </a:t>
          </a:r>
        </a:p>
        <a:p>
          <a:pPr algn="l"/>
          <a:r>
            <a:rPr lang="en-US" sz="2000" dirty="0"/>
            <a:t>Decrease Frequency + Volume of </a:t>
          </a:r>
          <a:r>
            <a:rPr lang="en-US" sz="2000" dirty="0" err="1"/>
            <a:t>Menses</a:t>
          </a:r>
          <a:endParaRPr lang="en-US" sz="2000" dirty="0"/>
        </a:p>
      </dgm:t>
    </dgm:pt>
    <dgm:pt modelId="{AF54C911-2E64-4851-8602-34A8C84EAE87}" type="parTrans" cxnId="{72153DD0-B8C3-40CF-9247-52FAE2C2F12F}">
      <dgm:prSet/>
      <dgm:spPr/>
      <dgm:t>
        <a:bodyPr/>
        <a:lstStyle/>
        <a:p>
          <a:endParaRPr lang="en-US"/>
        </a:p>
      </dgm:t>
    </dgm:pt>
    <dgm:pt modelId="{F0EEFCC7-A323-45CB-A244-D49B1F00B8E7}" type="sibTrans" cxnId="{72153DD0-B8C3-40CF-9247-52FAE2C2F12F}">
      <dgm:prSet/>
      <dgm:spPr/>
      <dgm:t>
        <a:bodyPr/>
        <a:lstStyle/>
        <a:p>
          <a:endParaRPr lang="en-US"/>
        </a:p>
      </dgm:t>
    </dgm:pt>
    <dgm:pt modelId="{0CD1BEC4-AB12-4713-9416-1BF971D84EEB}">
      <dgm:prSet custT="1"/>
      <dgm:spPr/>
      <dgm:t>
        <a:bodyPr/>
        <a:lstStyle/>
        <a:p>
          <a:r>
            <a:rPr lang="en-US" sz="2000" dirty="0"/>
            <a:t>Complete Amenorrhea may be difficult</a:t>
          </a:r>
        </a:p>
      </dgm:t>
    </dgm:pt>
    <dgm:pt modelId="{5CC7E72E-3E2A-4D42-976E-8C0D27B4EA71}" type="sibTrans" cxnId="{35C30A44-3642-453A-A0D2-2B8AB71F822A}">
      <dgm:prSet/>
      <dgm:spPr/>
      <dgm:t>
        <a:bodyPr/>
        <a:lstStyle/>
        <a:p>
          <a:endParaRPr lang="en-US"/>
        </a:p>
      </dgm:t>
    </dgm:pt>
    <dgm:pt modelId="{1D3C68E5-E03D-4EB7-AC1C-EFCE902EA4FE}" type="parTrans" cxnId="{35C30A44-3642-453A-A0D2-2B8AB71F822A}">
      <dgm:prSet/>
      <dgm:spPr/>
      <dgm:t>
        <a:bodyPr/>
        <a:lstStyle/>
        <a:p>
          <a:endParaRPr lang="en-US"/>
        </a:p>
      </dgm:t>
    </dgm:pt>
    <dgm:pt modelId="{44FFA221-E7F0-4BB8-B721-C1919C5BD92E}">
      <dgm:prSet custT="1"/>
      <dgm:spPr/>
      <dgm:t>
        <a:bodyPr/>
        <a:lstStyle/>
        <a:p>
          <a:r>
            <a:rPr lang="en-US" sz="2000" dirty="0"/>
            <a:t>Hormone Therapy doesn’t affect Future Fertility</a:t>
          </a:r>
        </a:p>
      </dgm:t>
    </dgm:pt>
    <dgm:pt modelId="{23153EB2-E36D-4076-9612-5330E1EC2391}" type="sibTrans" cxnId="{5A46AD83-A51B-4B0F-B8F2-37C4AE20CF0F}">
      <dgm:prSet/>
      <dgm:spPr/>
      <dgm:t>
        <a:bodyPr/>
        <a:lstStyle/>
        <a:p>
          <a:endParaRPr lang="en-US"/>
        </a:p>
      </dgm:t>
    </dgm:pt>
    <dgm:pt modelId="{BE902B23-546C-4AF2-9764-CEE56DD06971}" type="parTrans" cxnId="{5A46AD83-A51B-4B0F-B8F2-37C4AE20CF0F}">
      <dgm:prSet/>
      <dgm:spPr/>
      <dgm:t>
        <a:bodyPr/>
        <a:lstStyle/>
        <a:p>
          <a:endParaRPr lang="en-US"/>
        </a:p>
      </dgm:t>
    </dgm:pt>
    <dgm:pt modelId="{21C00757-6BD1-4F27-BB28-AAB539403467}">
      <dgm:prSet custT="1"/>
      <dgm:spPr/>
      <dgm:t>
        <a:bodyPr/>
        <a:lstStyle/>
        <a:p>
          <a:r>
            <a:rPr lang="en-US" sz="2000" dirty="0"/>
            <a:t>Hormone Therapy doesn’t increase Cancer risk </a:t>
          </a:r>
        </a:p>
      </dgm:t>
    </dgm:pt>
    <dgm:pt modelId="{A8A4C826-12A2-43BF-A4CF-EE33E142E5C5}" type="sibTrans" cxnId="{074103AC-8142-4B04-8C83-F31AD685F580}">
      <dgm:prSet/>
      <dgm:spPr/>
      <dgm:t>
        <a:bodyPr/>
        <a:lstStyle/>
        <a:p>
          <a:endParaRPr lang="en-US"/>
        </a:p>
      </dgm:t>
    </dgm:pt>
    <dgm:pt modelId="{C64B2E55-F821-41E2-B9CF-0D8290402478}" type="parTrans" cxnId="{074103AC-8142-4B04-8C83-F31AD685F580}">
      <dgm:prSet/>
      <dgm:spPr/>
      <dgm:t>
        <a:bodyPr/>
        <a:lstStyle/>
        <a:p>
          <a:endParaRPr lang="en-US"/>
        </a:p>
      </dgm:t>
    </dgm:pt>
    <dgm:pt modelId="{EE1781C9-419A-4550-ABAB-C23927A7B8D9}" type="pres">
      <dgm:prSet presAssocID="{78233594-18E0-4979-BC8D-B41FAF21F42D}" presName="outerComposite" presStyleCnt="0">
        <dgm:presLayoutVars>
          <dgm:chMax val="5"/>
          <dgm:dir/>
          <dgm:resizeHandles val="exact"/>
        </dgm:presLayoutVars>
      </dgm:prSet>
      <dgm:spPr/>
    </dgm:pt>
    <dgm:pt modelId="{C0BF5F6B-D693-45CD-82EA-5A154036D8BA}" type="pres">
      <dgm:prSet presAssocID="{78233594-18E0-4979-BC8D-B41FAF21F42D}" presName="dummyMaxCanvas" presStyleCnt="0">
        <dgm:presLayoutVars/>
      </dgm:prSet>
      <dgm:spPr/>
    </dgm:pt>
    <dgm:pt modelId="{9FDDCC20-664A-4B54-B5BE-8BB20C636BDA}" type="pres">
      <dgm:prSet presAssocID="{78233594-18E0-4979-BC8D-B41FAF21F42D}" presName="FourNodes_1" presStyleLbl="node1" presStyleIdx="0" presStyleCnt="4">
        <dgm:presLayoutVars>
          <dgm:bulletEnabled val="1"/>
        </dgm:presLayoutVars>
      </dgm:prSet>
      <dgm:spPr/>
    </dgm:pt>
    <dgm:pt modelId="{D622F6C9-825D-42FE-84A3-DE120B5BF888}" type="pres">
      <dgm:prSet presAssocID="{78233594-18E0-4979-BC8D-B41FAF21F42D}" presName="FourNodes_2" presStyleLbl="node1" presStyleIdx="1" presStyleCnt="4">
        <dgm:presLayoutVars>
          <dgm:bulletEnabled val="1"/>
        </dgm:presLayoutVars>
      </dgm:prSet>
      <dgm:spPr/>
    </dgm:pt>
    <dgm:pt modelId="{A69B1B69-6381-48A5-A4B7-86142DA8A1C9}" type="pres">
      <dgm:prSet presAssocID="{78233594-18E0-4979-BC8D-B41FAF21F42D}" presName="FourNodes_3" presStyleLbl="node1" presStyleIdx="2" presStyleCnt="4">
        <dgm:presLayoutVars>
          <dgm:bulletEnabled val="1"/>
        </dgm:presLayoutVars>
      </dgm:prSet>
      <dgm:spPr/>
    </dgm:pt>
    <dgm:pt modelId="{960F7AE8-9B82-4A8D-B909-E685342E9F53}" type="pres">
      <dgm:prSet presAssocID="{78233594-18E0-4979-BC8D-B41FAF21F42D}" presName="FourNodes_4" presStyleLbl="node1" presStyleIdx="3" presStyleCnt="4">
        <dgm:presLayoutVars>
          <dgm:bulletEnabled val="1"/>
        </dgm:presLayoutVars>
      </dgm:prSet>
      <dgm:spPr/>
    </dgm:pt>
    <dgm:pt modelId="{34F69A17-E96C-4317-9B27-881C7949201C}" type="pres">
      <dgm:prSet presAssocID="{78233594-18E0-4979-BC8D-B41FAF21F42D}" presName="FourConn_1-2" presStyleLbl="fgAccFollowNode1" presStyleIdx="0" presStyleCnt="3">
        <dgm:presLayoutVars>
          <dgm:bulletEnabled val="1"/>
        </dgm:presLayoutVars>
      </dgm:prSet>
      <dgm:spPr/>
    </dgm:pt>
    <dgm:pt modelId="{584023D4-646C-4800-89B8-F7EFC2355504}" type="pres">
      <dgm:prSet presAssocID="{78233594-18E0-4979-BC8D-B41FAF21F42D}" presName="FourConn_2-3" presStyleLbl="fgAccFollowNode1" presStyleIdx="1" presStyleCnt="3">
        <dgm:presLayoutVars>
          <dgm:bulletEnabled val="1"/>
        </dgm:presLayoutVars>
      </dgm:prSet>
      <dgm:spPr/>
    </dgm:pt>
    <dgm:pt modelId="{EC1F50ED-B1CD-40CD-B82E-884B9E022D16}" type="pres">
      <dgm:prSet presAssocID="{78233594-18E0-4979-BC8D-B41FAF21F42D}" presName="FourConn_3-4" presStyleLbl="fgAccFollowNode1" presStyleIdx="2" presStyleCnt="3">
        <dgm:presLayoutVars>
          <dgm:bulletEnabled val="1"/>
        </dgm:presLayoutVars>
      </dgm:prSet>
      <dgm:spPr/>
    </dgm:pt>
    <dgm:pt modelId="{95C86401-6784-431B-B225-BE56316D476F}" type="pres">
      <dgm:prSet presAssocID="{78233594-18E0-4979-BC8D-B41FAF21F42D}" presName="FourNodes_1_text" presStyleLbl="node1" presStyleIdx="3" presStyleCnt="4">
        <dgm:presLayoutVars>
          <dgm:bulletEnabled val="1"/>
        </dgm:presLayoutVars>
      </dgm:prSet>
      <dgm:spPr/>
    </dgm:pt>
    <dgm:pt modelId="{381B4EBE-EC9C-4097-A969-58A039AEEC3E}" type="pres">
      <dgm:prSet presAssocID="{78233594-18E0-4979-BC8D-B41FAF21F42D}" presName="FourNodes_2_text" presStyleLbl="node1" presStyleIdx="3" presStyleCnt="4">
        <dgm:presLayoutVars>
          <dgm:bulletEnabled val="1"/>
        </dgm:presLayoutVars>
      </dgm:prSet>
      <dgm:spPr/>
    </dgm:pt>
    <dgm:pt modelId="{6B515866-0D73-4CB9-94D7-6AACA117C9E0}" type="pres">
      <dgm:prSet presAssocID="{78233594-18E0-4979-BC8D-B41FAF21F42D}" presName="FourNodes_3_text" presStyleLbl="node1" presStyleIdx="3" presStyleCnt="4">
        <dgm:presLayoutVars>
          <dgm:bulletEnabled val="1"/>
        </dgm:presLayoutVars>
      </dgm:prSet>
      <dgm:spPr/>
    </dgm:pt>
    <dgm:pt modelId="{D2F0F677-9B10-4406-8498-67A6DB056D20}" type="pres">
      <dgm:prSet presAssocID="{78233594-18E0-4979-BC8D-B41FAF21F42D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96A58402-969A-44AE-8981-2ECEA0AA5365}" type="presOf" srcId="{79502B94-FD86-479A-B2DC-5FC4659F9D5A}" destId="{9FDDCC20-664A-4B54-B5BE-8BB20C636BDA}" srcOrd="0" destOrd="0" presId="urn:microsoft.com/office/officeart/2005/8/layout/vProcess5"/>
    <dgm:cxn modelId="{0E738208-5017-42D5-9C4D-01BD70116F4D}" type="presOf" srcId="{44FFA221-E7F0-4BB8-B721-C1919C5BD92E}" destId="{A69B1B69-6381-48A5-A4B7-86142DA8A1C9}" srcOrd="0" destOrd="0" presId="urn:microsoft.com/office/officeart/2005/8/layout/vProcess5"/>
    <dgm:cxn modelId="{1A97630B-36B4-4332-A4E3-6B03028ED04D}" type="presOf" srcId="{0CD1BEC4-AB12-4713-9416-1BF971D84EEB}" destId="{D622F6C9-825D-42FE-84A3-DE120B5BF888}" srcOrd="0" destOrd="0" presId="urn:microsoft.com/office/officeart/2005/8/layout/vProcess5"/>
    <dgm:cxn modelId="{2CB8512B-CAB6-45F7-A372-6922932513E5}" type="presOf" srcId="{78233594-18E0-4979-BC8D-B41FAF21F42D}" destId="{EE1781C9-419A-4550-ABAB-C23927A7B8D9}" srcOrd="0" destOrd="0" presId="urn:microsoft.com/office/officeart/2005/8/layout/vProcess5"/>
    <dgm:cxn modelId="{ADB3143F-AB74-40E0-A2C1-703F6E25F0FC}" type="presOf" srcId="{21C00757-6BD1-4F27-BB28-AAB539403467}" destId="{D2F0F677-9B10-4406-8498-67A6DB056D20}" srcOrd="1" destOrd="0" presId="urn:microsoft.com/office/officeart/2005/8/layout/vProcess5"/>
    <dgm:cxn modelId="{3482BF5C-0B9C-4203-965E-880AEB5CB353}" type="presOf" srcId="{44FFA221-E7F0-4BB8-B721-C1919C5BD92E}" destId="{6B515866-0D73-4CB9-94D7-6AACA117C9E0}" srcOrd="1" destOrd="0" presId="urn:microsoft.com/office/officeart/2005/8/layout/vProcess5"/>
    <dgm:cxn modelId="{35C30A44-3642-453A-A0D2-2B8AB71F822A}" srcId="{78233594-18E0-4979-BC8D-B41FAF21F42D}" destId="{0CD1BEC4-AB12-4713-9416-1BF971D84EEB}" srcOrd="1" destOrd="0" parTransId="{1D3C68E5-E03D-4EB7-AC1C-EFCE902EA4FE}" sibTransId="{5CC7E72E-3E2A-4D42-976E-8C0D27B4EA71}"/>
    <dgm:cxn modelId="{DF15C754-AC60-45BF-B712-A17704EFD69A}" type="presOf" srcId="{0CD1BEC4-AB12-4713-9416-1BF971D84EEB}" destId="{381B4EBE-EC9C-4097-A969-58A039AEEC3E}" srcOrd="1" destOrd="0" presId="urn:microsoft.com/office/officeart/2005/8/layout/vProcess5"/>
    <dgm:cxn modelId="{5A46AD83-A51B-4B0F-B8F2-37C4AE20CF0F}" srcId="{78233594-18E0-4979-BC8D-B41FAF21F42D}" destId="{44FFA221-E7F0-4BB8-B721-C1919C5BD92E}" srcOrd="2" destOrd="0" parTransId="{BE902B23-546C-4AF2-9764-CEE56DD06971}" sibTransId="{23153EB2-E36D-4076-9612-5330E1EC2391}"/>
    <dgm:cxn modelId="{43C55B8F-F045-4492-8D73-8BCC520F94C0}" type="presOf" srcId="{F0EEFCC7-A323-45CB-A244-D49B1F00B8E7}" destId="{34F69A17-E96C-4317-9B27-881C7949201C}" srcOrd="0" destOrd="0" presId="urn:microsoft.com/office/officeart/2005/8/layout/vProcess5"/>
    <dgm:cxn modelId="{C2BF54A2-4816-431B-B2CA-DAE375B3EBEF}" type="presOf" srcId="{23153EB2-E36D-4076-9612-5330E1EC2391}" destId="{EC1F50ED-B1CD-40CD-B82E-884B9E022D16}" srcOrd="0" destOrd="0" presId="urn:microsoft.com/office/officeart/2005/8/layout/vProcess5"/>
    <dgm:cxn modelId="{074103AC-8142-4B04-8C83-F31AD685F580}" srcId="{78233594-18E0-4979-BC8D-B41FAF21F42D}" destId="{21C00757-6BD1-4F27-BB28-AAB539403467}" srcOrd="3" destOrd="0" parTransId="{C64B2E55-F821-41E2-B9CF-0D8290402478}" sibTransId="{A8A4C826-12A2-43BF-A4CF-EE33E142E5C5}"/>
    <dgm:cxn modelId="{72153DD0-B8C3-40CF-9247-52FAE2C2F12F}" srcId="{78233594-18E0-4979-BC8D-B41FAF21F42D}" destId="{79502B94-FD86-479A-B2DC-5FC4659F9D5A}" srcOrd="0" destOrd="0" parTransId="{AF54C911-2E64-4851-8602-34A8C84EAE87}" sibTransId="{F0EEFCC7-A323-45CB-A244-D49B1F00B8E7}"/>
    <dgm:cxn modelId="{CBE191D6-94F7-4F41-A33E-3E7B5E59E64D}" type="presOf" srcId="{5CC7E72E-3E2A-4D42-976E-8C0D27B4EA71}" destId="{584023D4-646C-4800-89B8-F7EFC2355504}" srcOrd="0" destOrd="0" presId="urn:microsoft.com/office/officeart/2005/8/layout/vProcess5"/>
    <dgm:cxn modelId="{39551ADB-4200-4B10-B7F7-ED2B27F9C024}" type="presOf" srcId="{21C00757-6BD1-4F27-BB28-AAB539403467}" destId="{960F7AE8-9B82-4A8D-B909-E685342E9F53}" srcOrd="0" destOrd="0" presId="urn:microsoft.com/office/officeart/2005/8/layout/vProcess5"/>
    <dgm:cxn modelId="{3A633AE1-BFE1-45ED-8909-0EA5D718DAA6}" type="presOf" srcId="{79502B94-FD86-479A-B2DC-5FC4659F9D5A}" destId="{95C86401-6784-431B-B225-BE56316D476F}" srcOrd="1" destOrd="0" presId="urn:microsoft.com/office/officeart/2005/8/layout/vProcess5"/>
    <dgm:cxn modelId="{0D8F5AAE-65F9-4285-BFEE-106F70C3FC70}" type="presParOf" srcId="{EE1781C9-419A-4550-ABAB-C23927A7B8D9}" destId="{C0BF5F6B-D693-45CD-82EA-5A154036D8BA}" srcOrd="0" destOrd="0" presId="urn:microsoft.com/office/officeart/2005/8/layout/vProcess5"/>
    <dgm:cxn modelId="{1949DEC9-274F-4BE5-BCB7-9EFE02EDB142}" type="presParOf" srcId="{EE1781C9-419A-4550-ABAB-C23927A7B8D9}" destId="{9FDDCC20-664A-4B54-B5BE-8BB20C636BDA}" srcOrd="1" destOrd="0" presId="urn:microsoft.com/office/officeart/2005/8/layout/vProcess5"/>
    <dgm:cxn modelId="{FE3663F5-82EF-4468-8E00-80DBD0BBF433}" type="presParOf" srcId="{EE1781C9-419A-4550-ABAB-C23927A7B8D9}" destId="{D622F6C9-825D-42FE-84A3-DE120B5BF888}" srcOrd="2" destOrd="0" presId="urn:microsoft.com/office/officeart/2005/8/layout/vProcess5"/>
    <dgm:cxn modelId="{B4DDCB44-9E88-4E4C-8CEB-718398C642A8}" type="presParOf" srcId="{EE1781C9-419A-4550-ABAB-C23927A7B8D9}" destId="{A69B1B69-6381-48A5-A4B7-86142DA8A1C9}" srcOrd="3" destOrd="0" presId="urn:microsoft.com/office/officeart/2005/8/layout/vProcess5"/>
    <dgm:cxn modelId="{F3DD507A-7467-4129-A7CA-A49A5B51B6ED}" type="presParOf" srcId="{EE1781C9-419A-4550-ABAB-C23927A7B8D9}" destId="{960F7AE8-9B82-4A8D-B909-E685342E9F53}" srcOrd="4" destOrd="0" presId="urn:microsoft.com/office/officeart/2005/8/layout/vProcess5"/>
    <dgm:cxn modelId="{7B94DACF-CF79-4DE9-8F11-7AD985548B8B}" type="presParOf" srcId="{EE1781C9-419A-4550-ABAB-C23927A7B8D9}" destId="{34F69A17-E96C-4317-9B27-881C7949201C}" srcOrd="5" destOrd="0" presId="urn:microsoft.com/office/officeart/2005/8/layout/vProcess5"/>
    <dgm:cxn modelId="{9E80401C-D118-41BD-AFA6-342CFD9F8866}" type="presParOf" srcId="{EE1781C9-419A-4550-ABAB-C23927A7B8D9}" destId="{584023D4-646C-4800-89B8-F7EFC2355504}" srcOrd="6" destOrd="0" presId="urn:microsoft.com/office/officeart/2005/8/layout/vProcess5"/>
    <dgm:cxn modelId="{0FE68795-4911-440F-80EE-A0ABFAF22567}" type="presParOf" srcId="{EE1781C9-419A-4550-ABAB-C23927A7B8D9}" destId="{EC1F50ED-B1CD-40CD-B82E-884B9E022D16}" srcOrd="7" destOrd="0" presId="urn:microsoft.com/office/officeart/2005/8/layout/vProcess5"/>
    <dgm:cxn modelId="{6E098D2F-EC67-451C-AD13-EE975572DF6D}" type="presParOf" srcId="{EE1781C9-419A-4550-ABAB-C23927A7B8D9}" destId="{95C86401-6784-431B-B225-BE56316D476F}" srcOrd="8" destOrd="0" presId="urn:microsoft.com/office/officeart/2005/8/layout/vProcess5"/>
    <dgm:cxn modelId="{1FCEE1CF-55F4-4D9D-A8E4-A6201008AC18}" type="presParOf" srcId="{EE1781C9-419A-4550-ABAB-C23927A7B8D9}" destId="{381B4EBE-EC9C-4097-A969-58A039AEEC3E}" srcOrd="9" destOrd="0" presId="urn:microsoft.com/office/officeart/2005/8/layout/vProcess5"/>
    <dgm:cxn modelId="{039E1BD0-DEC7-49E3-A5CC-4761CB345F12}" type="presParOf" srcId="{EE1781C9-419A-4550-ABAB-C23927A7B8D9}" destId="{6B515866-0D73-4CB9-94D7-6AACA117C9E0}" srcOrd="10" destOrd="0" presId="urn:microsoft.com/office/officeart/2005/8/layout/vProcess5"/>
    <dgm:cxn modelId="{04A64E5F-AEAA-4293-816E-464E92622032}" type="presParOf" srcId="{EE1781C9-419A-4550-ABAB-C23927A7B8D9}" destId="{D2F0F677-9B10-4406-8498-67A6DB056D20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E36C5BC8-5195-4A72-9CDE-3670A868F646}" type="doc">
      <dgm:prSet loTypeId="urn:microsoft.com/office/officeart/2005/8/layout/default" loCatId="list" qsTypeId="urn:microsoft.com/office/officeart/2005/8/quickstyle/simple1#115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D935696B-59B9-466F-B2FD-F795FBDB19BF}">
      <dgm:prSet phldrT="[Text]"/>
      <dgm:spPr/>
      <dgm:t>
        <a:bodyPr/>
        <a:lstStyle/>
        <a:p>
          <a:r>
            <a:rPr lang="en-US" dirty="0"/>
            <a:t>Combined OCPS: Daily                         up to 88% Amenorrhea</a:t>
          </a:r>
        </a:p>
      </dgm:t>
    </dgm:pt>
    <dgm:pt modelId="{49D60C75-6E49-40C3-81E3-432B2FD46799}" type="parTrans" cxnId="{A2407356-F850-4C73-A6DF-E9DB3E48C317}">
      <dgm:prSet/>
      <dgm:spPr/>
      <dgm:t>
        <a:bodyPr/>
        <a:lstStyle/>
        <a:p>
          <a:endParaRPr lang="en-US"/>
        </a:p>
      </dgm:t>
    </dgm:pt>
    <dgm:pt modelId="{B76C14CC-D737-422D-A4BD-184D1DB75F36}" type="sibTrans" cxnId="{A2407356-F850-4C73-A6DF-E9DB3E48C317}">
      <dgm:prSet/>
      <dgm:spPr/>
      <dgm:t>
        <a:bodyPr/>
        <a:lstStyle/>
        <a:p>
          <a:endParaRPr lang="en-US"/>
        </a:p>
      </dgm:t>
    </dgm:pt>
    <dgm:pt modelId="{E711F195-677B-42B6-98BD-9AC9AE553F7A}">
      <dgm:prSet phldrT="[Text]"/>
      <dgm:spPr/>
      <dgm:t>
        <a:bodyPr/>
        <a:lstStyle/>
        <a:p>
          <a:r>
            <a:rPr lang="en-US"/>
            <a:t>Transdermal: Weekly           Adhesive problems</a:t>
          </a:r>
        </a:p>
      </dgm:t>
    </dgm:pt>
    <dgm:pt modelId="{87D2B3E7-65D8-4BDB-8E36-32E037250313}" type="parTrans" cxnId="{4408A777-A7EB-4D3E-98A7-2F0CE913FB49}">
      <dgm:prSet/>
      <dgm:spPr/>
      <dgm:t>
        <a:bodyPr/>
        <a:lstStyle/>
        <a:p>
          <a:endParaRPr lang="en-US"/>
        </a:p>
      </dgm:t>
    </dgm:pt>
    <dgm:pt modelId="{EF5ED972-899C-4227-8BAA-0C9FC429367C}" type="sibTrans" cxnId="{4408A777-A7EB-4D3E-98A7-2F0CE913FB49}">
      <dgm:prSet/>
      <dgm:spPr/>
      <dgm:t>
        <a:bodyPr/>
        <a:lstStyle/>
        <a:p>
          <a:endParaRPr lang="en-US"/>
        </a:p>
      </dgm:t>
    </dgm:pt>
    <dgm:pt modelId="{80859623-8322-489C-B5B2-FE13018DEA23}">
      <dgm:prSet phldrT="[Text]"/>
      <dgm:spPr/>
      <dgm:t>
        <a:bodyPr/>
        <a:lstStyle/>
        <a:p>
          <a:r>
            <a:rPr lang="en-US"/>
            <a:t>Vaginal Ring: Monthly            High Amenorrhea rate</a:t>
          </a:r>
        </a:p>
      </dgm:t>
    </dgm:pt>
    <dgm:pt modelId="{171C5C93-FA75-48EE-8D81-265828CB4619}" type="parTrans" cxnId="{FD34F0B8-DD58-478F-9658-98947A4DBFE6}">
      <dgm:prSet/>
      <dgm:spPr/>
      <dgm:t>
        <a:bodyPr/>
        <a:lstStyle/>
        <a:p>
          <a:endParaRPr lang="en-US"/>
        </a:p>
      </dgm:t>
    </dgm:pt>
    <dgm:pt modelId="{096C1342-A27B-4AE0-90CA-0296D20189EC}" type="sibTrans" cxnId="{FD34F0B8-DD58-478F-9658-98947A4DBFE6}">
      <dgm:prSet/>
      <dgm:spPr/>
      <dgm:t>
        <a:bodyPr/>
        <a:lstStyle/>
        <a:p>
          <a:endParaRPr lang="en-US"/>
        </a:p>
      </dgm:t>
    </dgm:pt>
    <dgm:pt modelId="{1B34A88E-5D5C-4073-9C8E-594F2101631A}">
      <dgm:prSet phldrT="[Text]"/>
      <dgm:spPr/>
      <dgm:t>
        <a:bodyPr/>
        <a:lstStyle/>
        <a:p>
          <a:r>
            <a:rPr lang="en-US"/>
            <a:t>Oral Progestins: Daily</a:t>
          </a:r>
        </a:p>
      </dgm:t>
    </dgm:pt>
    <dgm:pt modelId="{5A1D3255-13E8-4C6F-A7D0-F9B99EC11EE9}" type="parTrans" cxnId="{7BD3FAF3-EDAE-4CED-8960-03CBB63DEC2B}">
      <dgm:prSet/>
      <dgm:spPr/>
      <dgm:t>
        <a:bodyPr/>
        <a:lstStyle/>
        <a:p>
          <a:endParaRPr lang="en-US"/>
        </a:p>
      </dgm:t>
    </dgm:pt>
    <dgm:pt modelId="{5A25F595-F3EB-4338-BA5D-74F96FB1CC5E}" type="sibTrans" cxnId="{7BD3FAF3-EDAE-4CED-8960-03CBB63DEC2B}">
      <dgm:prSet/>
      <dgm:spPr/>
      <dgm:t>
        <a:bodyPr/>
        <a:lstStyle/>
        <a:p>
          <a:endParaRPr lang="en-US"/>
        </a:p>
      </dgm:t>
    </dgm:pt>
    <dgm:pt modelId="{E63DCE1A-8234-454E-ABD6-E28C8F171ADF}">
      <dgm:prSet phldrT="[Text]"/>
      <dgm:spPr/>
      <dgm:t>
        <a:bodyPr/>
        <a:lstStyle/>
        <a:p>
          <a:r>
            <a:rPr lang="en-US"/>
            <a:t>Depo Provera:    11-13 weeks       Weight gain  Affects Bones</a:t>
          </a:r>
        </a:p>
      </dgm:t>
    </dgm:pt>
    <dgm:pt modelId="{F35DB06B-D7A7-4EC3-9B72-1E1A38DD7BF4}" type="parTrans" cxnId="{4C5234D6-69E1-464E-822F-FE23DDDC0F53}">
      <dgm:prSet/>
      <dgm:spPr/>
      <dgm:t>
        <a:bodyPr/>
        <a:lstStyle/>
        <a:p>
          <a:endParaRPr lang="en-US"/>
        </a:p>
      </dgm:t>
    </dgm:pt>
    <dgm:pt modelId="{27545DC1-2477-4802-847E-C8E6BC6F60F6}" type="sibTrans" cxnId="{4C5234D6-69E1-464E-822F-FE23DDDC0F53}">
      <dgm:prSet/>
      <dgm:spPr/>
      <dgm:t>
        <a:bodyPr/>
        <a:lstStyle/>
        <a:p>
          <a:endParaRPr lang="en-US"/>
        </a:p>
      </dgm:t>
    </dgm:pt>
    <dgm:pt modelId="{3B1E044A-0E41-4D02-8F84-EF3668943560}">
      <dgm:prSet phldrT="[Text]"/>
      <dgm:spPr/>
      <dgm:t>
        <a:bodyPr/>
        <a:lstStyle/>
        <a:p>
          <a:r>
            <a:rPr lang="en-US" dirty="0"/>
            <a:t>Nexplanon:             3 – 5 yrs                   Only </a:t>
          </a:r>
          <a:r>
            <a:rPr lang="en-US" dirty="0">
              <a:solidFill>
                <a:srgbClr val="FF0000"/>
              </a:solidFill>
            </a:rPr>
            <a:t>22% </a:t>
          </a:r>
          <a:r>
            <a:rPr lang="en-US" dirty="0"/>
            <a:t>Amenorrhea  rate</a:t>
          </a:r>
        </a:p>
      </dgm:t>
    </dgm:pt>
    <dgm:pt modelId="{CF61319B-9DAC-46C4-9E22-0B485BF36A21}" type="parTrans" cxnId="{97756BC5-BE8D-4F11-B271-E27CB9C0F2AE}">
      <dgm:prSet/>
      <dgm:spPr/>
      <dgm:t>
        <a:bodyPr/>
        <a:lstStyle/>
        <a:p>
          <a:endParaRPr lang="en-US"/>
        </a:p>
      </dgm:t>
    </dgm:pt>
    <dgm:pt modelId="{5F9A3A00-495C-4678-86BE-57C4BBB33E24}" type="sibTrans" cxnId="{97756BC5-BE8D-4F11-B271-E27CB9C0F2AE}">
      <dgm:prSet/>
      <dgm:spPr/>
      <dgm:t>
        <a:bodyPr/>
        <a:lstStyle/>
        <a:p>
          <a:endParaRPr lang="en-US"/>
        </a:p>
      </dgm:t>
    </dgm:pt>
    <dgm:pt modelId="{DC543FEB-90CC-4FBB-956A-0AF867564BFF}">
      <dgm:prSet phldrT="[Text]"/>
      <dgm:spPr/>
      <dgm:t>
        <a:bodyPr/>
        <a:lstStyle/>
        <a:p>
          <a:r>
            <a:rPr lang="en-US"/>
            <a:t>Progestin IUD:                          5-8 years           Cost/Insertion Pain 60%</a:t>
          </a:r>
        </a:p>
      </dgm:t>
    </dgm:pt>
    <dgm:pt modelId="{F1854F41-E709-4BC8-9850-3B7BD2569C92}" type="parTrans" cxnId="{DA6299D1-88E1-4493-9454-4B8060499B5D}">
      <dgm:prSet/>
      <dgm:spPr/>
      <dgm:t>
        <a:bodyPr/>
        <a:lstStyle/>
        <a:p>
          <a:endParaRPr lang="en-US"/>
        </a:p>
      </dgm:t>
    </dgm:pt>
    <dgm:pt modelId="{3050317D-66BD-47A7-ABB2-716310A03455}" type="sibTrans" cxnId="{DA6299D1-88E1-4493-9454-4B8060499B5D}">
      <dgm:prSet/>
      <dgm:spPr/>
      <dgm:t>
        <a:bodyPr/>
        <a:lstStyle/>
        <a:p>
          <a:endParaRPr lang="en-US"/>
        </a:p>
      </dgm:t>
    </dgm:pt>
    <dgm:pt modelId="{DD54377A-4DC7-475F-B86E-40118C2D84DB}">
      <dgm:prSet phldrT="[Text]"/>
      <dgm:spPr/>
      <dgm:t>
        <a:bodyPr/>
        <a:lstStyle/>
        <a:p>
          <a:r>
            <a:rPr lang="en-US"/>
            <a:t>GNRH agonist: Daily to  3 mo    High Amenorrhea rate</a:t>
          </a:r>
        </a:p>
      </dgm:t>
    </dgm:pt>
    <dgm:pt modelId="{A116F6F0-3A8E-4562-BFEE-0531EB87C723}" type="parTrans" cxnId="{480E5794-E13F-4B12-92D7-B90DB83C755A}">
      <dgm:prSet/>
      <dgm:spPr/>
      <dgm:t>
        <a:bodyPr/>
        <a:lstStyle/>
        <a:p>
          <a:endParaRPr lang="en-US"/>
        </a:p>
      </dgm:t>
    </dgm:pt>
    <dgm:pt modelId="{DEDD1246-1370-4812-9296-19A93977CDB7}" type="sibTrans" cxnId="{480E5794-E13F-4B12-92D7-B90DB83C755A}">
      <dgm:prSet/>
      <dgm:spPr/>
      <dgm:t>
        <a:bodyPr/>
        <a:lstStyle/>
        <a:p>
          <a:endParaRPr lang="en-US"/>
        </a:p>
      </dgm:t>
    </dgm:pt>
    <dgm:pt modelId="{36B7AD29-2465-403C-9043-61FE31BAB7C3}" type="pres">
      <dgm:prSet presAssocID="{E36C5BC8-5195-4A72-9CDE-3670A868F646}" presName="diagram" presStyleCnt="0">
        <dgm:presLayoutVars>
          <dgm:dir/>
          <dgm:resizeHandles val="exact"/>
        </dgm:presLayoutVars>
      </dgm:prSet>
      <dgm:spPr/>
    </dgm:pt>
    <dgm:pt modelId="{E046C043-9AF7-4ECC-9D44-29FFEC460CD6}" type="pres">
      <dgm:prSet presAssocID="{D935696B-59B9-466F-B2FD-F795FBDB19BF}" presName="node" presStyleLbl="node1" presStyleIdx="0" presStyleCnt="8">
        <dgm:presLayoutVars>
          <dgm:bulletEnabled val="1"/>
        </dgm:presLayoutVars>
      </dgm:prSet>
      <dgm:spPr/>
    </dgm:pt>
    <dgm:pt modelId="{B8B7839F-8318-4B65-8249-24612F62D4A9}" type="pres">
      <dgm:prSet presAssocID="{B76C14CC-D737-422D-A4BD-184D1DB75F36}" presName="sibTrans" presStyleCnt="0"/>
      <dgm:spPr/>
    </dgm:pt>
    <dgm:pt modelId="{C294B9AE-C5D4-415D-BBE7-B8F7BF9C2906}" type="pres">
      <dgm:prSet presAssocID="{E711F195-677B-42B6-98BD-9AC9AE553F7A}" presName="node" presStyleLbl="node1" presStyleIdx="1" presStyleCnt="8">
        <dgm:presLayoutVars>
          <dgm:bulletEnabled val="1"/>
        </dgm:presLayoutVars>
      </dgm:prSet>
      <dgm:spPr/>
    </dgm:pt>
    <dgm:pt modelId="{121DB092-8018-4E8B-91F1-3801A785A13C}" type="pres">
      <dgm:prSet presAssocID="{EF5ED972-899C-4227-8BAA-0C9FC429367C}" presName="sibTrans" presStyleCnt="0"/>
      <dgm:spPr/>
    </dgm:pt>
    <dgm:pt modelId="{00A7C66C-918A-42E7-BE60-E2CE258B81DB}" type="pres">
      <dgm:prSet presAssocID="{80859623-8322-489C-B5B2-FE13018DEA23}" presName="node" presStyleLbl="node1" presStyleIdx="2" presStyleCnt="8">
        <dgm:presLayoutVars>
          <dgm:bulletEnabled val="1"/>
        </dgm:presLayoutVars>
      </dgm:prSet>
      <dgm:spPr/>
    </dgm:pt>
    <dgm:pt modelId="{174672BF-2571-4912-9CA6-F6C1AAEEE7F0}" type="pres">
      <dgm:prSet presAssocID="{096C1342-A27B-4AE0-90CA-0296D20189EC}" presName="sibTrans" presStyleCnt="0"/>
      <dgm:spPr/>
    </dgm:pt>
    <dgm:pt modelId="{A307A013-54D6-43FF-B2F5-4B7B516B00C0}" type="pres">
      <dgm:prSet presAssocID="{1B34A88E-5D5C-4073-9C8E-594F2101631A}" presName="node" presStyleLbl="node1" presStyleIdx="3" presStyleCnt="8">
        <dgm:presLayoutVars>
          <dgm:bulletEnabled val="1"/>
        </dgm:presLayoutVars>
      </dgm:prSet>
      <dgm:spPr/>
    </dgm:pt>
    <dgm:pt modelId="{6476ED0C-BDA4-4BE3-B8AD-4ED937159454}" type="pres">
      <dgm:prSet presAssocID="{5A25F595-F3EB-4338-BA5D-74F96FB1CC5E}" presName="sibTrans" presStyleCnt="0"/>
      <dgm:spPr/>
    </dgm:pt>
    <dgm:pt modelId="{0D33324F-9FA0-44BB-B171-9AA11841C0E5}" type="pres">
      <dgm:prSet presAssocID="{E63DCE1A-8234-454E-ABD6-E28C8F171ADF}" presName="node" presStyleLbl="node1" presStyleIdx="4" presStyleCnt="8">
        <dgm:presLayoutVars>
          <dgm:bulletEnabled val="1"/>
        </dgm:presLayoutVars>
      </dgm:prSet>
      <dgm:spPr/>
    </dgm:pt>
    <dgm:pt modelId="{DE4CAF22-2864-4785-9340-17F97ADEDDE3}" type="pres">
      <dgm:prSet presAssocID="{27545DC1-2477-4802-847E-C8E6BC6F60F6}" presName="sibTrans" presStyleCnt="0"/>
      <dgm:spPr/>
    </dgm:pt>
    <dgm:pt modelId="{573ADF8E-9111-41E5-A2F5-97A3CF392A8B}" type="pres">
      <dgm:prSet presAssocID="{3B1E044A-0E41-4D02-8F84-EF3668943560}" presName="node" presStyleLbl="node1" presStyleIdx="5" presStyleCnt="8">
        <dgm:presLayoutVars>
          <dgm:bulletEnabled val="1"/>
        </dgm:presLayoutVars>
      </dgm:prSet>
      <dgm:spPr/>
    </dgm:pt>
    <dgm:pt modelId="{F55ABE83-7BB6-4CAE-BDD7-84DB9A08AA9D}" type="pres">
      <dgm:prSet presAssocID="{5F9A3A00-495C-4678-86BE-57C4BBB33E24}" presName="sibTrans" presStyleCnt="0"/>
      <dgm:spPr/>
    </dgm:pt>
    <dgm:pt modelId="{CB90D9F5-09CC-499F-8554-D0152A7A7385}" type="pres">
      <dgm:prSet presAssocID="{DC543FEB-90CC-4FBB-956A-0AF867564BFF}" presName="node" presStyleLbl="node1" presStyleIdx="6" presStyleCnt="8">
        <dgm:presLayoutVars>
          <dgm:bulletEnabled val="1"/>
        </dgm:presLayoutVars>
      </dgm:prSet>
      <dgm:spPr/>
    </dgm:pt>
    <dgm:pt modelId="{9E875F77-F39E-4058-9233-E9697FB60704}" type="pres">
      <dgm:prSet presAssocID="{3050317D-66BD-47A7-ABB2-716310A03455}" presName="sibTrans" presStyleCnt="0"/>
      <dgm:spPr/>
    </dgm:pt>
    <dgm:pt modelId="{1581EB5C-61E8-4D11-A4E4-458207882D64}" type="pres">
      <dgm:prSet presAssocID="{DD54377A-4DC7-475F-B86E-40118C2D84DB}" presName="node" presStyleLbl="node1" presStyleIdx="7" presStyleCnt="8">
        <dgm:presLayoutVars>
          <dgm:bulletEnabled val="1"/>
        </dgm:presLayoutVars>
      </dgm:prSet>
      <dgm:spPr/>
    </dgm:pt>
  </dgm:ptLst>
  <dgm:cxnLst>
    <dgm:cxn modelId="{E1B4BC08-A548-4821-B457-5246017A47A5}" type="presOf" srcId="{E36C5BC8-5195-4A72-9CDE-3670A868F646}" destId="{36B7AD29-2465-403C-9043-61FE31BAB7C3}" srcOrd="0" destOrd="0" presId="urn:microsoft.com/office/officeart/2005/8/layout/default"/>
    <dgm:cxn modelId="{130EF11B-CAF0-45F3-AAFC-DF695A21D658}" type="presOf" srcId="{E711F195-677B-42B6-98BD-9AC9AE553F7A}" destId="{C294B9AE-C5D4-415D-BBE7-B8F7BF9C2906}" srcOrd="0" destOrd="0" presId="urn:microsoft.com/office/officeart/2005/8/layout/default"/>
    <dgm:cxn modelId="{CF34AC2C-54D3-4334-A1C6-C0CD514975FB}" type="presOf" srcId="{E63DCE1A-8234-454E-ABD6-E28C8F171ADF}" destId="{0D33324F-9FA0-44BB-B171-9AA11841C0E5}" srcOrd="0" destOrd="0" presId="urn:microsoft.com/office/officeart/2005/8/layout/default"/>
    <dgm:cxn modelId="{3246C432-D0A2-453D-865B-F39B60F16324}" type="presOf" srcId="{80859623-8322-489C-B5B2-FE13018DEA23}" destId="{00A7C66C-918A-42E7-BE60-E2CE258B81DB}" srcOrd="0" destOrd="0" presId="urn:microsoft.com/office/officeart/2005/8/layout/default"/>
    <dgm:cxn modelId="{B1CE716B-5175-4728-AFCE-DA5397A8EB2D}" type="presOf" srcId="{D935696B-59B9-466F-B2FD-F795FBDB19BF}" destId="{E046C043-9AF7-4ECC-9D44-29FFEC460CD6}" srcOrd="0" destOrd="0" presId="urn:microsoft.com/office/officeart/2005/8/layout/default"/>
    <dgm:cxn modelId="{C279C754-09CE-4237-8989-67ACC19DA553}" type="presOf" srcId="{DC543FEB-90CC-4FBB-956A-0AF867564BFF}" destId="{CB90D9F5-09CC-499F-8554-D0152A7A7385}" srcOrd="0" destOrd="0" presId="urn:microsoft.com/office/officeart/2005/8/layout/default"/>
    <dgm:cxn modelId="{A2407356-F850-4C73-A6DF-E9DB3E48C317}" srcId="{E36C5BC8-5195-4A72-9CDE-3670A868F646}" destId="{D935696B-59B9-466F-B2FD-F795FBDB19BF}" srcOrd="0" destOrd="0" parTransId="{49D60C75-6E49-40C3-81E3-432B2FD46799}" sibTransId="{B76C14CC-D737-422D-A4BD-184D1DB75F36}"/>
    <dgm:cxn modelId="{4408A777-A7EB-4D3E-98A7-2F0CE913FB49}" srcId="{E36C5BC8-5195-4A72-9CDE-3670A868F646}" destId="{E711F195-677B-42B6-98BD-9AC9AE553F7A}" srcOrd="1" destOrd="0" parTransId="{87D2B3E7-65D8-4BDB-8E36-32E037250313}" sibTransId="{EF5ED972-899C-4227-8BAA-0C9FC429367C}"/>
    <dgm:cxn modelId="{480E5794-E13F-4B12-92D7-B90DB83C755A}" srcId="{E36C5BC8-5195-4A72-9CDE-3670A868F646}" destId="{DD54377A-4DC7-475F-B86E-40118C2D84DB}" srcOrd="7" destOrd="0" parTransId="{A116F6F0-3A8E-4562-BFEE-0531EB87C723}" sibTransId="{DEDD1246-1370-4812-9296-19A93977CDB7}"/>
    <dgm:cxn modelId="{FD34F0B8-DD58-478F-9658-98947A4DBFE6}" srcId="{E36C5BC8-5195-4A72-9CDE-3670A868F646}" destId="{80859623-8322-489C-B5B2-FE13018DEA23}" srcOrd="2" destOrd="0" parTransId="{171C5C93-FA75-48EE-8D81-265828CB4619}" sibTransId="{096C1342-A27B-4AE0-90CA-0296D20189EC}"/>
    <dgm:cxn modelId="{455A30BA-25A6-4191-B479-B412F59AA634}" type="presOf" srcId="{3B1E044A-0E41-4D02-8F84-EF3668943560}" destId="{573ADF8E-9111-41E5-A2F5-97A3CF392A8B}" srcOrd="0" destOrd="0" presId="urn:microsoft.com/office/officeart/2005/8/layout/default"/>
    <dgm:cxn modelId="{B8CE0DBE-BE12-402F-9D7F-F5FA7B60FE3C}" type="presOf" srcId="{DD54377A-4DC7-475F-B86E-40118C2D84DB}" destId="{1581EB5C-61E8-4D11-A4E4-458207882D64}" srcOrd="0" destOrd="0" presId="urn:microsoft.com/office/officeart/2005/8/layout/default"/>
    <dgm:cxn modelId="{97756BC5-BE8D-4F11-B271-E27CB9C0F2AE}" srcId="{E36C5BC8-5195-4A72-9CDE-3670A868F646}" destId="{3B1E044A-0E41-4D02-8F84-EF3668943560}" srcOrd="5" destOrd="0" parTransId="{CF61319B-9DAC-46C4-9E22-0B485BF36A21}" sibTransId="{5F9A3A00-495C-4678-86BE-57C4BBB33E24}"/>
    <dgm:cxn modelId="{DA6299D1-88E1-4493-9454-4B8060499B5D}" srcId="{E36C5BC8-5195-4A72-9CDE-3670A868F646}" destId="{DC543FEB-90CC-4FBB-956A-0AF867564BFF}" srcOrd="6" destOrd="0" parTransId="{F1854F41-E709-4BC8-9850-3B7BD2569C92}" sibTransId="{3050317D-66BD-47A7-ABB2-716310A03455}"/>
    <dgm:cxn modelId="{4C5234D6-69E1-464E-822F-FE23DDDC0F53}" srcId="{E36C5BC8-5195-4A72-9CDE-3670A868F646}" destId="{E63DCE1A-8234-454E-ABD6-E28C8F171ADF}" srcOrd="4" destOrd="0" parTransId="{F35DB06B-D7A7-4EC3-9B72-1E1A38DD7BF4}" sibTransId="{27545DC1-2477-4802-847E-C8E6BC6F60F6}"/>
    <dgm:cxn modelId="{35C277E1-1B88-480E-8885-8EA1F902CF33}" type="presOf" srcId="{1B34A88E-5D5C-4073-9C8E-594F2101631A}" destId="{A307A013-54D6-43FF-B2F5-4B7B516B00C0}" srcOrd="0" destOrd="0" presId="urn:microsoft.com/office/officeart/2005/8/layout/default"/>
    <dgm:cxn modelId="{7BD3FAF3-EDAE-4CED-8960-03CBB63DEC2B}" srcId="{E36C5BC8-5195-4A72-9CDE-3670A868F646}" destId="{1B34A88E-5D5C-4073-9C8E-594F2101631A}" srcOrd="3" destOrd="0" parTransId="{5A1D3255-13E8-4C6F-A7D0-F9B99EC11EE9}" sibTransId="{5A25F595-F3EB-4338-BA5D-74F96FB1CC5E}"/>
    <dgm:cxn modelId="{E0AB8C21-5EE9-4108-9599-3FD91341F59B}" type="presParOf" srcId="{36B7AD29-2465-403C-9043-61FE31BAB7C3}" destId="{E046C043-9AF7-4ECC-9D44-29FFEC460CD6}" srcOrd="0" destOrd="0" presId="urn:microsoft.com/office/officeart/2005/8/layout/default"/>
    <dgm:cxn modelId="{F7A33FF7-4162-4102-B5E0-D1534792000F}" type="presParOf" srcId="{36B7AD29-2465-403C-9043-61FE31BAB7C3}" destId="{B8B7839F-8318-4B65-8249-24612F62D4A9}" srcOrd="1" destOrd="0" presId="urn:microsoft.com/office/officeart/2005/8/layout/default"/>
    <dgm:cxn modelId="{5C626315-2805-4E55-8781-D1BAF0573A98}" type="presParOf" srcId="{36B7AD29-2465-403C-9043-61FE31BAB7C3}" destId="{C294B9AE-C5D4-415D-BBE7-B8F7BF9C2906}" srcOrd="2" destOrd="0" presId="urn:microsoft.com/office/officeart/2005/8/layout/default"/>
    <dgm:cxn modelId="{A2B35C42-A607-4C42-8E89-560DA0D5B215}" type="presParOf" srcId="{36B7AD29-2465-403C-9043-61FE31BAB7C3}" destId="{121DB092-8018-4E8B-91F1-3801A785A13C}" srcOrd="3" destOrd="0" presId="urn:microsoft.com/office/officeart/2005/8/layout/default"/>
    <dgm:cxn modelId="{78C74EEC-0CC9-412D-9993-CEE03E101F8D}" type="presParOf" srcId="{36B7AD29-2465-403C-9043-61FE31BAB7C3}" destId="{00A7C66C-918A-42E7-BE60-E2CE258B81DB}" srcOrd="4" destOrd="0" presId="urn:microsoft.com/office/officeart/2005/8/layout/default"/>
    <dgm:cxn modelId="{BE0E2543-B106-48C1-BE46-E67CC087A629}" type="presParOf" srcId="{36B7AD29-2465-403C-9043-61FE31BAB7C3}" destId="{174672BF-2571-4912-9CA6-F6C1AAEEE7F0}" srcOrd="5" destOrd="0" presId="urn:microsoft.com/office/officeart/2005/8/layout/default"/>
    <dgm:cxn modelId="{68B5406B-4965-41D0-B39E-8AB3B0BFBC0D}" type="presParOf" srcId="{36B7AD29-2465-403C-9043-61FE31BAB7C3}" destId="{A307A013-54D6-43FF-B2F5-4B7B516B00C0}" srcOrd="6" destOrd="0" presId="urn:microsoft.com/office/officeart/2005/8/layout/default"/>
    <dgm:cxn modelId="{C8DFCE2B-5CFC-45E4-91A3-052F0EED2864}" type="presParOf" srcId="{36B7AD29-2465-403C-9043-61FE31BAB7C3}" destId="{6476ED0C-BDA4-4BE3-B8AD-4ED937159454}" srcOrd="7" destOrd="0" presId="urn:microsoft.com/office/officeart/2005/8/layout/default"/>
    <dgm:cxn modelId="{20DA6C46-504F-424A-9FAC-1354BD20CF7E}" type="presParOf" srcId="{36B7AD29-2465-403C-9043-61FE31BAB7C3}" destId="{0D33324F-9FA0-44BB-B171-9AA11841C0E5}" srcOrd="8" destOrd="0" presId="urn:microsoft.com/office/officeart/2005/8/layout/default"/>
    <dgm:cxn modelId="{EE5AC15C-E6D4-46BC-AABB-26FEA4B37132}" type="presParOf" srcId="{36B7AD29-2465-403C-9043-61FE31BAB7C3}" destId="{DE4CAF22-2864-4785-9340-17F97ADEDDE3}" srcOrd="9" destOrd="0" presId="urn:microsoft.com/office/officeart/2005/8/layout/default"/>
    <dgm:cxn modelId="{77222515-27E8-43C0-AC5B-97AA9C9C2825}" type="presParOf" srcId="{36B7AD29-2465-403C-9043-61FE31BAB7C3}" destId="{573ADF8E-9111-41E5-A2F5-97A3CF392A8B}" srcOrd="10" destOrd="0" presId="urn:microsoft.com/office/officeart/2005/8/layout/default"/>
    <dgm:cxn modelId="{D0367FAE-0017-430E-8B1E-D093C29ACE4F}" type="presParOf" srcId="{36B7AD29-2465-403C-9043-61FE31BAB7C3}" destId="{F55ABE83-7BB6-4CAE-BDD7-84DB9A08AA9D}" srcOrd="11" destOrd="0" presId="urn:microsoft.com/office/officeart/2005/8/layout/default"/>
    <dgm:cxn modelId="{A71F251D-7311-4D0B-8E93-0A9C31C1B82A}" type="presParOf" srcId="{36B7AD29-2465-403C-9043-61FE31BAB7C3}" destId="{CB90D9F5-09CC-499F-8554-D0152A7A7385}" srcOrd="12" destOrd="0" presId="urn:microsoft.com/office/officeart/2005/8/layout/default"/>
    <dgm:cxn modelId="{90EBAF41-CDBB-4510-AB1D-F5A9F5C7B066}" type="presParOf" srcId="{36B7AD29-2465-403C-9043-61FE31BAB7C3}" destId="{9E875F77-F39E-4058-9233-E9697FB60704}" srcOrd="13" destOrd="0" presId="urn:microsoft.com/office/officeart/2005/8/layout/default"/>
    <dgm:cxn modelId="{23D502C5-014B-4205-9896-1421C0AB1191}" type="presParOf" srcId="{36B7AD29-2465-403C-9043-61FE31BAB7C3}" destId="{1581EB5C-61E8-4D11-A4E4-458207882D64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13DF42C2-6E69-417E-8FF3-35C3CD0C226D}" type="doc">
      <dgm:prSet loTypeId="urn:microsoft.com/office/officeart/2005/8/layout/vList2" loCatId="list" qsTypeId="urn:microsoft.com/office/officeart/2005/8/quickstyle/simple1#26" qsCatId="simple" csTypeId="urn:microsoft.com/office/officeart/2005/8/colors/accent0_1#10" csCatId="mainScheme" phldr="1"/>
      <dgm:spPr/>
      <dgm:t>
        <a:bodyPr/>
        <a:lstStyle/>
        <a:p>
          <a:endParaRPr lang="en-US"/>
        </a:p>
      </dgm:t>
    </dgm:pt>
    <dgm:pt modelId="{DCADD265-2BB8-4B05-8459-8ED186FE7B09}">
      <dgm:prSet phldrT="[Text]"/>
      <dgm:spPr/>
      <dgm:t>
        <a:bodyPr/>
        <a:lstStyle/>
        <a:p>
          <a:r>
            <a:rPr lang="en-US"/>
            <a:t>3 months after starting Hormone therapy</a:t>
          </a:r>
        </a:p>
      </dgm:t>
    </dgm:pt>
    <dgm:pt modelId="{0D0AFFF2-D9AA-45AC-B013-B7600F271839}" type="parTrans" cxnId="{536BA6AB-9B7D-46A0-A788-C5B699EF39E2}">
      <dgm:prSet/>
      <dgm:spPr/>
      <dgm:t>
        <a:bodyPr/>
        <a:lstStyle/>
        <a:p>
          <a:endParaRPr lang="en-US"/>
        </a:p>
      </dgm:t>
    </dgm:pt>
    <dgm:pt modelId="{C5F1AF04-26D9-4C63-A6DF-0E927EA2422F}" type="sibTrans" cxnId="{536BA6AB-9B7D-46A0-A788-C5B699EF39E2}">
      <dgm:prSet/>
      <dgm:spPr/>
      <dgm:t>
        <a:bodyPr/>
        <a:lstStyle/>
        <a:p>
          <a:endParaRPr lang="en-US"/>
        </a:p>
      </dgm:t>
    </dgm:pt>
    <dgm:pt modelId="{4D8C3AB4-8270-4194-99F6-4FD132DBF196}">
      <dgm:prSet phldrT="[Text]"/>
      <dgm:spPr/>
      <dgm:t>
        <a:bodyPr/>
        <a:lstStyle/>
        <a:p>
          <a:r>
            <a:rPr lang="en-US"/>
            <a:t>6 months after starting Hormone therapy</a:t>
          </a:r>
        </a:p>
      </dgm:t>
    </dgm:pt>
    <dgm:pt modelId="{C0AB84D0-2458-49BD-8C34-D34BBE780744}" type="parTrans" cxnId="{78C0C19D-2618-49AE-87E0-6389BCD5C40D}">
      <dgm:prSet/>
      <dgm:spPr/>
      <dgm:t>
        <a:bodyPr/>
        <a:lstStyle/>
        <a:p>
          <a:endParaRPr lang="en-US"/>
        </a:p>
      </dgm:t>
    </dgm:pt>
    <dgm:pt modelId="{53606C3B-8873-4014-9C31-14CFBBF5D0A4}" type="sibTrans" cxnId="{78C0C19D-2618-49AE-87E0-6389BCD5C40D}">
      <dgm:prSet/>
      <dgm:spPr/>
      <dgm:t>
        <a:bodyPr/>
        <a:lstStyle/>
        <a:p>
          <a:endParaRPr lang="en-US"/>
        </a:p>
      </dgm:t>
    </dgm:pt>
    <dgm:pt modelId="{97D1D677-BD2F-4B89-8594-503F394269D9}">
      <dgm:prSet phldrT="[Text]"/>
      <dgm:spPr/>
      <dgm:t>
        <a:bodyPr/>
        <a:lstStyle/>
        <a:p>
          <a:r>
            <a:rPr lang="en-US" dirty="0">
              <a:solidFill>
                <a:srgbClr val="FF0000"/>
              </a:solidFill>
            </a:rPr>
            <a:t>Before starting Hormone therapy</a:t>
          </a:r>
        </a:p>
      </dgm:t>
    </dgm:pt>
    <dgm:pt modelId="{4A181E2A-246D-4ADC-9353-114FEEF4B564}" type="parTrans" cxnId="{4D779B02-A4A9-4885-800B-930D72C51D6B}">
      <dgm:prSet/>
      <dgm:spPr/>
      <dgm:t>
        <a:bodyPr/>
        <a:lstStyle/>
        <a:p>
          <a:endParaRPr lang="en-US"/>
        </a:p>
      </dgm:t>
    </dgm:pt>
    <dgm:pt modelId="{C09049D8-6090-4816-9E8A-E9DDE849F6E1}" type="sibTrans" cxnId="{4D779B02-A4A9-4885-800B-930D72C51D6B}">
      <dgm:prSet/>
      <dgm:spPr/>
      <dgm:t>
        <a:bodyPr/>
        <a:lstStyle/>
        <a:p>
          <a:endParaRPr lang="en-US"/>
        </a:p>
      </dgm:t>
    </dgm:pt>
    <dgm:pt modelId="{D539D88A-7062-45EA-816F-7C4D941F6004}" type="pres">
      <dgm:prSet presAssocID="{13DF42C2-6E69-417E-8FF3-35C3CD0C226D}" presName="linear" presStyleCnt="0">
        <dgm:presLayoutVars>
          <dgm:animLvl val="lvl"/>
          <dgm:resizeHandles val="exact"/>
        </dgm:presLayoutVars>
      </dgm:prSet>
      <dgm:spPr/>
    </dgm:pt>
    <dgm:pt modelId="{DD12165D-707D-47BD-A917-9C94EF1F7353}" type="pres">
      <dgm:prSet presAssocID="{DCADD265-2BB8-4B05-8459-8ED186FE7B09}" presName="parentText" presStyleLbl="node1" presStyleIdx="0" presStyleCnt="3" custLinFactY="-9458" custLinFactNeighborY="-100000">
        <dgm:presLayoutVars>
          <dgm:chMax val="0"/>
          <dgm:bulletEnabled val="1"/>
        </dgm:presLayoutVars>
      </dgm:prSet>
      <dgm:spPr/>
    </dgm:pt>
    <dgm:pt modelId="{90049AC9-0771-4BB7-ABCA-1C3194AB2B9E}" type="pres">
      <dgm:prSet presAssocID="{C5F1AF04-26D9-4C63-A6DF-0E927EA2422F}" presName="spacer" presStyleCnt="0"/>
      <dgm:spPr/>
    </dgm:pt>
    <dgm:pt modelId="{9C6D9FE3-2789-4607-B908-13FBECF08FC5}" type="pres">
      <dgm:prSet presAssocID="{4D8C3AB4-8270-4194-99F6-4FD132DBF19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2D4C2E3-5D62-4E60-9BEC-2F8DB32CB5B0}" type="pres">
      <dgm:prSet presAssocID="{53606C3B-8873-4014-9C31-14CFBBF5D0A4}" presName="spacer" presStyleCnt="0"/>
      <dgm:spPr/>
    </dgm:pt>
    <dgm:pt modelId="{432320EF-96EB-4F44-B965-9BD1DB853A56}" type="pres">
      <dgm:prSet presAssocID="{97D1D677-BD2F-4B89-8594-503F394269D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D779B02-A4A9-4885-800B-930D72C51D6B}" srcId="{13DF42C2-6E69-417E-8FF3-35C3CD0C226D}" destId="{97D1D677-BD2F-4B89-8594-503F394269D9}" srcOrd="2" destOrd="0" parTransId="{4A181E2A-246D-4ADC-9353-114FEEF4B564}" sibTransId="{C09049D8-6090-4816-9E8A-E9DDE849F6E1}"/>
    <dgm:cxn modelId="{00536406-39FE-4FD8-A01C-7141FB1842D7}" type="presOf" srcId="{4D8C3AB4-8270-4194-99F6-4FD132DBF196}" destId="{9C6D9FE3-2789-4607-B908-13FBECF08FC5}" srcOrd="0" destOrd="0" presId="urn:microsoft.com/office/officeart/2005/8/layout/vList2"/>
    <dgm:cxn modelId="{DF7ECB0C-2918-447F-93C0-F6C34047DEAB}" type="presOf" srcId="{13DF42C2-6E69-417E-8FF3-35C3CD0C226D}" destId="{D539D88A-7062-45EA-816F-7C4D941F6004}" srcOrd="0" destOrd="0" presId="urn:microsoft.com/office/officeart/2005/8/layout/vList2"/>
    <dgm:cxn modelId="{41F90B79-CB30-40DE-A3E3-D15C59CF3305}" type="presOf" srcId="{DCADD265-2BB8-4B05-8459-8ED186FE7B09}" destId="{DD12165D-707D-47BD-A917-9C94EF1F7353}" srcOrd="0" destOrd="0" presId="urn:microsoft.com/office/officeart/2005/8/layout/vList2"/>
    <dgm:cxn modelId="{78C0C19D-2618-49AE-87E0-6389BCD5C40D}" srcId="{13DF42C2-6E69-417E-8FF3-35C3CD0C226D}" destId="{4D8C3AB4-8270-4194-99F6-4FD132DBF196}" srcOrd="1" destOrd="0" parTransId="{C0AB84D0-2458-49BD-8C34-D34BBE780744}" sibTransId="{53606C3B-8873-4014-9C31-14CFBBF5D0A4}"/>
    <dgm:cxn modelId="{536BA6AB-9B7D-46A0-A788-C5B699EF39E2}" srcId="{13DF42C2-6E69-417E-8FF3-35C3CD0C226D}" destId="{DCADD265-2BB8-4B05-8459-8ED186FE7B09}" srcOrd="0" destOrd="0" parTransId="{0D0AFFF2-D9AA-45AC-B013-B7600F271839}" sibTransId="{C5F1AF04-26D9-4C63-A6DF-0E927EA2422F}"/>
    <dgm:cxn modelId="{A758FEFF-ED8C-4BA6-9E38-74A7509DB3B7}" type="presOf" srcId="{97D1D677-BD2F-4B89-8594-503F394269D9}" destId="{432320EF-96EB-4F44-B965-9BD1DB853A56}" srcOrd="0" destOrd="0" presId="urn:microsoft.com/office/officeart/2005/8/layout/vList2"/>
    <dgm:cxn modelId="{9144F187-C9DD-442A-A200-D10252B0F1F4}" type="presParOf" srcId="{D539D88A-7062-45EA-816F-7C4D941F6004}" destId="{DD12165D-707D-47BD-A917-9C94EF1F7353}" srcOrd="0" destOrd="0" presId="urn:microsoft.com/office/officeart/2005/8/layout/vList2"/>
    <dgm:cxn modelId="{89C7CA79-9CAF-49D5-9DC5-95FD1CB4BF7B}" type="presParOf" srcId="{D539D88A-7062-45EA-816F-7C4D941F6004}" destId="{90049AC9-0771-4BB7-ABCA-1C3194AB2B9E}" srcOrd="1" destOrd="0" presId="urn:microsoft.com/office/officeart/2005/8/layout/vList2"/>
    <dgm:cxn modelId="{F9C46C6A-053C-42DC-B679-1C5A83E511F2}" type="presParOf" srcId="{D539D88A-7062-45EA-816F-7C4D941F6004}" destId="{9C6D9FE3-2789-4607-B908-13FBECF08FC5}" srcOrd="2" destOrd="0" presId="urn:microsoft.com/office/officeart/2005/8/layout/vList2"/>
    <dgm:cxn modelId="{85993BAE-6F8F-40B9-8D08-D8B690B46C3F}" type="presParOf" srcId="{D539D88A-7062-45EA-816F-7C4D941F6004}" destId="{E2D4C2E3-5D62-4E60-9BEC-2F8DB32CB5B0}" srcOrd="3" destOrd="0" presId="urn:microsoft.com/office/officeart/2005/8/layout/vList2"/>
    <dgm:cxn modelId="{0E130151-352E-412C-BB39-C071BDAF247E}" type="presParOf" srcId="{D539D88A-7062-45EA-816F-7C4D941F6004}" destId="{432320EF-96EB-4F44-B965-9BD1DB853A5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7C299F24-0999-4CD6-B05A-B143EC5C5EB9}" type="doc">
      <dgm:prSet loTypeId="urn:microsoft.com/office/officeart/2005/8/layout/vList2" loCatId="list" qsTypeId="urn:microsoft.com/office/officeart/2005/8/quickstyle/simple1#32" qsCatId="simple" csTypeId="urn:microsoft.com/office/officeart/2005/8/colors/accent6_5#1" csCatId="accent6" phldr="1"/>
      <dgm:spPr/>
      <dgm:t>
        <a:bodyPr/>
        <a:lstStyle/>
        <a:p>
          <a:endParaRPr lang="en-US"/>
        </a:p>
      </dgm:t>
    </dgm:pt>
    <dgm:pt modelId="{F964CF8A-393E-41BE-963E-9DBAFFAE56E2}">
      <dgm:prSet/>
      <dgm:spPr/>
      <dgm:t>
        <a:bodyPr/>
        <a:lstStyle/>
        <a:p>
          <a:r>
            <a:rPr lang="en-US" dirty="0"/>
            <a:t>GOALS:</a:t>
          </a:r>
        </a:p>
      </dgm:t>
    </dgm:pt>
    <dgm:pt modelId="{CFF087D4-F0B0-461E-AB82-FCE0D0537526}" type="parTrans" cxnId="{8C376726-0B2C-419A-BF63-5199D2312515}">
      <dgm:prSet/>
      <dgm:spPr/>
      <dgm:t>
        <a:bodyPr/>
        <a:lstStyle/>
        <a:p>
          <a:endParaRPr lang="en-US"/>
        </a:p>
      </dgm:t>
    </dgm:pt>
    <dgm:pt modelId="{21259AF2-3AC7-414F-8A6E-C7233AEE0620}" type="sibTrans" cxnId="{8C376726-0B2C-419A-BF63-5199D2312515}">
      <dgm:prSet/>
      <dgm:spPr/>
      <dgm:t>
        <a:bodyPr/>
        <a:lstStyle/>
        <a:p>
          <a:endParaRPr lang="en-US"/>
        </a:p>
      </dgm:t>
    </dgm:pt>
    <dgm:pt modelId="{6DC57385-CBA9-4DAF-A4D7-57DFC0A52DFB}">
      <dgm:prSet/>
      <dgm:spPr/>
      <dgm:t>
        <a:bodyPr/>
        <a:lstStyle/>
        <a:p>
          <a:r>
            <a:rPr lang="en-US"/>
            <a:t>Facial Hair</a:t>
          </a:r>
        </a:p>
      </dgm:t>
    </dgm:pt>
    <dgm:pt modelId="{ECC771C9-60CA-4EDD-9602-3380C5813D35}" type="parTrans" cxnId="{9183D6A0-1CDA-4298-B444-7ECA47BFB3DA}">
      <dgm:prSet/>
      <dgm:spPr/>
      <dgm:t>
        <a:bodyPr/>
        <a:lstStyle/>
        <a:p>
          <a:endParaRPr lang="en-US"/>
        </a:p>
      </dgm:t>
    </dgm:pt>
    <dgm:pt modelId="{F451D7C9-15DD-4A59-A9FB-A7B4BD72EBB7}" type="sibTrans" cxnId="{9183D6A0-1CDA-4298-B444-7ECA47BFB3DA}">
      <dgm:prSet/>
      <dgm:spPr/>
      <dgm:t>
        <a:bodyPr/>
        <a:lstStyle/>
        <a:p>
          <a:endParaRPr lang="en-US"/>
        </a:p>
      </dgm:t>
    </dgm:pt>
    <dgm:pt modelId="{E2CF3602-8A4D-426C-95F7-B7FFC6B83AD0}">
      <dgm:prSet/>
      <dgm:spPr/>
      <dgm:t>
        <a:bodyPr/>
        <a:lstStyle/>
        <a:p>
          <a:r>
            <a:rPr lang="en-US"/>
            <a:t>Deeper Voice</a:t>
          </a:r>
        </a:p>
      </dgm:t>
    </dgm:pt>
    <dgm:pt modelId="{8C0AB702-AD0C-485D-9399-ADDE78E070A3}" type="parTrans" cxnId="{5E306D53-5283-4A15-9A27-5E137A5A5670}">
      <dgm:prSet/>
      <dgm:spPr/>
      <dgm:t>
        <a:bodyPr/>
        <a:lstStyle/>
        <a:p>
          <a:endParaRPr lang="en-US"/>
        </a:p>
      </dgm:t>
    </dgm:pt>
    <dgm:pt modelId="{0553BAAA-D71E-4FD6-9E98-5D2EC32365D5}" type="sibTrans" cxnId="{5E306D53-5283-4A15-9A27-5E137A5A5670}">
      <dgm:prSet/>
      <dgm:spPr/>
      <dgm:t>
        <a:bodyPr/>
        <a:lstStyle/>
        <a:p>
          <a:endParaRPr lang="en-US"/>
        </a:p>
      </dgm:t>
    </dgm:pt>
    <dgm:pt modelId="{3417B1F5-1FE9-4D32-99A3-2959D71F186D}">
      <dgm:prSet/>
      <dgm:spPr/>
      <dgm:t>
        <a:bodyPr/>
        <a:lstStyle/>
        <a:p>
          <a:r>
            <a:rPr lang="en-US"/>
            <a:t>Increasing Body Hair</a:t>
          </a:r>
        </a:p>
      </dgm:t>
    </dgm:pt>
    <dgm:pt modelId="{860E2088-86E5-45EF-9AF2-5D6E0BBD3884}" type="parTrans" cxnId="{8313F2FC-C517-4C05-9AC7-A2934B43D276}">
      <dgm:prSet/>
      <dgm:spPr/>
      <dgm:t>
        <a:bodyPr/>
        <a:lstStyle/>
        <a:p>
          <a:endParaRPr lang="en-US"/>
        </a:p>
      </dgm:t>
    </dgm:pt>
    <dgm:pt modelId="{49B0FDF7-BD92-4031-A1E7-1D22F6F77529}" type="sibTrans" cxnId="{8313F2FC-C517-4C05-9AC7-A2934B43D276}">
      <dgm:prSet/>
      <dgm:spPr/>
      <dgm:t>
        <a:bodyPr/>
        <a:lstStyle/>
        <a:p>
          <a:endParaRPr lang="en-US"/>
        </a:p>
      </dgm:t>
    </dgm:pt>
    <dgm:pt modelId="{B1F0DED2-127A-49AF-B5C5-BECEB858F3DF}">
      <dgm:prSet/>
      <dgm:spPr/>
      <dgm:t>
        <a:bodyPr/>
        <a:lstStyle/>
        <a:p>
          <a:r>
            <a:rPr lang="en-US"/>
            <a:t>Muscle Mass</a:t>
          </a:r>
        </a:p>
      </dgm:t>
    </dgm:pt>
    <dgm:pt modelId="{02109522-EB9B-498C-A336-700F4396D28C}" type="parTrans" cxnId="{B432CF8C-159A-464D-BA3C-4C9F50988F56}">
      <dgm:prSet/>
      <dgm:spPr/>
      <dgm:t>
        <a:bodyPr/>
        <a:lstStyle/>
        <a:p>
          <a:endParaRPr lang="en-US"/>
        </a:p>
      </dgm:t>
    </dgm:pt>
    <dgm:pt modelId="{64955268-10FC-4882-9765-7550867ECD87}" type="sibTrans" cxnId="{B432CF8C-159A-464D-BA3C-4C9F50988F56}">
      <dgm:prSet/>
      <dgm:spPr/>
      <dgm:t>
        <a:bodyPr/>
        <a:lstStyle/>
        <a:p>
          <a:endParaRPr lang="en-US"/>
        </a:p>
      </dgm:t>
    </dgm:pt>
    <dgm:pt modelId="{D55F5E09-1337-43E6-9B4A-FF8652031288}" type="pres">
      <dgm:prSet presAssocID="{7C299F24-0999-4CD6-B05A-B143EC5C5EB9}" presName="linear" presStyleCnt="0">
        <dgm:presLayoutVars>
          <dgm:animLvl val="lvl"/>
          <dgm:resizeHandles val="exact"/>
        </dgm:presLayoutVars>
      </dgm:prSet>
      <dgm:spPr/>
    </dgm:pt>
    <dgm:pt modelId="{9BE94993-0DCB-4381-A8D8-83EB8D1FD333}" type="pres">
      <dgm:prSet presAssocID="{F964CF8A-393E-41BE-963E-9DBAFFAE56E2}" presName="parentText" presStyleLbl="node1" presStyleIdx="0" presStyleCnt="1" custScaleX="73176" custScaleY="70142" custLinFactNeighborX="-24706" custLinFactNeighborY="1649">
        <dgm:presLayoutVars>
          <dgm:chMax val="0"/>
          <dgm:bulletEnabled val="1"/>
        </dgm:presLayoutVars>
      </dgm:prSet>
      <dgm:spPr/>
    </dgm:pt>
    <dgm:pt modelId="{A2A7AC66-1E4F-4107-B154-843200E7659D}" type="pres">
      <dgm:prSet presAssocID="{F964CF8A-393E-41BE-963E-9DBAFFAE56E2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8C376726-0B2C-419A-BF63-5199D2312515}" srcId="{7C299F24-0999-4CD6-B05A-B143EC5C5EB9}" destId="{F964CF8A-393E-41BE-963E-9DBAFFAE56E2}" srcOrd="0" destOrd="0" parTransId="{CFF087D4-F0B0-461E-AB82-FCE0D0537526}" sibTransId="{21259AF2-3AC7-414F-8A6E-C7233AEE0620}"/>
    <dgm:cxn modelId="{1CC36B6B-92A5-4272-920E-1451AE716797}" type="presOf" srcId="{E2CF3602-8A4D-426C-95F7-B7FFC6B83AD0}" destId="{A2A7AC66-1E4F-4107-B154-843200E7659D}" srcOrd="0" destOrd="1" presId="urn:microsoft.com/office/officeart/2005/8/layout/vList2"/>
    <dgm:cxn modelId="{1364D86B-1B9D-4940-B91B-3E6ABBC5619D}" type="presOf" srcId="{6DC57385-CBA9-4DAF-A4D7-57DFC0A52DFB}" destId="{A2A7AC66-1E4F-4107-B154-843200E7659D}" srcOrd="0" destOrd="0" presId="urn:microsoft.com/office/officeart/2005/8/layout/vList2"/>
    <dgm:cxn modelId="{5E306D53-5283-4A15-9A27-5E137A5A5670}" srcId="{F964CF8A-393E-41BE-963E-9DBAFFAE56E2}" destId="{E2CF3602-8A4D-426C-95F7-B7FFC6B83AD0}" srcOrd="1" destOrd="0" parTransId="{8C0AB702-AD0C-485D-9399-ADDE78E070A3}" sibTransId="{0553BAAA-D71E-4FD6-9E98-5D2EC32365D5}"/>
    <dgm:cxn modelId="{CFDEBD59-B8D7-475A-B176-F9986FF3727E}" type="presOf" srcId="{B1F0DED2-127A-49AF-B5C5-BECEB858F3DF}" destId="{A2A7AC66-1E4F-4107-B154-843200E7659D}" srcOrd="0" destOrd="3" presId="urn:microsoft.com/office/officeart/2005/8/layout/vList2"/>
    <dgm:cxn modelId="{B432CF8C-159A-464D-BA3C-4C9F50988F56}" srcId="{F964CF8A-393E-41BE-963E-9DBAFFAE56E2}" destId="{B1F0DED2-127A-49AF-B5C5-BECEB858F3DF}" srcOrd="3" destOrd="0" parTransId="{02109522-EB9B-498C-A336-700F4396D28C}" sibTransId="{64955268-10FC-4882-9765-7550867ECD87}"/>
    <dgm:cxn modelId="{3EA67491-180F-4718-A926-C469C65F66F3}" type="presOf" srcId="{F964CF8A-393E-41BE-963E-9DBAFFAE56E2}" destId="{9BE94993-0DCB-4381-A8D8-83EB8D1FD333}" srcOrd="0" destOrd="0" presId="urn:microsoft.com/office/officeart/2005/8/layout/vList2"/>
    <dgm:cxn modelId="{9183D6A0-1CDA-4298-B444-7ECA47BFB3DA}" srcId="{F964CF8A-393E-41BE-963E-9DBAFFAE56E2}" destId="{6DC57385-CBA9-4DAF-A4D7-57DFC0A52DFB}" srcOrd="0" destOrd="0" parTransId="{ECC771C9-60CA-4EDD-9602-3380C5813D35}" sibTransId="{F451D7C9-15DD-4A59-A9FB-A7B4BD72EBB7}"/>
    <dgm:cxn modelId="{35E16FDD-20F6-4381-953E-473FC01EBEE0}" type="presOf" srcId="{3417B1F5-1FE9-4D32-99A3-2959D71F186D}" destId="{A2A7AC66-1E4F-4107-B154-843200E7659D}" srcOrd="0" destOrd="2" presId="urn:microsoft.com/office/officeart/2005/8/layout/vList2"/>
    <dgm:cxn modelId="{78010BEB-CEEC-4CD5-964B-5DE21D6F1945}" type="presOf" srcId="{7C299F24-0999-4CD6-B05A-B143EC5C5EB9}" destId="{D55F5E09-1337-43E6-9B4A-FF8652031288}" srcOrd="0" destOrd="0" presId="urn:microsoft.com/office/officeart/2005/8/layout/vList2"/>
    <dgm:cxn modelId="{8313F2FC-C517-4C05-9AC7-A2934B43D276}" srcId="{F964CF8A-393E-41BE-963E-9DBAFFAE56E2}" destId="{3417B1F5-1FE9-4D32-99A3-2959D71F186D}" srcOrd="2" destOrd="0" parTransId="{860E2088-86E5-45EF-9AF2-5D6E0BBD3884}" sibTransId="{49B0FDF7-BD92-4031-A1E7-1D22F6F77529}"/>
    <dgm:cxn modelId="{359ACA93-01DD-4FE3-A69D-EB0034A5EEDB}" type="presParOf" srcId="{D55F5E09-1337-43E6-9B4A-FF8652031288}" destId="{9BE94993-0DCB-4381-A8D8-83EB8D1FD333}" srcOrd="0" destOrd="0" presId="urn:microsoft.com/office/officeart/2005/8/layout/vList2"/>
    <dgm:cxn modelId="{D1315C4C-DCF3-441E-9DA0-58C4EAFFD5E9}" type="presParOf" srcId="{D55F5E09-1337-43E6-9B4A-FF8652031288}" destId="{A2A7AC66-1E4F-4107-B154-843200E7659D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9E2EF7E5-F78F-40A1-80DF-DF5192B147B2}" type="doc">
      <dgm:prSet loTypeId="urn:microsoft.com/office/officeart/2005/8/layout/vList5" loCatId="list" qsTypeId="urn:microsoft.com/office/officeart/2005/8/quickstyle/simple1#33" qsCatId="simple" csTypeId="urn:microsoft.com/office/officeart/2005/8/colors/accent0_1" csCatId="mainScheme"/>
      <dgm:spPr/>
      <dgm:t>
        <a:bodyPr/>
        <a:lstStyle/>
        <a:p>
          <a:endParaRPr lang="en-US"/>
        </a:p>
      </dgm:t>
    </dgm:pt>
    <dgm:pt modelId="{AB726396-3B47-4482-9AD2-E14CDD7B48C8}">
      <dgm:prSet/>
      <dgm:spPr/>
      <dgm:t>
        <a:bodyPr/>
        <a:lstStyle/>
        <a:p>
          <a:r>
            <a:rPr lang="en-US" dirty="0"/>
            <a:t>SIDE EFFECTS: Hormone Therapy</a:t>
          </a:r>
        </a:p>
      </dgm:t>
    </dgm:pt>
    <dgm:pt modelId="{0B23295C-AF50-4B91-BB04-44C556CF9A08}" type="parTrans" cxnId="{C02E632E-D324-4DB2-B2D6-B344A919E4D8}">
      <dgm:prSet/>
      <dgm:spPr/>
      <dgm:t>
        <a:bodyPr/>
        <a:lstStyle/>
        <a:p>
          <a:endParaRPr lang="en-US"/>
        </a:p>
      </dgm:t>
    </dgm:pt>
    <dgm:pt modelId="{47AA3AB0-CDF6-4691-896A-6D986609B2FF}" type="sibTrans" cxnId="{C02E632E-D324-4DB2-B2D6-B344A919E4D8}">
      <dgm:prSet/>
      <dgm:spPr/>
      <dgm:t>
        <a:bodyPr/>
        <a:lstStyle/>
        <a:p>
          <a:endParaRPr lang="en-US"/>
        </a:p>
      </dgm:t>
    </dgm:pt>
    <dgm:pt modelId="{57F8A1CD-4BF1-4678-94F6-BE70FB26052A}">
      <dgm:prSet/>
      <dgm:spPr/>
      <dgm:t>
        <a:bodyPr/>
        <a:lstStyle/>
        <a:p>
          <a:r>
            <a:rPr lang="en-US"/>
            <a:t>Increased Libido</a:t>
          </a:r>
        </a:p>
      </dgm:t>
    </dgm:pt>
    <dgm:pt modelId="{24D3F3FD-4413-4038-B39D-2E0902E79AE9}" type="parTrans" cxnId="{E1EFD3B2-3760-4855-89AE-BD1A1E671740}">
      <dgm:prSet/>
      <dgm:spPr/>
      <dgm:t>
        <a:bodyPr/>
        <a:lstStyle/>
        <a:p>
          <a:endParaRPr lang="en-US"/>
        </a:p>
      </dgm:t>
    </dgm:pt>
    <dgm:pt modelId="{F7845425-AA34-42AB-A81F-605F53C61F8E}" type="sibTrans" cxnId="{E1EFD3B2-3760-4855-89AE-BD1A1E671740}">
      <dgm:prSet/>
      <dgm:spPr/>
      <dgm:t>
        <a:bodyPr/>
        <a:lstStyle/>
        <a:p>
          <a:endParaRPr lang="en-US"/>
        </a:p>
      </dgm:t>
    </dgm:pt>
    <dgm:pt modelId="{42955E3F-CEF8-41A3-9D95-784CFCD2A0AE}">
      <dgm:prSet/>
      <dgm:spPr/>
      <dgm:t>
        <a:bodyPr/>
        <a:lstStyle/>
        <a:p>
          <a:r>
            <a:rPr lang="en-US"/>
            <a:t>Change in Sweat/Odor</a:t>
          </a:r>
        </a:p>
      </dgm:t>
    </dgm:pt>
    <dgm:pt modelId="{2F057199-D717-412F-91AA-7A1E847BB56D}" type="parTrans" cxnId="{01F96EA8-C4DF-4E83-8AA4-A368B397A3B3}">
      <dgm:prSet/>
      <dgm:spPr/>
      <dgm:t>
        <a:bodyPr/>
        <a:lstStyle/>
        <a:p>
          <a:endParaRPr lang="en-US"/>
        </a:p>
      </dgm:t>
    </dgm:pt>
    <dgm:pt modelId="{B4886076-E3AC-4D50-A61E-A98BD1AD0C86}" type="sibTrans" cxnId="{01F96EA8-C4DF-4E83-8AA4-A368B397A3B3}">
      <dgm:prSet/>
      <dgm:spPr/>
      <dgm:t>
        <a:bodyPr/>
        <a:lstStyle/>
        <a:p>
          <a:endParaRPr lang="en-US"/>
        </a:p>
      </dgm:t>
    </dgm:pt>
    <dgm:pt modelId="{3523151D-42AB-4B49-B71C-CCD68A330E02}">
      <dgm:prSet/>
      <dgm:spPr/>
      <dgm:t>
        <a:bodyPr/>
        <a:lstStyle/>
        <a:p>
          <a:r>
            <a:rPr lang="en-US"/>
            <a:t>SubQ Fat Redistribution</a:t>
          </a:r>
        </a:p>
      </dgm:t>
    </dgm:pt>
    <dgm:pt modelId="{188BF7C4-7B13-43A5-8FC1-5E20886B8475}" type="parTrans" cxnId="{4A1DE748-0140-4723-9BAF-8E8F393ED5F1}">
      <dgm:prSet/>
      <dgm:spPr/>
      <dgm:t>
        <a:bodyPr/>
        <a:lstStyle/>
        <a:p>
          <a:endParaRPr lang="en-US"/>
        </a:p>
      </dgm:t>
    </dgm:pt>
    <dgm:pt modelId="{F6283E4B-B02B-4174-8C1E-38AF0B9887C6}" type="sibTrans" cxnId="{4A1DE748-0140-4723-9BAF-8E8F393ED5F1}">
      <dgm:prSet/>
      <dgm:spPr/>
      <dgm:t>
        <a:bodyPr/>
        <a:lstStyle/>
        <a:p>
          <a:endParaRPr lang="en-US"/>
        </a:p>
      </dgm:t>
    </dgm:pt>
    <dgm:pt modelId="{5B3D4F3D-E86F-4676-9220-0E6EE6543D2F}">
      <dgm:prSet/>
      <dgm:spPr/>
      <dgm:t>
        <a:bodyPr/>
        <a:lstStyle/>
        <a:p>
          <a:r>
            <a:rPr lang="en-US"/>
            <a:t>Recessed Hairline/Baldness</a:t>
          </a:r>
        </a:p>
      </dgm:t>
    </dgm:pt>
    <dgm:pt modelId="{40ECDF5E-9F0A-4E89-9A68-5E6B8C2DAC82}" type="parTrans" cxnId="{8DBBEAB4-CBA2-4C29-B619-170A94995BA1}">
      <dgm:prSet/>
      <dgm:spPr/>
      <dgm:t>
        <a:bodyPr/>
        <a:lstStyle/>
        <a:p>
          <a:endParaRPr lang="en-US"/>
        </a:p>
      </dgm:t>
    </dgm:pt>
    <dgm:pt modelId="{FBD495E2-1C5F-48F7-9C7A-A987456B46FD}" type="sibTrans" cxnId="{8DBBEAB4-CBA2-4C29-B619-170A94995BA1}">
      <dgm:prSet/>
      <dgm:spPr/>
      <dgm:t>
        <a:bodyPr/>
        <a:lstStyle/>
        <a:p>
          <a:endParaRPr lang="en-US"/>
        </a:p>
      </dgm:t>
    </dgm:pt>
    <dgm:pt modelId="{03D37419-7301-4394-990C-B5603E46DB33}">
      <dgm:prSet/>
      <dgm:spPr/>
      <dgm:t>
        <a:bodyPr/>
        <a:lstStyle/>
        <a:p>
          <a:r>
            <a:rPr lang="en-US"/>
            <a:t>Cessation of Menses</a:t>
          </a:r>
        </a:p>
      </dgm:t>
    </dgm:pt>
    <dgm:pt modelId="{1EA11D01-E161-4CFD-AF83-A26CE96CBE45}" type="parTrans" cxnId="{88774956-7693-471C-ADF3-F52B86029E39}">
      <dgm:prSet/>
      <dgm:spPr/>
      <dgm:t>
        <a:bodyPr/>
        <a:lstStyle/>
        <a:p>
          <a:endParaRPr lang="en-US"/>
        </a:p>
      </dgm:t>
    </dgm:pt>
    <dgm:pt modelId="{FF3D5D57-99DC-4240-AF67-9E8F101531C7}" type="sibTrans" cxnId="{88774956-7693-471C-ADF3-F52B86029E39}">
      <dgm:prSet/>
      <dgm:spPr/>
      <dgm:t>
        <a:bodyPr/>
        <a:lstStyle/>
        <a:p>
          <a:endParaRPr lang="en-US"/>
        </a:p>
      </dgm:t>
    </dgm:pt>
    <dgm:pt modelId="{B87ECCB1-61C7-47EE-AE76-4B9965977358}">
      <dgm:prSet/>
      <dgm:spPr/>
      <dgm:t>
        <a:bodyPr/>
        <a:lstStyle/>
        <a:p>
          <a:r>
            <a:rPr lang="en-US"/>
            <a:t>Vaginal Atrophy</a:t>
          </a:r>
        </a:p>
      </dgm:t>
    </dgm:pt>
    <dgm:pt modelId="{4D5EC122-B7FF-492C-8D19-2F19080605B0}" type="parTrans" cxnId="{963FDD32-CB02-447F-B083-8CB925617142}">
      <dgm:prSet/>
      <dgm:spPr/>
      <dgm:t>
        <a:bodyPr/>
        <a:lstStyle/>
        <a:p>
          <a:endParaRPr lang="en-US"/>
        </a:p>
      </dgm:t>
    </dgm:pt>
    <dgm:pt modelId="{94986AB0-2822-4266-ABA9-42786F784885}" type="sibTrans" cxnId="{963FDD32-CB02-447F-B083-8CB925617142}">
      <dgm:prSet/>
      <dgm:spPr/>
      <dgm:t>
        <a:bodyPr/>
        <a:lstStyle/>
        <a:p>
          <a:endParaRPr lang="en-US"/>
        </a:p>
      </dgm:t>
    </dgm:pt>
    <dgm:pt modelId="{3A03D510-2F60-469C-B28D-491E51B7913F}">
      <dgm:prSet/>
      <dgm:spPr/>
      <dgm:t>
        <a:bodyPr/>
        <a:lstStyle/>
        <a:p>
          <a:r>
            <a:rPr lang="en-US"/>
            <a:t>Increased Clitoral Size </a:t>
          </a:r>
        </a:p>
      </dgm:t>
    </dgm:pt>
    <dgm:pt modelId="{D2FC5BE3-C8BC-4521-94F5-05C6B75537B8}" type="parTrans" cxnId="{0FD07429-AF31-41D7-8858-8AA773A9D42F}">
      <dgm:prSet/>
      <dgm:spPr/>
      <dgm:t>
        <a:bodyPr/>
        <a:lstStyle/>
        <a:p>
          <a:endParaRPr lang="en-US"/>
        </a:p>
      </dgm:t>
    </dgm:pt>
    <dgm:pt modelId="{D8930BDF-4A6E-4942-B7E7-BB5AA509442F}" type="sibTrans" cxnId="{0FD07429-AF31-41D7-8858-8AA773A9D42F}">
      <dgm:prSet/>
      <dgm:spPr/>
      <dgm:t>
        <a:bodyPr/>
        <a:lstStyle/>
        <a:p>
          <a:endParaRPr lang="en-US"/>
        </a:p>
      </dgm:t>
    </dgm:pt>
    <dgm:pt modelId="{741416C9-FC56-4231-89F6-D4D94AA96327}" type="pres">
      <dgm:prSet presAssocID="{9E2EF7E5-F78F-40A1-80DF-DF5192B147B2}" presName="Name0" presStyleCnt="0">
        <dgm:presLayoutVars>
          <dgm:dir/>
          <dgm:animLvl val="lvl"/>
          <dgm:resizeHandles val="exact"/>
        </dgm:presLayoutVars>
      </dgm:prSet>
      <dgm:spPr/>
    </dgm:pt>
    <dgm:pt modelId="{6B3614FA-25D7-4971-897A-0FFE33DD3C9C}" type="pres">
      <dgm:prSet presAssocID="{AB726396-3B47-4482-9AD2-E14CDD7B48C8}" presName="linNode" presStyleCnt="0"/>
      <dgm:spPr/>
    </dgm:pt>
    <dgm:pt modelId="{41B27098-6380-4F02-A0CC-7797690AB453}" type="pres">
      <dgm:prSet presAssocID="{AB726396-3B47-4482-9AD2-E14CDD7B48C8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907BD0D5-0646-4A12-B300-9A4445A64F3B}" type="pres">
      <dgm:prSet presAssocID="{AB726396-3B47-4482-9AD2-E14CDD7B48C8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EB737B05-8D03-4B9D-A5A7-1902C63F8FC4}" type="presOf" srcId="{5B3D4F3D-E86F-4676-9220-0E6EE6543D2F}" destId="{907BD0D5-0646-4A12-B300-9A4445A64F3B}" srcOrd="0" destOrd="3" presId="urn:microsoft.com/office/officeart/2005/8/layout/vList5"/>
    <dgm:cxn modelId="{0FD07429-AF31-41D7-8858-8AA773A9D42F}" srcId="{AB726396-3B47-4482-9AD2-E14CDD7B48C8}" destId="{3A03D510-2F60-469C-B28D-491E51B7913F}" srcOrd="6" destOrd="0" parTransId="{D2FC5BE3-C8BC-4521-94F5-05C6B75537B8}" sibTransId="{D8930BDF-4A6E-4942-B7E7-BB5AA509442F}"/>
    <dgm:cxn modelId="{C02E632E-D324-4DB2-B2D6-B344A919E4D8}" srcId="{9E2EF7E5-F78F-40A1-80DF-DF5192B147B2}" destId="{AB726396-3B47-4482-9AD2-E14CDD7B48C8}" srcOrd="0" destOrd="0" parTransId="{0B23295C-AF50-4B91-BB04-44C556CF9A08}" sibTransId="{47AA3AB0-CDF6-4691-896A-6D986609B2FF}"/>
    <dgm:cxn modelId="{963FDD32-CB02-447F-B083-8CB925617142}" srcId="{AB726396-3B47-4482-9AD2-E14CDD7B48C8}" destId="{B87ECCB1-61C7-47EE-AE76-4B9965977358}" srcOrd="5" destOrd="0" parTransId="{4D5EC122-B7FF-492C-8D19-2F19080605B0}" sibTransId="{94986AB0-2822-4266-ABA9-42786F784885}"/>
    <dgm:cxn modelId="{5D4A3C34-383C-4612-9813-C4ACDB8122D2}" type="presOf" srcId="{57F8A1CD-4BF1-4678-94F6-BE70FB26052A}" destId="{907BD0D5-0646-4A12-B300-9A4445A64F3B}" srcOrd="0" destOrd="0" presId="urn:microsoft.com/office/officeart/2005/8/layout/vList5"/>
    <dgm:cxn modelId="{4A1DE748-0140-4723-9BAF-8E8F393ED5F1}" srcId="{AB726396-3B47-4482-9AD2-E14CDD7B48C8}" destId="{3523151D-42AB-4B49-B71C-CCD68A330E02}" srcOrd="2" destOrd="0" parTransId="{188BF7C4-7B13-43A5-8FC1-5E20886B8475}" sibTransId="{F6283E4B-B02B-4174-8C1E-38AF0B9887C6}"/>
    <dgm:cxn modelId="{F6294C4A-2BBE-450E-9898-C884884D4C77}" type="presOf" srcId="{3523151D-42AB-4B49-B71C-CCD68A330E02}" destId="{907BD0D5-0646-4A12-B300-9A4445A64F3B}" srcOrd="0" destOrd="2" presId="urn:microsoft.com/office/officeart/2005/8/layout/vList5"/>
    <dgm:cxn modelId="{88774956-7693-471C-ADF3-F52B86029E39}" srcId="{AB726396-3B47-4482-9AD2-E14CDD7B48C8}" destId="{03D37419-7301-4394-990C-B5603E46DB33}" srcOrd="4" destOrd="0" parTransId="{1EA11D01-E161-4CFD-AF83-A26CE96CBE45}" sibTransId="{FF3D5D57-99DC-4240-AF67-9E8F101531C7}"/>
    <dgm:cxn modelId="{8C8AD586-D930-4B38-962C-273A8C02EF5B}" type="presOf" srcId="{03D37419-7301-4394-990C-B5603E46DB33}" destId="{907BD0D5-0646-4A12-B300-9A4445A64F3B}" srcOrd="0" destOrd="4" presId="urn:microsoft.com/office/officeart/2005/8/layout/vList5"/>
    <dgm:cxn modelId="{CB0AE88E-0BD1-4883-B6EA-5FD11A68FA3D}" type="presOf" srcId="{9E2EF7E5-F78F-40A1-80DF-DF5192B147B2}" destId="{741416C9-FC56-4231-89F6-D4D94AA96327}" srcOrd="0" destOrd="0" presId="urn:microsoft.com/office/officeart/2005/8/layout/vList5"/>
    <dgm:cxn modelId="{01F96EA8-C4DF-4E83-8AA4-A368B397A3B3}" srcId="{AB726396-3B47-4482-9AD2-E14CDD7B48C8}" destId="{42955E3F-CEF8-41A3-9D95-784CFCD2A0AE}" srcOrd="1" destOrd="0" parTransId="{2F057199-D717-412F-91AA-7A1E847BB56D}" sibTransId="{B4886076-E3AC-4D50-A61E-A98BD1AD0C86}"/>
    <dgm:cxn modelId="{E1EFD3B2-3760-4855-89AE-BD1A1E671740}" srcId="{AB726396-3B47-4482-9AD2-E14CDD7B48C8}" destId="{57F8A1CD-4BF1-4678-94F6-BE70FB26052A}" srcOrd="0" destOrd="0" parTransId="{24D3F3FD-4413-4038-B39D-2E0902E79AE9}" sibTransId="{F7845425-AA34-42AB-A81F-605F53C61F8E}"/>
    <dgm:cxn modelId="{8DBBEAB4-CBA2-4C29-B619-170A94995BA1}" srcId="{AB726396-3B47-4482-9AD2-E14CDD7B48C8}" destId="{5B3D4F3D-E86F-4676-9220-0E6EE6543D2F}" srcOrd="3" destOrd="0" parTransId="{40ECDF5E-9F0A-4E89-9A68-5E6B8C2DAC82}" sibTransId="{FBD495E2-1C5F-48F7-9C7A-A987456B46FD}"/>
    <dgm:cxn modelId="{731FE1C1-F62D-4AA0-BF5B-B89316ADAE50}" type="presOf" srcId="{AB726396-3B47-4482-9AD2-E14CDD7B48C8}" destId="{41B27098-6380-4F02-A0CC-7797690AB453}" srcOrd="0" destOrd="0" presId="urn:microsoft.com/office/officeart/2005/8/layout/vList5"/>
    <dgm:cxn modelId="{4A5824CA-EE5A-4335-B75F-D5C754B31981}" type="presOf" srcId="{42955E3F-CEF8-41A3-9D95-784CFCD2A0AE}" destId="{907BD0D5-0646-4A12-B300-9A4445A64F3B}" srcOrd="0" destOrd="1" presId="urn:microsoft.com/office/officeart/2005/8/layout/vList5"/>
    <dgm:cxn modelId="{9DBFD5D2-42D2-4BC0-85D0-97F8FB1A0D68}" type="presOf" srcId="{3A03D510-2F60-469C-B28D-491E51B7913F}" destId="{907BD0D5-0646-4A12-B300-9A4445A64F3B}" srcOrd="0" destOrd="6" presId="urn:microsoft.com/office/officeart/2005/8/layout/vList5"/>
    <dgm:cxn modelId="{07BB9EED-ABDA-4671-8932-3622AB81C465}" type="presOf" srcId="{B87ECCB1-61C7-47EE-AE76-4B9965977358}" destId="{907BD0D5-0646-4A12-B300-9A4445A64F3B}" srcOrd="0" destOrd="5" presId="urn:microsoft.com/office/officeart/2005/8/layout/vList5"/>
    <dgm:cxn modelId="{F294C6AD-ADB9-46C3-AACB-3C4E70E8FDEB}" type="presParOf" srcId="{741416C9-FC56-4231-89F6-D4D94AA96327}" destId="{6B3614FA-25D7-4971-897A-0FFE33DD3C9C}" srcOrd="0" destOrd="0" presId="urn:microsoft.com/office/officeart/2005/8/layout/vList5"/>
    <dgm:cxn modelId="{CFC256E5-34BF-459C-8841-ACAF331AC121}" type="presParOf" srcId="{6B3614FA-25D7-4971-897A-0FFE33DD3C9C}" destId="{41B27098-6380-4F02-A0CC-7797690AB453}" srcOrd="0" destOrd="0" presId="urn:microsoft.com/office/officeart/2005/8/layout/vList5"/>
    <dgm:cxn modelId="{3D65C7FA-4F22-4D55-A23E-8BB1EADE0A11}" type="presParOf" srcId="{6B3614FA-25D7-4971-897A-0FFE33DD3C9C}" destId="{907BD0D5-0646-4A12-B300-9A4445A64F3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D51186E4-D798-4798-8E70-E9529D2AE0A5}" type="doc">
      <dgm:prSet loTypeId="urn:microsoft.com/office/officeart/2005/8/layout/process1" loCatId="process" qsTypeId="urn:microsoft.com/office/officeart/2005/8/quickstyle/simple1#34" qsCatId="simple" csTypeId="urn:microsoft.com/office/officeart/2005/8/colors/colorful4#4" csCatId="colorful" phldr="1"/>
      <dgm:spPr/>
      <dgm:t>
        <a:bodyPr/>
        <a:lstStyle/>
        <a:p>
          <a:endParaRPr lang="en-US"/>
        </a:p>
      </dgm:t>
    </dgm:pt>
    <dgm:pt modelId="{401E72FD-0B45-46E8-BCB3-322A55CA4ED2}">
      <dgm:prSet custT="1"/>
      <dgm:spPr/>
      <dgm:t>
        <a:bodyPr/>
        <a:lstStyle/>
        <a:p>
          <a:pPr algn="ctr"/>
          <a:r>
            <a:rPr lang="en-US" sz="4400" dirty="0">
              <a:solidFill>
                <a:srgbClr val="FF0000"/>
              </a:solidFill>
            </a:rPr>
            <a:t>CONTRAINDICATIONS</a:t>
          </a:r>
          <a:r>
            <a:rPr lang="en-US" sz="3000" dirty="0"/>
            <a:t>:</a:t>
          </a:r>
        </a:p>
        <a:p>
          <a:pPr algn="l"/>
          <a:r>
            <a:rPr lang="en-US" sz="2800" dirty="0">
              <a:solidFill>
                <a:schemeClr val="tx1"/>
              </a:solidFill>
            </a:rPr>
            <a:t>1.Unstable Coronary Artery Disease                                 2.Polycythemia (HCT &gt; 55%)                                        3.Current Pregnancy</a:t>
          </a:r>
        </a:p>
      </dgm:t>
    </dgm:pt>
    <dgm:pt modelId="{5099E42B-AFA6-495E-8C9B-3E61AFA7E736}" type="parTrans" cxnId="{36A3CA5B-B5BC-4DE7-B831-80CDAA19F6AE}">
      <dgm:prSet/>
      <dgm:spPr/>
      <dgm:t>
        <a:bodyPr/>
        <a:lstStyle/>
        <a:p>
          <a:endParaRPr lang="en-US"/>
        </a:p>
      </dgm:t>
    </dgm:pt>
    <dgm:pt modelId="{93C121E7-AFB9-4224-B8D5-6F75DF5F7733}" type="sibTrans" cxnId="{36A3CA5B-B5BC-4DE7-B831-80CDAA19F6AE}">
      <dgm:prSet/>
      <dgm:spPr/>
      <dgm:t>
        <a:bodyPr/>
        <a:lstStyle/>
        <a:p>
          <a:endParaRPr lang="en-US"/>
        </a:p>
      </dgm:t>
    </dgm:pt>
    <dgm:pt modelId="{29FFAA72-5993-4F58-A890-D8A0647E2039}" type="pres">
      <dgm:prSet presAssocID="{D51186E4-D798-4798-8E70-E9529D2AE0A5}" presName="Name0" presStyleCnt="0">
        <dgm:presLayoutVars>
          <dgm:dir/>
          <dgm:resizeHandles val="exact"/>
        </dgm:presLayoutVars>
      </dgm:prSet>
      <dgm:spPr/>
    </dgm:pt>
    <dgm:pt modelId="{1B23DA78-8114-468E-8CCD-F88739CA206D}" type="pres">
      <dgm:prSet presAssocID="{401E72FD-0B45-46E8-BCB3-322A55CA4ED2}" presName="node" presStyleLbl="node1" presStyleIdx="0" presStyleCnt="1">
        <dgm:presLayoutVars>
          <dgm:bulletEnabled val="1"/>
        </dgm:presLayoutVars>
      </dgm:prSet>
      <dgm:spPr/>
    </dgm:pt>
  </dgm:ptLst>
  <dgm:cxnLst>
    <dgm:cxn modelId="{36A3CA5B-B5BC-4DE7-B831-80CDAA19F6AE}" srcId="{D51186E4-D798-4798-8E70-E9529D2AE0A5}" destId="{401E72FD-0B45-46E8-BCB3-322A55CA4ED2}" srcOrd="0" destOrd="0" parTransId="{5099E42B-AFA6-495E-8C9B-3E61AFA7E736}" sibTransId="{93C121E7-AFB9-4224-B8D5-6F75DF5F7733}"/>
    <dgm:cxn modelId="{9C460A51-7782-4EBC-941D-FEDB4A0FDE45}" type="presOf" srcId="{401E72FD-0B45-46E8-BCB3-322A55CA4ED2}" destId="{1B23DA78-8114-468E-8CCD-F88739CA206D}" srcOrd="0" destOrd="0" presId="urn:microsoft.com/office/officeart/2005/8/layout/process1"/>
    <dgm:cxn modelId="{50235FC7-0A96-4149-B1D2-804DFA85FADB}" type="presOf" srcId="{D51186E4-D798-4798-8E70-E9529D2AE0A5}" destId="{29FFAA72-5993-4F58-A890-D8A0647E2039}" srcOrd="0" destOrd="0" presId="urn:microsoft.com/office/officeart/2005/8/layout/process1"/>
    <dgm:cxn modelId="{098B1E90-E8D3-46A5-99C4-0BEA87CB9518}" type="presParOf" srcId="{29FFAA72-5993-4F58-A890-D8A0647E2039}" destId="{1B23DA78-8114-468E-8CCD-F88739CA206D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5D8B6C50-51E0-48B5-9C76-37C1A2DCA118}" type="doc">
      <dgm:prSet loTypeId="urn:microsoft.com/office/officeart/2008/layout/LinedList" loCatId="hierarchy" qsTypeId="urn:microsoft.com/office/officeart/2005/8/quickstyle/simple1#35" qsCatId="simple" csTypeId="urn:microsoft.com/office/officeart/2005/8/colors/accent1_2#4" csCatId="accent1" phldr="1"/>
      <dgm:spPr/>
      <dgm:t>
        <a:bodyPr/>
        <a:lstStyle/>
        <a:p>
          <a:endParaRPr lang="en-US"/>
        </a:p>
      </dgm:t>
    </dgm:pt>
    <dgm:pt modelId="{F82E14F8-1608-45BD-B123-EC0420AD8246}">
      <dgm:prSet/>
      <dgm:spPr/>
      <dgm:t>
        <a:bodyPr/>
        <a:lstStyle/>
        <a:p>
          <a:r>
            <a:rPr lang="en-US">
              <a:solidFill>
                <a:schemeClr val="bg1"/>
              </a:solidFill>
            </a:rPr>
            <a:t>LAB STUDIES:</a:t>
          </a:r>
        </a:p>
      </dgm:t>
    </dgm:pt>
    <dgm:pt modelId="{18C4ABCB-B46A-4607-8AE9-5EB12B055091}" type="parTrans" cxnId="{54F02E16-0C29-4862-9799-465BA50ECF6D}">
      <dgm:prSet/>
      <dgm:spPr/>
      <dgm:t>
        <a:bodyPr/>
        <a:lstStyle/>
        <a:p>
          <a:endParaRPr lang="en-US"/>
        </a:p>
      </dgm:t>
    </dgm:pt>
    <dgm:pt modelId="{55219A6F-16C9-478F-A917-F2C5F5FE38A2}" type="sibTrans" cxnId="{54F02E16-0C29-4862-9799-465BA50ECF6D}">
      <dgm:prSet/>
      <dgm:spPr/>
      <dgm:t>
        <a:bodyPr/>
        <a:lstStyle/>
        <a:p>
          <a:endParaRPr lang="en-US"/>
        </a:p>
      </dgm:t>
    </dgm:pt>
    <dgm:pt modelId="{5311E602-8E71-47B4-8F48-0F933E451A84}">
      <dgm:prSet custT="1"/>
      <dgm:spPr/>
      <dgm:t>
        <a:bodyPr/>
        <a:lstStyle/>
        <a:p>
          <a:pPr algn="l"/>
          <a:r>
            <a:rPr lang="en-US" sz="3200">
              <a:solidFill>
                <a:schemeClr val="bg1"/>
              </a:solidFill>
            </a:rPr>
            <a:t>1. Lipid panel: HDL + Triglycerides </a:t>
          </a:r>
        </a:p>
      </dgm:t>
    </dgm:pt>
    <dgm:pt modelId="{4BB707A7-5DF1-48B3-8EAB-9B91EDB079BB}" type="parTrans" cxnId="{56E3B52F-BB16-4319-A13E-DEB94E780331}">
      <dgm:prSet/>
      <dgm:spPr/>
      <dgm:t>
        <a:bodyPr/>
        <a:lstStyle/>
        <a:p>
          <a:endParaRPr lang="en-US"/>
        </a:p>
      </dgm:t>
    </dgm:pt>
    <dgm:pt modelId="{A6396757-30F5-49BD-8E7F-D7A033071055}" type="sibTrans" cxnId="{56E3B52F-BB16-4319-A13E-DEB94E780331}">
      <dgm:prSet/>
      <dgm:spPr/>
      <dgm:t>
        <a:bodyPr/>
        <a:lstStyle/>
        <a:p>
          <a:endParaRPr lang="en-US"/>
        </a:p>
      </dgm:t>
    </dgm:pt>
    <dgm:pt modelId="{52B1DF91-7CB9-4547-99EB-057CF16FAB05}">
      <dgm:prSet custT="1"/>
      <dgm:spPr/>
      <dgm:t>
        <a:bodyPr/>
        <a:lstStyle/>
        <a:p>
          <a:pPr algn="l"/>
          <a:r>
            <a:rPr lang="en-US" sz="3200">
              <a:solidFill>
                <a:schemeClr val="bg1"/>
              </a:solidFill>
            </a:rPr>
            <a:t>2. Hematocrit q 3 mo x 1 yr/          Then q 6 mo</a:t>
          </a:r>
        </a:p>
      </dgm:t>
    </dgm:pt>
    <dgm:pt modelId="{6F554D46-960A-435E-98B1-BC8FAE6DC176}" type="parTrans" cxnId="{7CBA3970-DBBF-46C7-A4B1-2D57D195442E}">
      <dgm:prSet/>
      <dgm:spPr/>
      <dgm:t>
        <a:bodyPr/>
        <a:lstStyle/>
        <a:p>
          <a:endParaRPr lang="en-US"/>
        </a:p>
      </dgm:t>
    </dgm:pt>
    <dgm:pt modelId="{DAF3A811-7607-46D2-8E64-17DA08956E80}" type="sibTrans" cxnId="{7CBA3970-DBBF-46C7-A4B1-2D57D195442E}">
      <dgm:prSet/>
      <dgm:spPr/>
      <dgm:t>
        <a:bodyPr/>
        <a:lstStyle/>
        <a:p>
          <a:endParaRPr lang="en-US"/>
        </a:p>
      </dgm:t>
    </dgm:pt>
    <dgm:pt modelId="{4AC74D85-07F9-43A6-ACF8-7DEB0E3F4F81}">
      <dgm:prSet custT="1"/>
      <dgm:spPr/>
      <dgm:t>
        <a:bodyPr/>
        <a:lstStyle/>
        <a:p>
          <a:pPr algn="l"/>
          <a:r>
            <a:rPr lang="en-US" sz="3200">
              <a:solidFill>
                <a:schemeClr val="bg1"/>
              </a:solidFill>
            </a:rPr>
            <a:t>3. Testosterone level-q 3 mo x 1 yr            </a:t>
          </a:r>
          <a:r>
            <a:rPr lang="en-US" sz="3200">
              <a:solidFill>
                <a:srgbClr val="FFFF00"/>
              </a:solidFill>
            </a:rPr>
            <a:t>Goal</a:t>
          </a:r>
          <a:r>
            <a:rPr lang="en-US" sz="3200">
              <a:solidFill>
                <a:schemeClr val="bg1"/>
              </a:solidFill>
            </a:rPr>
            <a:t>: 320-1000 ng/dl</a:t>
          </a:r>
        </a:p>
      </dgm:t>
    </dgm:pt>
    <dgm:pt modelId="{EB848300-12AB-43A0-B07F-BFAF29C3A51D}" type="parTrans" cxnId="{0B11AFAC-8F5E-47DF-B0B7-748B78AA0A5F}">
      <dgm:prSet/>
      <dgm:spPr/>
      <dgm:t>
        <a:bodyPr/>
        <a:lstStyle/>
        <a:p>
          <a:endParaRPr lang="en-US"/>
        </a:p>
      </dgm:t>
    </dgm:pt>
    <dgm:pt modelId="{FDE7FB19-F2AB-46F1-8425-8EAFBA78F3C3}" type="sibTrans" cxnId="{0B11AFAC-8F5E-47DF-B0B7-748B78AA0A5F}">
      <dgm:prSet/>
      <dgm:spPr/>
      <dgm:t>
        <a:bodyPr/>
        <a:lstStyle/>
        <a:p>
          <a:endParaRPr lang="en-US"/>
        </a:p>
      </dgm:t>
    </dgm:pt>
    <dgm:pt modelId="{E3B2FAEA-9CE9-4E1B-87F5-158CF2BB6022}" type="pres">
      <dgm:prSet presAssocID="{5D8B6C50-51E0-48B5-9C76-37C1A2DCA118}" presName="vert0" presStyleCnt="0">
        <dgm:presLayoutVars>
          <dgm:dir/>
          <dgm:animOne val="branch"/>
          <dgm:animLvl val="lvl"/>
        </dgm:presLayoutVars>
      </dgm:prSet>
      <dgm:spPr/>
    </dgm:pt>
    <dgm:pt modelId="{CDD5C8D8-6C66-40F1-B0A1-FE59252A06BD}" type="pres">
      <dgm:prSet presAssocID="{F82E14F8-1608-45BD-B123-EC0420AD8246}" presName="thickLine" presStyleLbl="alignNode1" presStyleIdx="0" presStyleCnt="4"/>
      <dgm:spPr/>
    </dgm:pt>
    <dgm:pt modelId="{5755121F-1A5D-45B1-805A-91AA4F5D77DD}" type="pres">
      <dgm:prSet presAssocID="{F82E14F8-1608-45BD-B123-EC0420AD8246}" presName="horz1" presStyleCnt="0"/>
      <dgm:spPr/>
    </dgm:pt>
    <dgm:pt modelId="{EA6E6BF2-0F4F-436B-A10A-57060F42B8E2}" type="pres">
      <dgm:prSet presAssocID="{F82E14F8-1608-45BD-B123-EC0420AD8246}" presName="tx1" presStyleLbl="revTx" presStyleIdx="0" presStyleCnt="4"/>
      <dgm:spPr/>
    </dgm:pt>
    <dgm:pt modelId="{1C02936E-3DF3-48D5-A4BD-3FBE6C0D59D3}" type="pres">
      <dgm:prSet presAssocID="{F82E14F8-1608-45BD-B123-EC0420AD8246}" presName="vert1" presStyleCnt="0"/>
      <dgm:spPr/>
    </dgm:pt>
    <dgm:pt modelId="{AB3C3014-CA17-46C9-921F-84728BF12DE5}" type="pres">
      <dgm:prSet presAssocID="{5311E602-8E71-47B4-8F48-0F933E451A84}" presName="thickLine" presStyleLbl="alignNode1" presStyleIdx="1" presStyleCnt="4"/>
      <dgm:spPr/>
    </dgm:pt>
    <dgm:pt modelId="{865BEEB9-01C1-4AE6-99F8-7725841B08D2}" type="pres">
      <dgm:prSet presAssocID="{5311E602-8E71-47B4-8F48-0F933E451A84}" presName="horz1" presStyleCnt="0"/>
      <dgm:spPr/>
    </dgm:pt>
    <dgm:pt modelId="{E93AAE1B-8DC0-450E-A451-9105DA89A992}" type="pres">
      <dgm:prSet presAssocID="{5311E602-8E71-47B4-8F48-0F933E451A84}" presName="tx1" presStyleLbl="revTx" presStyleIdx="1" presStyleCnt="4" custScaleY="104843"/>
      <dgm:spPr/>
    </dgm:pt>
    <dgm:pt modelId="{69BE3322-D095-46C1-BD48-FFE31D8235D7}" type="pres">
      <dgm:prSet presAssocID="{5311E602-8E71-47B4-8F48-0F933E451A84}" presName="vert1" presStyleCnt="0"/>
      <dgm:spPr/>
    </dgm:pt>
    <dgm:pt modelId="{D33185A2-2439-4AAB-A15B-3FE01E917DA0}" type="pres">
      <dgm:prSet presAssocID="{52B1DF91-7CB9-4547-99EB-057CF16FAB05}" presName="thickLine" presStyleLbl="alignNode1" presStyleIdx="2" presStyleCnt="4"/>
      <dgm:spPr/>
    </dgm:pt>
    <dgm:pt modelId="{0E3AFE2E-252A-41C5-BCCE-2130F27B04D5}" type="pres">
      <dgm:prSet presAssocID="{52B1DF91-7CB9-4547-99EB-057CF16FAB05}" presName="horz1" presStyleCnt="0"/>
      <dgm:spPr/>
    </dgm:pt>
    <dgm:pt modelId="{3FE98065-0B67-495F-99DF-F592CB589529}" type="pres">
      <dgm:prSet presAssocID="{52B1DF91-7CB9-4547-99EB-057CF16FAB05}" presName="tx1" presStyleLbl="revTx" presStyleIdx="2" presStyleCnt="4"/>
      <dgm:spPr/>
    </dgm:pt>
    <dgm:pt modelId="{DE415872-2C2F-4D8E-AD2E-91DC559109D0}" type="pres">
      <dgm:prSet presAssocID="{52B1DF91-7CB9-4547-99EB-057CF16FAB05}" presName="vert1" presStyleCnt="0"/>
      <dgm:spPr/>
    </dgm:pt>
    <dgm:pt modelId="{6C455812-F7DE-494E-8F11-DDD1BBA5DB6C}" type="pres">
      <dgm:prSet presAssocID="{4AC74D85-07F9-43A6-ACF8-7DEB0E3F4F81}" presName="thickLine" presStyleLbl="alignNode1" presStyleIdx="3" presStyleCnt="4"/>
      <dgm:spPr/>
    </dgm:pt>
    <dgm:pt modelId="{666F8EB9-A6A4-4BEE-B263-9A5A00A4A9D4}" type="pres">
      <dgm:prSet presAssocID="{4AC74D85-07F9-43A6-ACF8-7DEB0E3F4F81}" presName="horz1" presStyleCnt="0"/>
      <dgm:spPr/>
    </dgm:pt>
    <dgm:pt modelId="{226C3D15-9EA8-4F1C-A1EF-040948153364}" type="pres">
      <dgm:prSet presAssocID="{4AC74D85-07F9-43A6-ACF8-7DEB0E3F4F81}" presName="tx1" presStyleLbl="revTx" presStyleIdx="3" presStyleCnt="4"/>
      <dgm:spPr/>
    </dgm:pt>
    <dgm:pt modelId="{A474BB4C-2397-4A94-AEEF-81932590FA2F}" type="pres">
      <dgm:prSet presAssocID="{4AC74D85-07F9-43A6-ACF8-7DEB0E3F4F81}" presName="vert1" presStyleCnt="0"/>
      <dgm:spPr/>
    </dgm:pt>
  </dgm:ptLst>
  <dgm:cxnLst>
    <dgm:cxn modelId="{54F02E16-0C29-4862-9799-465BA50ECF6D}" srcId="{5D8B6C50-51E0-48B5-9C76-37C1A2DCA118}" destId="{F82E14F8-1608-45BD-B123-EC0420AD8246}" srcOrd="0" destOrd="0" parTransId="{18C4ABCB-B46A-4607-8AE9-5EB12B055091}" sibTransId="{55219A6F-16C9-478F-A917-F2C5F5FE38A2}"/>
    <dgm:cxn modelId="{5DE26329-C930-40A2-AA8F-CFE1885A58D7}" type="presOf" srcId="{4AC74D85-07F9-43A6-ACF8-7DEB0E3F4F81}" destId="{226C3D15-9EA8-4F1C-A1EF-040948153364}" srcOrd="0" destOrd="0" presId="urn:microsoft.com/office/officeart/2008/layout/LinedList"/>
    <dgm:cxn modelId="{56E3B52F-BB16-4319-A13E-DEB94E780331}" srcId="{5D8B6C50-51E0-48B5-9C76-37C1A2DCA118}" destId="{5311E602-8E71-47B4-8F48-0F933E451A84}" srcOrd="1" destOrd="0" parTransId="{4BB707A7-5DF1-48B3-8EAB-9B91EDB079BB}" sibTransId="{A6396757-30F5-49BD-8E7F-D7A033071055}"/>
    <dgm:cxn modelId="{7CBA3970-DBBF-46C7-A4B1-2D57D195442E}" srcId="{5D8B6C50-51E0-48B5-9C76-37C1A2DCA118}" destId="{52B1DF91-7CB9-4547-99EB-057CF16FAB05}" srcOrd="2" destOrd="0" parTransId="{6F554D46-960A-435E-98B1-BC8FAE6DC176}" sibTransId="{DAF3A811-7607-46D2-8E64-17DA08956E80}"/>
    <dgm:cxn modelId="{BCBF4076-105A-421B-B306-32AA3672909D}" type="presOf" srcId="{5311E602-8E71-47B4-8F48-0F933E451A84}" destId="{E93AAE1B-8DC0-450E-A451-9105DA89A992}" srcOrd="0" destOrd="0" presId="urn:microsoft.com/office/officeart/2008/layout/LinedList"/>
    <dgm:cxn modelId="{7192FF96-1E58-4CC1-AB31-7CB5076BE0C9}" type="presOf" srcId="{52B1DF91-7CB9-4547-99EB-057CF16FAB05}" destId="{3FE98065-0B67-495F-99DF-F592CB589529}" srcOrd="0" destOrd="0" presId="urn:microsoft.com/office/officeart/2008/layout/LinedList"/>
    <dgm:cxn modelId="{0B11AFAC-8F5E-47DF-B0B7-748B78AA0A5F}" srcId="{5D8B6C50-51E0-48B5-9C76-37C1A2DCA118}" destId="{4AC74D85-07F9-43A6-ACF8-7DEB0E3F4F81}" srcOrd="3" destOrd="0" parTransId="{EB848300-12AB-43A0-B07F-BFAF29C3A51D}" sibTransId="{FDE7FB19-F2AB-46F1-8425-8EAFBA78F3C3}"/>
    <dgm:cxn modelId="{4F612CC3-0D3A-4E89-AB75-E7D391AC4AA2}" type="presOf" srcId="{5D8B6C50-51E0-48B5-9C76-37C1A2DCA118}" destId="{E3B2FAEA-9CE9-4E1B-87F5-158CF2BB6022}" srcOrd="0" destOrd="0" presId="urn:microsoft.com/office/officeart/2008/layout/LinedList"/>
    <dgm:cxn modelId="{C140ADE3-1FCC-4210-9870-04EBBFD315F9}" type="presOf" srcId="{F82E14F8-1608-45BD-B123-EC0420AD8246}" destId="{EA6E6BF2-0F4F-436B-A10A-57060F42B8E2}" srcOrd="0" destOrd="0" presId="urn:microsoft.com/office/officeart/2008/layout/LinedList"/>
    <dgm:cxn modelId="{CB24DC03-9386-4F24-A93C-A823CCDA9BAB}" type="presParOf" srcId="{E3B2FAEA-9CE9-4E1B-87F5-158CF2BB6022}" destId="{CDD5C8D8-6C66-40F1-B0A1-FE59252A06BD}" srcOrd="0" destOrd="0" presId="urn:microsoft.com/office/officeart/2008/layout/LinedList"/>
    <dgm:cxn modelId="{013AB952-288A-4C7B-8B1F-40CBDFE19FD6}" type="presParOf" srcId="{E3B2FAEA-9CE9-4E1B-87F5-158CF2BB6022}" destId="{5755121F-1A5D-45B1-805A-91AA4F5D77DD}" srcOrd="1" destOrd="0" presId="urn:microsoft.com/office/officeart/2008/layout/LinedList"/>
    <dgm:cxn modelId="{2A4E2B90-CAB2-4C38-AD36-B670D75FCD34}" type="presParOf" srcId="{5755121F-1A5D-45B1-805A-91AA4F5D77DD}" destId="{EA6E6BF2-0F4F-436B-A10A-57060F42B8E2}" srcOrd="0" destOrd="0" presId="urn:microsoft.com/office/officeart/2008/layout/LinedList"/>
    <dgm:cxn modelId="{76243645-D77F-4E0F-A89A-D9CE90AF2046}" type="presParOf" srcId="{5755121F-1A5D-45B1-805A-91AA4F5D77DD}" destId="{1C02936E-3DF3-48D5-A4BD-3FBE6C0D59D3}" srcOrd="1" destOrd="0" presId="urn:microsoft.com/office/officeart/2008/layout/LinedList"/>
    <dgm:cxn modelId="{0F9240B5-B5B1-4080-8C35-0314D93E7F53}" type="presParOf" srcId="{E3B2FAEA-9CE9-4E1B-87F5-158CF2BB6022}" destId="{AB3C3014-CA17-46C9-921F-84728BF12DE5}" srcOrd="2" destOrd="0" presId="urn:microsoft.com/office/officeart/2008/layout/LinedList"/>
    <dgm:cxn modelId="{2281AF25-A169-4226-AA5E-2928792A5680}" type="presParOf" srcId="{E3B2FAEA-9CE9-4E1B-87F5-158CF2BB6022}" destId="{865BEEB9-01C1-4AE6-99F8-7725841B08D2}" srcOrd="3" destOrd="0" presId="urn:microsoft.com/office/officeart/2008/layout/LinedList"/>
    <dgm:cxn modelId="{F7B16892-7682-4C13-8DFC-9EECFA42248E}" type="presParOf" srcId="{865BEEB9-01C1-4AE6-99F8-7725841B08D2}" destId="{E93AAE1B-8DC0-450E-A451-9105DA89A992}" srcOrd="0" destOrd="0" presId="urn:microsoft.com/office/officeart/2008/layout/LinedList"/>
    <dgm:cxn modelId="{F6D28D72-0493-4375-9787-37D0A8A974D4}" type="presParOf" srcId="{865BEEB9-01C1-4AE6-99F8-7725841B08D2}" destId="{69BE3322-D095-46C1-BD48-FFE31D8235D7}" srcOrd="1" destOrd="0" presId="urn:microsoft.com/office/officeart/2008/layout/LinedList"/>
    <dgm:cxn modelId="{9F6EF7BC-6239-48AA-998B-3E0FF4F27253}" type="presParOf" srcId="{E3B2FAEA-9CE9-4E1B-87F5-158CF2BB6022}" destId="{D33185A2-2439-4AAB-A15B-3FE01E917DA0}" srcOrd="4" destOrd="0" presId="urn:microsoft.com/office/officeart/2008/layout/LinedList"/>
    <dgm:cxn modelId="{52CCCD88-E77E-44BD-94BA-643F6A3F2947}" type="presParOf" srcId="{E3B2FAEA-9CE9-4E1B-87F5-158CF2BB6022}" destId="{0E3AFE2E-252A-41C5-BCCE-2130F27B04D5}" srcOrd="5" destOrd="0" presId="urn:microsoft.com/office/officeart/2008/layout/LinedList"/>
    <dgm:cxn modelId="{DD38841E-95C9-44F7-8775-0401859D57D4}" type="presParOf" srcId="{0E3AFE2E-252A-41C5-BCCE-2130F27B04D5}" destId="{3FE98065-0B67-495F-99DF-F592CB589529}" srcOrd="0" destOrd="0" presId="urn:microsoft.com/office/officeart/2008/layout/LinedList"/>
    <dgm:cxn modelId="{9E70AC07-A553-46B1-9460-EA0D1F40A92A}" type="presParOf" srcId="{0E3AFE2E-252A-41C5-BCCE-2130F27B04D5}" destId="{DE415872-2C2F-4D8E-AD2E-91DC559109D0}" srcOrd="1" destOrd="0" presId="urn:microsoft.com/office/officeart/2008/layout/LinedList"/>
    <dgm:cxn modelId="{CB10F0B0-20CD-4C66-B084-24BD742B39F5}" type="presParOf" srcId="{E3B2FAEA-9CE9-4E1B-87F5-158CF2BB6022}" destId="{6C455812-F7DE-494E-8F11-DDD1BBA5DB6C}" srcOrd="6" destOrd="0" presId="urn:microsoft.com/office/officeart/2008/layout/LinedList"/>
    <dgm:cxn modelId="{65FB57B4-5D40-4005-B5E0-E0F3C0A4DEEF}" type="presParOf" srcId="{E3B2FAEA-9CE9-4E1B-87F5-158CF2BB6022}" destId="{666F8EB9-A6A4-4BEE-B263-9A5A00A4A9D4}" srcOrd="7" destOrd="0" presId="urn:microsoft.com/office/officeart/2008/layout/LinedList"/>
    <dgm:cxn modelId="{EAA0CEF4-DB68-4351-A2E8-7BC13F6C3DF6}" type="presParOf" srcId="{666F8EB9-A6A4-4BEE-B263-9A5A00A4A9D4}" destId="{226C3D15-9EA8-4F1C-A1EF-040948153364}" srcOrd="0" destOrd="0" presId="urn:microsoft.com/office/officeart/2008/layout/LinedList"/>
    <dgm:cxn modelId="{50AF1B92-56E8-4F7C-B8C9-56E79F1F16EC}" type="presParOf" srcId="{666F8EB9-A6A4-4BEE-B263-9A5A00A4A9D4}" destId="{A474BB4C-2397-4A94-AEEF-81932590FA2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27791CE7-2CDA-4951-A715-A0E2593F5E3D}" type="doc">
      <dgm:prSet loTypeId="urn:microsoft.com/office/officeart/2005/8/layout/vList2" loCatId="list" qsTypeId="urn:microsoft.com/office/officeart/2005/8/quickstyle/simple2#1" qsCatId="simple" csTypeId="urn:microsoft.com/office/officeart/2005/8/colors/accent5_1#1" csCatId="accent5" phldr="1"/>
      <dgm:spPr/>
      <dgm:t>
        <a:bodyPr/>
        <a:lstStyle/>
        <a:p>
          <a:endParaRPr lang="en-US"/>
        </a:p>
      </dgm:t>
    </dgm:pt>
    <dgm:pt modelId="{BC1E9B8C-8EF2-4F11-BF80-8B99A06CF31D}">
      <dgm:prSet custT="1"/>
      <dgm:spPr/>
      <dgm:t>
        <a:bodyPr/>
        <a:lstStyle/>
        <a:p>
          <a:r>
            <a:rPr lang="en-US" sz="2000"/>
            <a:t>Can achieve pregnancy : Stop </a:t>
          </a:r>
          <a:r>
            <a:rPr lang="en-US" sz="2000">
              <a:solidFill>
                <a:srgbClr val="00B050"/>
              </a:solidFill>
            </a:rPr>
            <a:t>Testosterone</a:t>
          </a:r>
          <a:r>
            <a:rPr lang="en-US" sz="2000"/>
            <a:t> 1st</a:t>
          </a:r>
        </a:p>
      </dgm:t>
    </dgm:pt>
    <dgm:pt modelId="{741288A6-C271-468D-B9E8-A11B2B7E0FD3}" type="parTrans" cxnId="{22989192-1205-479E-AD0E-F8181A733D39}">
      <dgm:prSet/>
      <dgm:spPr/>
      <dgm:t>
        <a:bodyPr/>
        <a:lstStyle/>
        <a:p>
          <a:endParaRPr lang="en-US"/>
        </a:p>
      </dgm:t>
    </dgm:pt>
    <dgm:pt modelId="{E89C1D4B-3E00-4222-9AE7-24332156525A}" type="sibTrans" cxnId="{22989192-1205-479E-AD0E-F8181A733D39}">
      <dgm:prSet/>
      <dgm:spPr/>
      <dgm:t>
        <a:bodyPr/>
        <a:lstStyle/>
        <a:p>
          <a:endParaRPr lang="en-US"/>
        </a:p>
      </dgm:t>
    </dgm:pt>
    <dgm:pt modelId="{7A6E29A2-DB47-436C-ADD7-E29F628AA1D5}">
      <dgm:prSet custT="1"/>
      <dgm:spPr/>
      <dgm:t>
        <a:bodyPr/>
        <a:lstStyle/>
        <a:p>
          <a:r>
            <a:rPr lang="en-US" sz="2000"/>
            <a:t>Partner Insemination/Donor Sperm</a:t>
          </a:r>
        </a:p>
      </dgm:t>
    </dgm:pt>
    <dgm:pt modelId="{BDEAA3B4-DB5C-4FB5-9167-62DF5D7CCFFA}" type="parTrans" cxnId="{92FD9E14-43AE-4F63-A22B-EAE168ED5108}">
      <dgm:prSet/>
      <dgm:spPr/>
      <dgm:t>
        <a:bodyPr/>
        <a:lstStyle/>
        <a:p>
          <a:endParaRPr lang="en-US"/>
        </a:p>
      </dgm:t>
    </dgm:pt>
    <dgm:pt modelId="{02FFB3A7-97A4-4064-BA5A-3D0D42BF5FC6}" type="sibTrans" cxnId="{92FD9E14-43AE-4F63-A22B-EAE168ED5108}">
      <dgm:prSet/>
      <dgm:spPr/>
      <dgm:t>
        <a:bodyPr/>
        <a:lstStyle/>
        <a:p>
          <a:endParaRPr lang="en-US"/>
        </a:p>
      </dgm:t>
    </dgm:pt>
    <dgm:pt modelId="{D12DA899-6A61-4C4C-8AF3-6F50087C8EC7}">
      <dgm:prSet custT="1"/>
      <dgm:spPr/>
      <dgm:t>
        <a:bodyPr/>
        <a:lstStyle/>
        <a:p>
          <a:r>
            <a:rPr lang="en-US" sz="2000"/>
            <a:t>Carry pregnancy themselves  </a:t>
          </a:r>
          <a:r>
            <a:rPr lang="en-US" sz="2000" b="1"/>
            <a:t>or</a:t>
          </a:r>
        </a:p>
      </dgm:t>
    </dgm:pt>
    <dgm:pt modelId="{D961C240-4672-4C7C-83AD-C4E33686D848}" type="parTrans" cxnId="{20C8B4C2-E14A-470F-B790-C92D90E2D32E}">
      <dgm:prSet/>
      <dgm:spPr/>
      <dgm:t>
        <a:bodyPr/>
        <a:lstStyle/>
        <a:p>
          <a:endParaRPr lang="en-US"/>
        </a:p>
      </dgm:t>
    </dgm:pt>
    <dgm:pt modelId="{263ECC65-0EA6-47CD-BF30-8549342E5272}" type="sibTrans" cxnId="{20C8B4C2-E14A-470F-B790-C92D90E2D32E}">
      <dgm:prSet/>
      <dgm:spPr/>
      <dgm:t>
        <a:bodyPr/>
        <a:lstStyle/>
        <a:p>
          <a:endParaRPr lang="en-US"/>
        </a:p>
      </dgm:t>
    </dgm:pt>
    <dgm:pt modelId="{A67E17E1-F4C4-464F-A271-A81DA3894BEE}">
      <dgm:prSet custT="1"/>
      <dgm:spPr/>
      <dgm:t>
        <a:bodyPr/>
        <a:lstStyle/>
        <a:p>
          <a:r>
            <a:rPr lang="en-US" sz="2000"/>
            <a:t>IVF with embryo transfer to a Partner / Surrogate</a:t>
          </a:r>
        </a:p>
      </dgm:t>
    </dgm:pt>
    <dgm:pt modelId="{B2565268-9EC5-4B7B-827D-37C64C27CE80}" type="parTrans" cxnId="{D9951CD0-D40B-47C8-BEAB-7E37DBD323E7}">
      <dgm:prSet/>
      <dgm:spPr/>
      <dgm:t>
        <a:bodyPr/>
        <a:lstStyle/>
        <a:p>
          <a:endParaRPr lang="en-US"/>
        </a:p>
      </dgm:t>
    </dgm:pt>
    <dgm:pt modelId="{88791DAE-38B1-4261-9317-8CCF4AA1E35C}" type="sibTrans" cxnId="{D9951CD0-D40B-47C8-BEAB-7E37DBD323E7}">
      <dgm:prSet/>
      <dgm:spPr/>
      <dgm:t>
        <a:bodyPr/>
        <a:lstStyle/>
        <a:p>
          <a:endParaRPr lang="en-US"/>
        </a:p>
      </dgm:t>
    </dgm:pt>
    <dgm:pt modelId="{555CE35E-8F6D-4192-9DD5-1DA4DB05F2D9}">
      <dgm:prSet custT="1"/>
      <dgm:spPr/>
      <dgm:t>
        <a:bodyPr/>
        <a:lstStyle/>
        <a:p>
          <a:r>
            <a:rPr lang="en-US" sz="2000"/>
            <a:t>Pregnancy: Can Trigger </a:t>
          </a:r>
          <a:r>
            <a:rPr lang="en-US" sz="2000">
              <a:solidFill>
                <a:srgbClr val="FF0000"/>
              </a:solidFill>
            </a:rPr>
            <a:t>Dysphoria</a:t>
          </a:r>
          <a:r>
            <a:rPr lang="en-US" sz="2000"/>
            <a:t> or Isolation</a:t>
          </a:r>
        </a:p>
      </dgm:t>
    </dgm:pt>
    <dgm:pt modelId="{B5C02E94-00A8-4312-ADF9-A4B9B24DCCE4}" type="parTrans" cxnId="{DA5EBD0D-228C-4766-A36C-104449290AED}">
      <dgm:prSet/>
      <dgm:spPr/>
      <dgm:t>
        <a:bodyPr/>
        <a:lstStyle/>
        <a:p>
          <a:endParaRPr lang="en-US"/>
        </a:p>
      </dgm:t>
    </dgm:pt>
    <dgm:pt modelId="{F6DBE45D-CEC8-4C70-ABA4-8E67ECB4AA17}" type="sibTrans" cxnId="{DA5EBD0D-228C-4766-A36C-104449290AED}">
      <dgm:prSet/>
      <dgm:spPr/>
      <dgm:t>
        <a:bodyPr/>
        <a:lstStyle/>
        <a:p>
          <a:endParaRPr lang="en-US"/>
        </a:p>
      </dgm:t>
    </dgm:pt>
    <dgm:pt modelId="{1E8CF4F5-6234-4F71-A4CB-5ADBF6B5B07B}">
      <dgm:prSet custT="1"/>
      <dgm:spPr/>
      <dgm:t>
        <a:bodyPr/>
        <a:lstStyle/>
        <a:p>
          <a:r>
            <a:rPr lang="en-US" sz="2000"/>
            <a:t>No Testosterone - </a:t>
          </a:r>
          <a:r>
            <a:rPr lang="en-US" sz="2000">
              <a:solidFill>
                <a:srgbClr val="0070C0"/>
              </a:solidFill>
            </a:rPr>
            <a:t>Chest feeding </a:t>
          </a:r>
          <a:r>
            <a:rPr lang="en-US" sz="2000"/>
            <a:t>planned</a:t>
          </a:r>
        </a:p>
      </dgm:t>
    </dgm:pt>
    <dgm:pt modelId="{F153D6DF-0376-43D6-A3E7-A6953C57F98D}" type="parTrans" cxnId="{29E71155-62E5-417C-9B03-7A78023DD927}">
      <dgm:prSet/>
      <dgm:spPr/>
      <dgm:t>
        <a:bodyPr/>
        <a:lstStyle/>
        <a:p>
          <a:endParaRPr lang="en-US"/>
        </a:p>
      </dgm:t>
    </dgm:pt>
    <dgm:pt modelId="{11173187-94C0-4C84-B017-F4A30CDC2DEE}" type="sibTrans" cxnId="{29E71155-62E5-417C-9B03-7A78023DD927}">
      <dgm:prSet/>
      <dgm:spPr/>
      <dgm:t>
        <a:bodyPr/>
        <a:lstStyle/>
        <a:p>
          <a:endParaRPr lang="en-US"/>
        </a:p>
      </dgm:t>
    </dgm:pt>
    <dgm:pt modelId="{49CF6918-6EE0-4ADB-AD4E-1F4CC8EA8002}">
      <dgm:prSet custT="1"/>
      <dgm:spPr/>
      <dgm:t>
        <a:bodyPr/>
        <a:lstStyle/>
        <a:p>
          <a:pPr algn="ctr"/>
          <a:r>
            <a:rPr lang="en-US" sz="3600"/>
            <a:t>     </a:t>
          </a:r>
          <a:r>
            <a:rPr lang="en-US" sz="3600" b="1"/>
            <a:t>Transmasculine</a:t>
          </a:r>
          <a:r>
            <a:rPr lang="en-US" sz="3600"/>
            <a:t>:                       </a:t>
          </a:r>
          <a:r>
            <a:rPr lang="en-US" sz="2800"/>
            <a:t>Fertility and Pregnancy</a:t>
          </a:r>
        </a:p>
      </dgm:t>
    </dgm:pt>
    <dgm:pt modelId="{B922935C-7D8A-4FBF-A645-2D95CC450BF8}" type="parTrans" cxnId="{573210A2-F498-4A8B-8C24-46FAE93BA4DF}">
      <dgm:prSet/>
      <dgm:spPr/>
      <dgm:t>
        <a:bodyPr/>
        <a:lstStyle/>
        <a:p>
          <a:endParaRPr lang="en-US"/>
        </a:p>
      </dgm:t>
    </dgm:pt>
    <dgm:pt modelId="{EC602CAD-2BEF-4A99-BF30-B8C04E8C0EB9}" type="sibTrans" cxnId="{573210A2-F498-4A8B-8C24-46FAE93BA4DF}">
      <dgm:prSet/>
      <dgm:spPr/>
      <dgm:t>
        <a:bodyPr/>
        <a:lstStyle/>
        <a:p>
          <a:endParaRPr lang="en-US"/>
        </a:p>
      </dgm:t>
    </dgm:pt>
    <dgm:pt modelId="{17D95DD5-EAC4-4CD6-AAEB-FEE0A2B1932C}" type="pres">
      <dgm:prSet presAssocID="{27791CE7-2CDA-4951-A715-A0E2593F5E3D}" presName="linear" presStyleCnt="0">
        <dgm:presLayoutVars>
          <dgm:animLvl val="lvl"/>
          <dgm:resizeHandles val="exact"/>
        </dgm:presLayoutVars>
      </dgm:prSet>
      <dgm:spPr/>
    </dgm:pt>
    <dgm:pt modelId="{3507A967-76F4-4D30-A50F-D2C2B737B826}" type="pres">
      <dgm:prSet presAssocID="{49CF6918-6EE0-4ADB-AD4E-1F4CC8EA8002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9EC46D1A-B55F-4E0B-AA87-C3FD18C7D7D1}" type="pres">
      <dgm:prSet presAssocID="{EC602CAD-2BEF-4A99-BF30-B8C04E8C0EB9}" presName="spacer" presStyleCnt="0"/>
      <dgm:spPr/>
    </dgm:pt>
    <dgm:pt modelId="{97BB12B7-89CA-40B8-B639-ECDBC20345BA}" type="pres">
      <dgm:prSet presAssocID="{BC1E9B8C-8EF2-4F11-BF80-8B99A06CF31D}" presName="parentText" presStyleLbl="node1" presStyleIdx="1" presStyleCnt="7" custLinFactNeighborX="510" custLinFactNeighborY="11401">
        <dgm:presLayoutVars>
          <dgm:chMax val="0"/>
          <dgm:bulletEnabled val="1"/>
        </dgm:presLayoutVars>
      </dgm:prSet>
      <dgm:spPr/>
    </dgm:pt>
    <dgm:pt modelId="{4481F1A4-A7C3-4DB3-89A6-90144415B467}" type="pres">
      <dgm:prSet presAssocID="{E89C1D4B-3E00-4222-9AE7-24332156525A}" presName="spacer" presStyleCnt="0"/>
      <dgm:spPr/>
    </dgm:pt>
    <dgm:pt modelId="{2BB40BBD-9312-400C-8577-811DAEF96BF5}" type="pres">
      <dgm:prSet presAssocID="{7A6E29A2-DB47-436C-ADD7-E29F628AA1D5}" presName="parentText" presStyleLbl="node1" presStyleIdx="2" presStyleCnt="7" custLinFactNeighborX="510" custLinFactNeighborY="11401">
        <dgm:presLayoutVars>
          <dgm:chMax val="0"/>
          <dgm:bulletEnabled val="1"/>
        </dgm:presLayoutVars>
      </dgm:prSet>
      <dgm:spPr/>
    </dgm:pt>
    <dgm:pt modelId="{DA6209E2-9FE2-4694-8332-63ACF0A5D51F}" type="pres">
      <dgm:prSet presAssocID="{02FFB3A7-97A4-4064-BA5A-3D0D42BF5FC6}" presName="spacer" presStyleCnt="0"/>
      <dgm:spPr/>
    </dgm:pt>
    <dgm:pt modelId="{7F7CDBD3-26A9-481A-9DB8-7A9D3DE4B369}" type="pres">
      <dgm:prSet presAssocID="{D12DA899-6A61-4C4C-8AF3-6F50087C8EC7}" presName="parentText" presStyleLbl="node1" presStyleIdx="3" presStyleCnt="7" custLinFactNeighborX="510" custLinFactNeighborY="11401">
        <dgm:presLayoutVars>
          <dgm:chMax val="0"/>
          <dgm:bulletEnabled val="1"/>
        </dgm:presLayoutVars>
      </dgm:prSet>
      <dgm:spPr/>
    </dgm:pt>
    <dgm:pt modelId="{025FE3B0-3D34-40A8-B36B-30D019B9AE9E}" type="pres">
      <dgm:prSet presAssocID="{263ECC65-0EA6-47CD-BF30-8549342E5272}" presName="spacer" presStyleCnt="0"/>
      <dgm:spPr/>
    </dgm:pt>
    <dgm:pt modelId="{1DC22360-A8BC-40EE-9748-EBF0FC178F6A}" type="pres">
      <dgm:prSet presAssocID="{A67E17E1-F4C4-464F-A271-A81DA3894BEE}" presName="parentText" presStyleLbl="node1" presStyleIdx="4" presStyleCnt="7" custLinFactNeighborX="510" custLinFactNeighborY="11401">
        <dgm:presLayoutVars>
          <dgm:chMax val="0"/>
          <dgm:bulletEnabled val="1"/>
        </dgm:presLayoutVars>
      </dgm:prSet>
      <dgm:spPr/>
    </dgm:pt>
    <dgm:pt modelId="{31BD3D3D-253B-4751-BFAA-9D90CC923AA5}" type="pres">
      <dgm:prSet presAssocID="{88791DAE-38B1-4261-9317-8CCF4AA1E35C}" presName="spacer" presStyleCnt="0"/>
      <dgm:spPr/>
    </dgm:pt>
    <dgm:pt modelId="{9166C9FD-9E5D-45FC-A0B8-2ABE3BD0C3EC}" type="pres">
      <dgm:prSet presAssocID="{555CE35E-8F6D-4192-9DD5-1DA4DB05F2D9}" presName="parentText" presStyleLbl="node1" presStyleIdx="5" presStyleCnt="7" custLinFactNeighborX="510" custLinFactNeighborY="11401">
        <dgm:presLayoutVars>
          <dgm:chMax val="0"/>
          <dgm:bulletEnabled val="1"/>
        </dgm:presLayoutVars>
      </dgm:prSet>
      <dgm:spPr/>
    </dgm:pt>
    <dgm:pt modelId="{0D3DD0E7-93B9-4F55-9248-95847EA520F8}" type="pres">
      <dgm:prSet presAssocID="{F6DBE45D-CEC8-4C70-ABA4-8E67ECB4AA17}" presName="spacer" presStyleCnt="0"/>
      <dgm:spPr/>
    </dgm:pt>
    <dgm:pt modelId="{94FEBA1E-2751-40A8-95C5-1D8D3F276F95}" type="pres">
      <dgm:prSet presAssocID="{1E8CF4F5-6234-4F71-A4CB-5ADBF6B5B07B}" presName="parentText" presStyleLbl="node1" presStyleIdx="6" presStyleCnt="7" custLinFactNeighborX="510" custLinFactNeighborY="11401">
        <dgm:presLayoutVars>
          <dgm:chMax val="0"/>
          <dgm:bulletEnabled val="1"/>
        </dgm:presLayoutVars>
      </dgm:prSet>
      <dgm:spPr/>
    </dgm:pt>
  </dgm:ptLst>
  <dgm:cxnLst>
    <dgm:cxn modelId="{4C4EA609-1C1E-4969-8B20-9C9CBEA083AE}" type="presOf" srcId="{49CF6918-6EE0-4ADB-AD4E-1F4CC8EA8002}" destId="{3507A967-76F4-4D30-A50F-D2C2B737B826}" srcOrd="0" destOrd="0" presId="urn:microsoft.com/office/officeart/2005/8/layout/vList2"/>
    <dgm:cxn modelId="{DA5EBD0D-228C-4766-A36C-104449290AED}" srcId="{27791CE7-2CDA-4951-A715-A0E2593F5E3D}" destId="{555CE35E-8F6D-4192-9DD5-1DA4DB05F2D9}" srcOrd="5" destOrd="0" parTransId="{B5C02E94-00A8-4312-ADF9-A4B9B24DCCE4}" sibTransId="{F6DBE45D-CEC8-4C70-ABA4-8E67ECB4AA17}"/>
    <dgm:cxn modelId="{92FD9E14-43AE-4F63-A22B-EAE168ED5108}" srcId="{27791CE7-2CDA-4951-A715-A0E2593F5E3D}" destId="{7A6E29A2-DB47-436C-ADD7-E29F628AA1D5}" srcOrd="2" destOrd="0" parTransId="{BDEAA3B4-DB5C-4FB5-9167-62DF5D7CCFFA}" sibTransId="{02FFB3A7-97A4-4064-BA5A-3D0D42BF5FC6}"/>
    <dgm:cxn modelId="{6DC2D01F-66B2-436D-94FD-E8235BBD3863}" type="presOf" srcId="{7A6E29A2-DB47-436C-ADD7-E29F628AA1D5}" destId="{2BB40BBD-9312-400C-8577-811DAEF96BF5}" srcOrd="0" destOrd="0" presId="urn:microsoft.com/office/officeart/2005/8/layout/vList2"/>
    <dgm:cxn modelId="{175C9C34-E531-42EF-A1A4-B15F0A8ECDD3}" type="presOf" srcId="{1E8CF4F5-6234-4F71-A4CB-5ADBF6B5B07B}" destId="{94FEBA1E-2751-40A8-95C5-1D8D3F276F95}" srcOrd="0" destOrd="0" presId="urn:microsoft.com/office/officeart/2005/8/layout/vList2"/>
    <dgm:cxn modelId="{B080D034-2D20-43F0-9D72-8EA001E7E761}" type="presOf" srcId="{A67E17E1-F4C4-464F-A271-A81DA3894BEE}" destId="{1DC22360-A8BC-40EE-9748-EBF0FC178F6A}" srcOrd="0" destOrd="0" presId="urn:microsoft.com/office/officeart/2005/8/layout/vList2"/>
    <dgm:cxn modelId="{EF32F341-822A-4729-8EEE-385F2F785387}" type="presOf" srcId="{555CE35E-8F6D-4192-9DD5-1DA4DB05F2D9}" destId="{9166C9FD-9E5D-45FC-A0B8-2ABE3BD0C3EC}" srcOrd="0" destOrd="0" presId="urn:microsoft.com/office/officeart/2005/8/layout/vList2"/>
    <dgm:cxn modelId="{29E71155-62E5-417C-9B03-7A78023DD927}" srcId="{27791CE7-2CDA-4951-A715-A0E2593F5E3D}" destId="{1E8CF4F5-6234-4F71-A4CB-5ADBF6B5B07B}" srcOrd="6" destOrd="0" parTransId="{F153D6DF-0376-43D6-A3E7-A6953C57F98D}" sibTransId="{11173187-94C0-4C84-B017-F4A30CDC2DEE}"/>
    <dgm:cxn modelId="{22989192-1205-479E-AD0E-F8181A733D39}" srcId="{27791CE7-2CDA-4951-A715-A0E2593F5E3D}" destId="{BC1E9B8C-8EF2-4F11-BF80-8B99A06CF31D}" srcOrd="1" destOrd="0" parTransId="{741288A6-C271-468D-B9E8-A11B2B7E0FD3}" sibTransId="{E89C1D4B-3E00-4222-9AE7-24332156525A}"/>
    <dgm:cxn modelId="{573210A2-F498-4A8B-8C24-46FAE93BA4DF}" srcId="{27791CE7-2CDA-4951-A715-A0E2593F5E3D}" destId="{49CF6918-6EE0-4ADB-AD4E-1F4CC8EA8002}" srcOrd="0" destOrd="0" parTransId="{B922935C-7D8A-4FBF-A645-2D95CC450BF8}" sibTransId="{EC602CAD-2BEF-4A99-BF30-B8C04E8C0EB9}"/>
    <dgm:cxn modelId="{E1E553A3-4B8B-48E4-B673-D26E720C3CD1}" type="presOf" srcId="{D12DA899-6A61-4C4C-8AF3-6F50087C8EC7}" destId="{7F7CDBD3-26A9-481A-9DB8-7A9D3DE4B369}" srcOrd="0" destOrd="0" presId="urn:microsoft.com/office/officeart/2005/8/layout/vList2"/>
    <dgm:cxn modelId="{20C8B4C2-E14A-470F-B790-C92D90E2D32E}" srcId="{27791CE7-2CDA-4951-A715-A0E2593F5E3D}" destId="{D12DA899-6A61-4C4C-8AF3-6F50087C8EC7}" srcOrd="3" destOrd="0" parTransId="{D961C240-4672-4C7C-83AD-C4E33686D848}" sibTransId="{263ECC65-0EA6-47CD-BF30-8549342E5272}"/>
    <dgm:cxn modelId="{EF0997CE-8B48-4CB5-9D77-6BAADD9B8715}" type="presOf" srcId="{27791CE7-2CDA-4951-A715-A0E2593F5E3D}" destId="{17D95DD5-EAC4-4CD6-AAEB-FEE0A2B1932C}" srcOrd="0" destOrd="0" presId="urn:microsoft.com/office/officeart/2005/8/layout/vList2"/>
    <dgm:cxn modelId="{D9951CD0-D40B-47C8-BEAB-7E37DBD323E7}" srcId="{27791CE7-2CDA-4951-A715-A0E2593F5E3D}" destId="{A67E17E1-F4C4-464F-A271-A81DA3894BEE}" srcOrd="4" destOrd="0" parTransId="{B2565268-9EC5-4B7B-827D-37C64C27CE80}" sibTransId="{88791DAE-38B1-4261-9317-8CCF4AA1E35C}"/>
    <dgm:cxn modelId="{B2087BDA-B09C-4B91-A7F8-184AFAD11182}" type="presOf" srcId="{BC1E9B8C-8EF2-4F11-BF80-8B99A06CF31D}" destId="{97BB12B7-89CA-40B8-B639-ECDBC20345BA}" srcOrd="0" destOrd="0" presId="urn:microsoft.com/office/officeart/2005/8/layout/vList2"/>
    <dgm:cxn modelId="{8060223C-A91B-4934-928E-099B5DE72724}" type="presParOf" srcId="{17D95DD5-EAC4-4CD6-AAEB-FEE0A2B1932C}" destId="{3507A967-76F4-4D30-A50F-D2C2B737B826}" srcOrd="0" destOrd="0" presId="urn:microsoft.com/office/officeart/2005/8/layout/vList2"/>
    <dgm:cxn modelId="{E041FB3F-4AFE-41E5-9576-3D7C3BD885C5}" type="presParOf" srcId="{17D95DD5-EAC4-4CD6-AAEB-FEE0A2B1932C}" destId="{9EC46D1A-B55F-4E0B-AA87-C3FD18C7D7D1}" srcOrd="1" destOrd="0" presId="urn:microsoft.com/office/officeart/2005/8/layout/vList2"/>
    <dgm:cxn modelId="{701D722A-FC0D-4848-BF9E-6990D1CB6A69}" type="presParOf" srcId="{17D95DD5-EAC4-4CD6-AAEB-FEE0A2B1932C}" destId="{97BB12B7-89CA-40B8-B639-ECDBC20345BA}" srcOrd="2" destOrd="0" presId="urn:microsoft.com/office/officeart/2005/8/layout/vList2"/>
    <dgm:cxn modelId="{A63E19F2-F4A6-4DE0-BA97-4D5FAB9956A2}" type="presParOf" srcId="{17D95DD5-EAC4-4CD6-AAEB-FEE0A2B1932C}" destId="{4481F1A4-A7C3-4DB3-89A6-90144415B467}" srcOrd="3" destOrd="0" presId="urn:microsoft.com/office/officeart/2005/8/layout/vList2"/>
    <dgm:cxn modelId="{41717AD1-5BA0-4C20-A2FD-5580D5E36C27}" type="presParOf" srcId="{17D95DD5-EAC4-4CD6-AAEB-FEE0A2B1932C}" destId="{2BB40BBD-9312-400C-8577-811DAEF96BF5}" srcOrd="4" destOrd="0" presId="urn:microsoft.com/office/officeart/2005/8/layout/vList2"/>
    <dgm:cxn modelId="{F70EF13B-1D18-4842-9DB9-4973ABCEFF45}" type="presParOf" srcId="{17D95DD5-EAC4-4CD6-AAEB-FEE0A2B1932C}" destId="{DA6209E2-9FE2-4694-8332-63ACF0A5D51F}" srcOrd="5" destOrd="0" presId="urn:microsoft.com/office/officeart/2005/8/layout/vList2"/>
    <dgm:cxn modelId="{2FE49149-9C5F-45F2-BE19-A7B1DF863D8A}" type="presParOf" srcId="{17D95DD5-EAC4-4CD6-AAEB-FEE0A2B1932C}" destId="{7F7CDBD3-26A9-481A-9DB8-7A9D3DE4B369}" srcOrd="6" destOrd="0" presId="urn:microsoft.com/office/officeart/2005/8/layout/vList2"/>
    <dgm:cxn modelId="{564D13E7-8E89-4697-A306-B344507CCF2B}" type="presParOf" srcId="{17D95DD5-EAC4-4CD6-AAEB-FEE0A2B1932C}" destId="{025FE3B0-3D34-40A8-B36B-30D019B9AE9E}" srcOrd="7" destOrd="0" presId="urn:microsoft.com/office/officeart/2005/8/layout/vList2"/>
    <dgm:cxn modelId="{E078E73F-4831-46AE-876A-C89417EEF058}" type="presParOf" srcId="{17D95DD5-EAC4-4CD6-AAEB-FEE0A2B1932C}" destId="{1DC22360-A8BC-40EE-9748-EBF0FC178F6A}" srcOrd="8" destOrd="0" presId="urn:microsoft.com/office/officeart/2005/8/layout/vList2"/>
    <dgm:cxn modelId="{2A3D8C42-BD3F-4BC2-995A-D2F5F27BFD69}" type="presParOf" srcId="{17D95DD5-EAC4-4CD6-AAEB-FEE0A2B1932C}" destId="{31BD3D3D-253B-4751-BFAA-9D90CC923AA5}" srcOrd="9" destOrd="0" presId="urn:microsoft.com/office/officeart/2005/8/layout/vList2"/>
    <dgm:cxn modelId="{BAF9B9C0-62A0-489E-A27E-DE2596845641}" type="presParOf" srcId="{17D95DD5-EAC4-4CD6-AAEB-FEE0A2B1932C}" destId="{9166C9FD-9E5D-45FC-A0B8-2ABE3BD0C3EC}" srcOrd="10" destOrd="0" presId="urn:microsoft.com/office/officeart/2005/8/layout/vList2"/>
    <dgm:cxn modelId="{EB855CB9-1E61-4892-BE57-8B54C41D7CE7}" type="presParOf" srcId="{17D95DD5-EAC4-4CD6-AAEB-FEE0A2B1932C}" destId="{0D3DD0E7-93B9-4F55-9248-95847EA520F8}" srcOrd="11" destOrd="0" presId="urn:microsoft.com/office/officeart/2005/8/layout/vList2"/>
    <dgm:cxn modelId="{9B1C4476-27C4-4536-981D-F41036CA9CDC}" type="presParOf" srcId="{17D95DD5-EAC4-4CD6-AAEB-FEE0A2B1932C}" destId="{94FEBA1E-2751-40A8-95C5-1D8D3F276F95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2545EE59-7CFA-4D98-91AB-64F965BF56F0}" type="doc">
      <dgm:prSet loTypeId="urn:microsoft.com/office/officeart/2005/8/layout/hierarchy3" loCatId="hierarchy" qsTypeId="urn:microsoft.com/office/officeart/2005/8/quickstyle/simple3#3" qsCatId="simple" csTypeId="urn:microsoft.com/office/officeart/2005/8/colors/colorful1#9" csCatId="colorful"/>
      <dgm:spPr/>
      <dgm:t>
        <a:bodyPr/>
        <a:lstStyle/>
        <a:p>
          <a:endParaRPr lang="en-US"/>
        </a:p>
      </dgm:t>
    </dgm:pt>
    <dgm:pt modelId="{81AAC121-1B21-4D00-8A4A-92742258B5B0}">
      <dgm:prSet/>
      <dgm:spPr/>
      <dgm:t>
        <a:bodyPr/>
        <a:lstStyle/>
        <a:p>
          <a:r>
            <a:rPr lang="en-US"/>
            <a:t>SIDE EFFECTS:</a:t>
          </a:r>
        </a:p>
      </dgm:t>
    </dgm:pt>
    <dgm:pt modelId="{BFEB9893-2FE2-4EEC-9429-02E624974552}" type="parTrans" cxnId="{6EE28E5B-C57B-4E08-89F5-16B50BF204B2}">
      <dgm:prSet/>
      <dgm:spPr/>
      <dgm:t>
        <a:bodyPr/>
        <a:lstStyle/>
        <a:p>
          <a:endParaRPr lang="en-US"/>
        </a:p>
      </dgm:t>
    </dgm:pt>
    <dgm:pt modelId="{E13EFFD1-D316-4352-8F64-F462E34BE648}" type="sibTrans" cxnId="{6EE28E5B-C57B-4E08-89F5-16B50BF204B2}">
      <dgm:prSet/>
      <dgm:spPr/>
      <dgm:t>
        <a:bodyPr/>
        <a:lstStyle/>
        <a:p>
          <a:endParaRPr lang="en-US"/>
        </a:p>
      </dgm:t>
    </dgm:pt>
    <dgm:pt modelId="{0B280ADB-E549-448E-A9BC-1DB81DB5A3E1}">
      <dgm:prSet custT="1"/>
      <dgm:spPr/>
      <dgm:t>
        <a:bodyPr/>
        <a:lstStyle/>
        <a:p>
          <a:r>
            <a:rPr lang="en-US" sz="2000"/>
            <a:t>Breast Growth</a:t>
          </a:r>
        </a:p>
      </dgm:t>
    </dgm:pt>
    <dgm:pt modelId="{394AAF77-FA77-49F3-BFDB-47C93C1F9272}" type="parTrans" cxnId="{4E645D90-1E63-4460-A248-858A1114785C}">
      <dgm:prSet/>
      <dgm:spPr/>
      <dgm:t>
        <a:bodyPr/>
        <a:lstStyle/>
        <a:p>
          <a:endParaRPr lang="en-US"/>
        </a:p>
      </dgm:t>
    </dgm:pt>
    <dgm:pt modelId="{84B925A7-4875-407A-89F4-CDBA0DFF9BED}" type="sibTrans" cxnId="{4E645D90-1E63-4460-A248-858A1114785C}">
      <dgm:prSet/>
      <dgm:spPr/>
      <dgm:t>
        <a:bodyPr/>
        <a:lstStyle/>
        <a:p>
          <a:endParaRPr lang="en-US"/>
        </a:p>
      </dgm:t>
    </dgm:pt>
    <dgm:pt modelId="{353E65D6-A036-4713-A5C7-7B97D6ABCCD6}">
      <dgm:prSet custT="1"/>
      <dgm:spPr/>
      <dgm:t>
        <a:bodyPr/>
        <a:lstStyle/>
        <a:p>
          <a:r>
            <a:rPr lang="en-US" sz="2000"/>
            <a:t>Decreased Erectile Function</a:t>
          </a:r>
        </a:p>
      </dgm:t>
    </dgm:pt>
    <dgm:pt modelId="{0E18D955-621F-41D6-8C4D-A46D3CDC8F99}" type="parTrans" cxnId="{36A3E1E0-52BA-4152-9CC7-17BA8492709D}">
      <dgm:prSet/>
      <dgm:spPr/>
      <dgm:t>
        <a:bodyPr/>
        <a:lstStyle/>
        <a:p>
          <a:endParaRPr lang="en-US"/>
        </a:p>
      </dgm:t>
    </dgm:pt>
    <dgm:pt modelId="{48E88C33-3F72-4E6D-BCEF-4DA743DDB985}" type="sibTrans" cxnId="{36A3E1E0-52BA-4152-9CC7-17BA8492709D}">
      <dgm:prSet/>
      <dgm:spPr/>
      <dgm:t>
        <a:bodyPr/>
        <a:lstStyle/>
        <a:p>
          <a:endParaRPr lang="en-US"/>
        </a:p>
      </dgm:t>
    </dgm:pt>
    <dgm:pt modelId="{711D5700-0B6C-450A-BC5F-36D6BE29F41E}">
      <dgm:prSet custT="1"/>
      <dgm:spPr/>
      <dgm:t>
        <a:bodyPr/>
        <a:lstStyle/>
        <a:p>
          <a:r>
            <a:rPr lang="en-US" sz="2000"/>
            <a:t>Increased Body Fat</a:t>
          </a:r>
        </a:p>
      </dgm:t>
    </dgm:pt>
    <dgm:pt modelId="{864E3BDB-040E-4AEC-B416-B8607A3B6B3A}" type="parTrans" cxnId="{83E89654-3566-4071-8028-42CB18BD4FFF}">
      <dgm:prSet/>
      <dgm:spPr/>
      <dgm:t>
        <a:bodyPr/>
        <a:lstStyle/>
        <a:p>
          <a:endParaRPr lang="en-US"/>
        </a:p>
      </dgm:t>
    </dgm:pt>
    <dgm:pt modelId="{380ADE74-206F-400D-9FD2-06FF1810C873}" type="sibTrans" cxnId="{83E89654-3566-4071-8028-42CB18BD4FFF}">
      <dgm:prSet/>
      <dgm:spPr/>
      <dgm:t>
        <a:bodyPr/>
        <a:lstStyle/>
        <a:p>
          <a:endParaRPr lang="en-US"/>
        </a:p>
      </dgm:t>
    </dgm:pt>
    <dgm:pt modelId="{6D266A5B-A04A-4049-B99B-AF8467587C56}">
      <dgm:prSet custT="1"/>
      <dgm:spPr/>
      <dgm:t>
        <a:bodyPr/>
        <a:lstStyle/>
        <a:p>
          <a:r>
            <a:rPr lang="en-US" sz="2000"/>
            <a:t>Decreased Testicular Size</a:t>
          </a:r>
        </a:p>
      </dgm:t>
    </dgm:pt>
    <dgm:pt modelId="{C7BA8B66-B37A-4553-A90A-AAC16A6EF2B3}" type="parTrans" cxnId="{1C4512B7-521C-42D6-BA92-ED61636D5599}">
      <dgm:prSet/>
      <dgm:spPr/>
      <dgm:t>
        <a:bodyPr/>
        <a:lstStyle/>
        <a:p>
          <a:endParaRPr lang="en-US"/>
        </a:p>
      </dgm:t>
    </dgm:pt>
    <dgm:pt modelId="{59D006D3-BB56-4F3E-B753-B885BC912C0B}" type="sibTrans" cxnId="{1C4512B7-521C-42D6-BA92-ED61636D5599}">
      <dgm:prSet/>
      <dgm:spPr/>
      <dgm:t>
        <a:bodyPr/>
        <a:lstStyle/>
        <a:p>
          <a:endParaRPr lang="en-US"/>
        </a:p>
      </dgm:t>
    </dgm:pt>
    <dgm:pt modelId="{B895D355-1718-4292-B60A-A6B72AE6F86E}" type="pres">
      <dgm:prSet presAssocID="{2545EE59-7CFA-4D98-91AB-64F965BF56F0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F2DD94B-F1D4-4938-B8EA-6A961556D678}" type="pres">
      <dgm:prSet presAssocID="{81AAC121-1B21-4D00-8A4A-92742258B5B0}" presName="root" presStyleCnt="0"/>
      <dgm:spPr/>
    </dgm:pt>
    <dgm:pt modelId="{DF76FD08-1AB4-4FC0-82CA-C42C2A339EB1}" type="pres">
      <dgm:prSet presAssocID="{81AAC121-1B21-4D00-8A4A-92742258B5B0}" presName="rootComposite" presStyleCnt="0"/>
      <dgm:spPr/>
    </dgm:pt>
    <dgm:pt modelId="{E61DEFAB-BEFC-44EE-8CDB-C71204409616}" type="pres">
      <dgm:prSet presAssocID="{81AAC121-1B21-4D00-8A4A-92742258B5B0}" presName="rootText" presStyleLbl="node1" presStyleIdx="0" presStyleCnt="1"/>
      <dgm:spPr/>
    </dgm:pt>
    <dgm:pt modelId="{215CE13F-D2B2-46DF-88E1-86E9FBD3CBFB}" type="pres">
      <dgm:prSet presAssocID="{81AAC121-1B21-4D00-8A4A-92742258B5B0}" presName="rootConnector" presStyleLbl="node1" presStyleIdx="0" presStyleCnt="1"/>
      <dgm:spPr/>
    </dgm:pt>
    <dgm:pt modelId="{4B1B6E30-87D4-44F4-8E53-1A3BA9CE43DE}" type="pres">
      <dgm:prSet presAssocID="{81AAC121-1B21-4D00-8A4A-92742258B5B0}" presName="childShape" presStyleCnt="0"/>
      <dgm:spPr/>
    </dgm:pt>
    <dgm:pt modelId="{3EC1E11A-F023-4ACD-9912-EE241CDC9757}" type="pres">
      <dgm:prSet presAssocID="{394AAF77-FA77-49F3-BFDB-47C93C1F9272}" presName="Name13" presStyleLbl="parChTrans1D2" presStyleIdx="0" presStyleCnt="4"/>
      <dgm:spPr/>
    </dgm:pt>
    <dgm:pt modelId="{59BFA90C-1189-4068-9DDE-CEFC0ABCEBBF}" type="pres">
      <dgm:prSet presAssocID="{0B280ADB-E549-448E-A9BC-1DB81DB5A3E1}" presName="childText" presStyleLbl="bgAcc1" presStyleIdx="0" presStyleCnt="4">
        <dgm:presLayoutVars>
          <dgm:bulletEnabled val="1"/>
        </dgm:presLayoutVars>
      </dgm:prSet>
      <dgm:spPr/>
    </dgm:pt>
    <dgm:pt modelId="{F569AA27-90C9-4137-B043-8D47EC5CD925}" type="pres">
      <dgm:prSet presAssocID="{0E18D955-621F-41D6-8C4D-A46D3CDC8F99}" presName="Name13" presStyleLbl="parChTrans1D2" presStyleIdx="1" presStyleCnt="4"/>
      <dgm:spPr/>
    </dgm:pt>
    <dgm:pt modelId="{2F572984-FA62-4F2A-8B17-60A79D62296C}" type="pres">
      <dgm:prSet presAssocID="{353E65D6-A036-4713-A5C7-7B97D6ABCCD6}" presName="childText" presStyleLbl="bgAcc1" presStyleIdx="1" presStyleCnt="4">
        <dgm:presLayoutVars>
          <dgm:bulletEnabled val="1"/>
        </dgm:presLayoutVars>
      </dgm:prSet>
      <dgm:spPr/>
    </dgm:pt>
    <dgm:pt modelId="{5F24DBF2-1D81-47B3-946C-6901B4EF8D6D}" type="pres">
      <dgm:prSet presAssocID="{864E3BDB-040E-4AEC-B416-B8607A3B6B3A}" presName="Name13" presStyleLbl="parChTrans1D2" presStyleIdx="2" presStyleCnt="4"/>
      <dgm:spPr/>
    </dgm:pt>
    <dgm:pt modelId="{F977649E-E8D7-4713-9F53-D618CE0B6854}" type="pres">
      <dgm:prSet presAssocID="{711D5700-0B6C-450A-BC5F-36D6BE29F41E}" presName="childText" presStyleLbl="bgAcc1" presStyleIdx="2" presStyleCnt="4">
        <dgm:presLayoutVars>
          <dgm:bulletEnabled val="1"/>
        </dgm:presLayoutVars>
      </dgm:prSet>
      <dgm:spPr/>
    </dgm:pt>
    <dgm:pt modelId="{BC4665D7-E698-4A80-8CD9-91C98CFFA719}" type="pres">
      <dgm:prSet presAssocID="{C7BA8B66-B37A-4553-A90A-AAC16A6EF2B3}" presName="Name13" presStyleLbl="parChTrans1D2" presStyleIdx="3" presStyleCnt="4"/>
      <dgm:spPr/>
    </dgm:pt>
    <dgm:pt modelId="{0DD83F9C-915A-457E-88D1-F8E34A18196D}" type="pres">
      <dgm:prSet presAssocID="{6D266A5B-A04A-4049-B99B-AF8467587C56}" presName="childText" presStyleLbl="bgAcc1" presStyleIdx="3" presStyleCnt="4">
        <dgm:presLayoutVars>
          <dgm:bulletEnabled val="1"/>
        </dgm:presLayoutVars>
      </dgm:prSet>
      <dgm:spPr/>
    </dgm:pt>
  </dgm:ptLst>
  <dgm:cxnLst>
    <dgm:cxn modelId="{9B1A0F10-469F-4D30-B474-F0E43FD96224}" type="presOf" srcId="{394AAF77-FA77-49F3-BFDB-47C93C1F9272}" destId="{3EC1E11A-F023-4ACD-9912-EE241CDC9757}" srcOrd="0" destOrd="0" presId="urn:microsoft.com/office/officeart/2005/8/layout/hierarchy3"/>
    <dgm:cxn modelId="{210F8421-FEED-4BD6-84B7-C58A4BF1BB08}" type="presOf" srcId="{81AAC121-1B21-4D00-8A4A-92742258B5B0}" destId="{E61DEFAB-BEFC-44EE-8CDB-C71204409616}" srcOrd="0" destOrd="0" presId="urn:microsoft.com/office/officeart/2005/8/layout/hierarchy3"/>
    <dgm:cxn modelId="{9871602F-1345-4CE1-9A01-84B178852435}" type="presOf" srcId="{81AAC121-1B21-4D00-8A4A-92742258B5B0}" destId="{215CE13F-D2B2-46DF-88E1-86E9FBD3CBFB}" srcOrd="1" destOrd="0" presId="urn:microsoft.com/office/officeart/2005/8/layout/hierarchy3"/>
    <dgm:cxn modelId="{72045D32-B8CD-4327-85D5-DC983F1678D6}" type="presOf" srcId="{0B280ADB-E549-448E-A9BC-1DB81DB5A3E1}" destId="{59BFA90C-1189-4068-9DDE-CEFC0ABCEBBF}" srcOrd="0" destOrd="0" presId="urn:microsoft.com/office/officeart/2005/8/layout/hierarchy3"/>
    <dgm:cxn modelId="{6EE28E5B-C57B-4E08-89F5-16B50BF204B2}" srcId="{2545EE59-7CFA-4D98-91AB-64F965BF56F0}" destId="{81AAC121-1B21-4D00-8A4A-92742258B5B0}" srcOrd="0" destOrd="0" parTransId="{BFEB9893-2FE2-4EEC-9429-02E624974552}" sibTransId="{E13EFFD1-D316-4352-8F64-F462E34BE648}"/>
    <dgm:cxn modelId="{06DBE342-075A-4349-B831-F0A9CBDDD64F}" type="presOf" srcId="{711D5700-0B6C-450A-BC5F-36D6BE29F41E}" destId="{F977649E-E8D7-4713-9F53-D618CE0B6854}" srcOrd="0" destOrd="0" presId="urn:microsoft.com/office/officeart/2005/8/layout/hierarchy3"/>
    <dgm:cxn modelId="{30C77E4B-D7D8-4F9A-B021-F6B89676BAE0}" type="presOf" srcId="{864E3BDB-040E-4AEC-B416-B8607A3B6B3A}" destId="{5F24DBF2-1D81-47B3-946C-6901B4EF8D6D}" srcOrd="0" destOrd="0" presId="urn:microsoft.com/office/officeart/2005/8/layout/hierarchy3"/>
    <dgm:cxn modelId="{83E89654-3566-4071-8028-42CB18BD4FFF}" srcId="{81AAC121-1B21-4D00-8A4A-92742258B5B0}" destId="{711D5700-0B6C-450A-BC5F-36D6BE29F41E}" srcOrd="2" destOrd="0" parTransId="{864E3BDB-040E-4AEC-B416-B8607A3B6B3A}" sibTransId="{380ADE74-206F-400D-9FD2-06FF1810C873}"/>
    <dgm:cxn modelId="{96F3638F-CD29-47DF-BAE1-EDEE1F32CC9D}" type="presOf" srcId="{C7BA8B66-B37A-4553-A90A-AAC16A6EF2B3}" destId="{BC4665D7-E698-4A80-8CD9-91C98CFFA719}" srcOrd="0" destOrd="0" presId="urn:microsoft.com/office/officeart/2005/8/layout/hierarchy3"/>
    <dgm:cxn modelId="{4E645D90-1E63-4460-A248-858A1114785C}" srcId="{81AAC121-1B21-4D00-8A4A-92742258B5B0}" destId="{0B280ADB-E549-448E-A9BC-1DB81DB5A3E1}" srcOrd="0" destOrd="0" parTransId="{394AAF77-FA77-49F3-BFDB-47C93C1F9272}" sibTransId="{84B925A7-4875-407A-89F4-CDBA0DFF9BED}"/>
    <dgm:cxn modelId="{25C360B2-7BD3-4BBF-9679-269B45A7702A}" type="presOf" srcId="{6D266A5B-A04A-4049-B99B-AF8467587C56}" destId="{0DD83F9C-915A-457E-88D1-F8E34A18196D}" srcOrd="0" destOrd="0" presId="urn:microsoft.com/office/officeart/2005/8/layout/hierarchy3"/>
    <dgm:cxn modelId="{1C4512B7-521C-42D6-BA92-ED61636D5599}" srcId="{81AAC121-1B21-4D00-8A4A-92742258B5B0}" destId="{6D266A5B-A04A-4049-B99B-AF8467587C56}" srcOrd="3" destOrd="0" parTransId="{C7BA8B66-B37A-4553-A90A-AAC16A6EF2B3}" sibTransId="{59D006D3-BB56-4F3E-B753-B885BC912C0B}"/>
    <dgm:cxn modelId="{509F03C4-221E-4CE4-87DD-8E057283F784}" type="presOf" srcId="{2545EE59-7CFA-4D98-91AB-64F965BF56F0}" destId="{B895D355-1718-4292-B60A-A6B72AE6F86E}" srcOrd="0" destOrd="0" presId="urn:microsoft.com/office/officeart/2005/8/layout/hierarchy3"/>
    <dgm:cxn modelId="{9CD934D4-5227-415E-90BE-1C7E8DBF2D36}" type="presOf" srcId="{353E65D6-A036-4713-A5C7-7B97D6ABCCD6}" destId="{2F572984-FA62-4F2A-8B17-60A79D62296C}" srcOrd="0" destOrd="0" presId="urn:microsoft.com/office/officeart/2005/8/layout/hierarchy3"/>
    <dgm:cxn modelId="{857BA3DF-0695-435C-9B22-561DDAFCFC5F}" type="presOf" srcId="{0E18D955-621F-41D6-8C4D-A46D3CDC8F99}" destId="{F569AA27-90C9-4137-B043-8D47EC5CD925}" srcOrd="0" destOrd="0" presId="urn:microsoft.com/office/officeart/2005/8/layout/hierarchy3"/>
    <dgm:cxn modelId="{36A3E1E0-52BA-4152-9CC7-17BA8492709D}" srcId="{81AAC121-1B21-4D00-8A4A-92742258B5B0}" destId="{353E65D6-A036-4713-A5C7-7B97D6ABCCD6}" srcOrd="1" destOrd="0" parTransId="{0E18D955-621F-41D6-8C4D-A46D3CDC8F99}" sibTransId="{48E88C33-3F72-4E6D-BCEF-4DA743DDB985}"/>
    <dgm:cxn modelId="{974E683B-D07B-426A-A87D-79D5BA30335A}" type="presParOf" srcId="{B895D355-1718-4292-B60A-A6B72AE6F86E}" destId="{1F2DD94B-F1D4-4938-B8EA-6A961556D678}" srcOrd="0" destOrd="0" presId="urn:microsoft.com/office/officeart/2005/8/layout/hierarchy3"/>
    <dgm:cxn modelId="{D202E4BB-697F-4F00-B217-6BBC43A01232}" type="presParOf" srcId="{1F2DD94B-F1D4-4938-B8EA-6A961556D678}" destId="{DF76FD08-1AB4-4FC0-82CA-C42C2A339EB1}" srcOrd="0" destOrd="0" presId="urn:microsoft.com/office/officeart/2005/8/layout/hierarchy3"/>
    <dgm:cxn modelId="{8767313B-396F-4D65-824B-C23A107AE99B}" type="presParOf" srcId="{DF76FD08-1AB4-4FC0-82CA-C42C2A339EB1}" destId="{E61DEFAB-BEFC-44EE-8CDB-C71204409616}" srcOrd="0" destOrd="0" presId="urn:microsoft.com/office/officeart/2005/8/layout/hierarchy3"/>
    <dgm:cxn modelId="{14886D13-8757-4887-9A2A-BF8493FB3A8E}" type="presParOf" srcId="{DF76FD08-1AB4-4FC0-82CA-C42C2A339EB1}" destId="{215CE13F-D2B2-46DF-88E1-86E9FBD3CBFB}" srcOrd="1" destOrd="0" presId="urn:microsoft.com/office/officeart/2005/8/layout/hierarchy3"/>
    <dgm:cxn modelId="{297D9C25-C4A5-43CA-883E-0822E32C619C}" type="presParOf" srcId="{1F2DD94B-F1D4-4938-B8EA-6A961556D678}" destId="{4B1B6E30-87D4-44F4-8E53-1A3BA9CE43DE}" srcOrd="1" destOrd="0" presId="urn:microsoft.com/office/officeart/2005/8/layout/hierarchy3"/>
    <dgm:cxn modelId="{180E62A3-DA26-4BCA-A563-D16A87747E04}" type="presParOf" srcId="{4B1B6E30-87D4-44F4-8E53-1A3BA9CE43DE}" destId="{3EC1E11A-F023-4ACD-9912-EE241CDC9757}" srcOrd="0" destOrd="0" presId="urn:microsoft.com/office/officeart/2005/8/layout/hierarchy3"/>
    <dgm:cxn modelId="{6A3D2E31-10A9-40F2-8896-BD6D21A527F1}" type="presParOf" srcId="{4B1B6E30-87D4-44F4-8E53-1A3BA9CE43DE}" destId="{59BFA90C-1189-4068-9DDE-CEFC0ABCEBBF}" srcOrd="1" destOrd="0" presId="urn:microsoft.com/office/officeart/2005/8/layout/hierarchy3"/>
    <dgm:cxn modelId="{1F5561F7-5D00-4F9B-9447-0B837A07CF2B}" type="presParOf" srcId="{4B1B6E30-87D4-44F4-8E53-1A3BA9CE43DE}" destId="{F569AA27-90C9-4137-B043-8D47EC5CD925}" srcOrd="2" destOrd="0" presId="urn:microsoft.com/office/officeart/2005/8/layout/hierarchy3"/>
    <dgm:cxn modelId="{34800F7C-CD18-4206-A822-E10A01A1C5BD}" type="presParOf" srcId="{4B1B6E30-87D4-44F4-8E53-1A3BA9CE43DE}" destId="{2F572984-FA62-4F2A-8B17-60A79D62296C}" srcOrd="3" destOrd="0" presId="urn:microsoft.com/office/officeart/2005/8/layout/hierarchy3"/>
    <dgm:cxn modelId="{C33C2BBF-9964-4529-81CB-16128F1C4EB9}" type="presParOf" srcId="{4B1B6E30-87D4-44F4-8E53-1A3BA9CE43DE}" destId="{5F24DBF2-1D81-47B3-946C-6901B4EF8D6D}" srcOrd="4" destOrd="0" presId="urn:microsoft.com/office/officeart/2005/8/layout/hierarchy3"/>
    <dgm:cxn modelId="{F1A6CCA3-CFDD-4AD0-BD62-7EFA2476DB42}" type="presParOf" srcId="{4B1B6E30-87D4-44F4-8E53-1A3BA9CE43DE}" destId="{F977649E-E8D7-4713-9F53-D618CE0B6854}" srcOrd="5" destOrd="0" presId="urn:microsoft.com/office/officeart/2005/8/layout/hierarchy3"/>
    <dgm:cxn modelId="{1D96E0D0-DA0F-4178-9840-19F9B7392744}" type="presParOf" srcId="{4B1B6E30-87D4-44F4-8E53-1A3BA9CE43DE}" destId="{BC4665D7-E698-4A80-8CD9-91C98CFFA719}" srcOrd="6" destOrd="0" presId="urn:microsoft.com/office/officeart/2005/8/layout/hierarchy3"/>
    <dgm:cxn modelId="{9D55C3B4-5728-4DD9-A4E4-7615148D283D}" type="presParOf" srcId="{4B1B6E30-87D4-44F4-8E53-1A3BA9CE43DE}" destId="{0DD83F9C-915A-457E-88D1-F8E34A18196D}" srcOrd="7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D51186E4-D798-4798-8E70-E9529D2AE0A5}" type="doc">
      <dgm:prSet loTypeId="urn:microsoft.com/office/officeart/2005/8/layout/process1" loCatId="process" qsTypeId="urn:microsoft.com/office/officeart/2005/8/quickstyle/simple1#36" qsCatId="simple" csTypeId="urn:microsoft.com/office/officeart/2005/8/colors/colorful4#5" csCatId="colorful" phldr="1"/>
      <dgm:spPr/>
      <dgm:t>
        <a:bodyPr/>
        <a:lstStyle/>
        <a:p>
          <a:endParaRPr lang="en-US"/>
        </a:p>
      </dgm:t>
    </dgm:pt>
    <dgm:pt modelId="{401E72FD-0B45-46E8-BCB3-322A55CA4ED2}">
      <dgm:prSet custT="1"/>
      <dgm:spPr/>
      <dgm:t>
        <a:bodyPr/>
        <a:lstStyle/>
        <a:p>
          <a:pPr algn="ctr"/>
          <a:r>
            <a:rPr lang="en-US" sz="4400" dirty="0">
              <a:solidFill>
                <a:srgbClr val="FF0000"/>
              </a:solidFill>
            </a:rPr>
            <a:t>CONTRAINDICATIONS</a:t>
          </a:r>
          <a:r>
            <a:rPr lang="en-US" sz="3000" dirty="0"/>
            <a:t>:</a:t>
          </a:r>
        </a:p>
        <a:p>
          <a:pPr algn="l"/>
          <a:r>
            <a:rPr lang="en-US" sz="2800" dirty="0"/>
            <a:t>Cardiovascular –possibly VTE </a:t>
          </a:r>
        </a:p>
      </dgm:t>
    </dgm:pt>
    <dgm:pt modelId="{5099E42B-AFA6-495E-8C9B-3E61AFA7E736}" type="parTrans" cxnId="{36A3CA5B-B5BC-4DE7-B831-80CDAA19F6AE}">
      <dgm:prSet/>
      <dgm:spPr/>
      <dgm:t>
        <a:bodyPr/>
        <a:lstStyle/>
        <a:p>
          <a:endParaRPr lang="en-US"/>
        </a:p>
      </dgm:t>
    </dgm:pt>
    <dgm:pt modelId="{93C121E7-AFB9-4224-B8D5-6F75DF5F7733}" type="sibTrans" cxnId="{36A3CA5B-B5BC-4DE7-B831-80CDAA19F6AE}">
      <dgm:prSet/>
      <dgm:spPr/>
      <dgm:t>
        <a:bodyPr/>
        <a:lstStyle/>
        <a:p>
          <a:endParaRPr lang="en-US"/>
        </a:p>
      </dgm:t>
    </dgm:pt>
    <dgm:pt modelId="{A615B485-297E-43DC-8644-51DB42483318}" type="pres">
      <dgm:prSet presAssocID="{D51186E4-D798-4798-8E70-E9529D2AE0A5}" presName="Name0" presStyleCnt="0">
        <dgm:presLayoutVars>
          <dgm:dir/>
          <dgm:resizeHandles val="exact"/>
        </dgm:presLayoutVars>
      </dgm:prSet>
      <dgm:spPr/>
    </dgm:pt>
    <dgm:pt modelId="{8B3DCDF2-E319-428A-8B80-77F165EE9F75}" type="pres">
      <dgm:prSet presAssocID="{401E72FD-0B45-46E8-BCB3-322A55CA4ED2}" presName="node" presStyleLbl="node1" presStyleIdx="0" presStyleCnt="1" custLinFactNeighborX="0" custLinFactNeighborY="-14750">
        <dgm:presLayoutVars>
          <dgm:bulletEnabled val="1"/>
        </dgm:presLayoutVars>
      </dgm:prSet>
      <dgm:spPr/>
    </dgm:pt>
  </dgm:ptLst>
  <dgm:cxnLst>
    <dgm:cxn modelId="{36A3CA5B-B5BC-4DE7-B831-80CDAA19F6AE}" srcId="{D51186E4-D798-4798-8E70-E9529D2AE0A5}" destId="{401E72FD-0B45-46E8-BCB3-322A55CA4ED2}" srcOrd="0" destOrd="0" parTransId="{5099E42B-AFA6-495E-8C9B-3E61AFA7E736}" sibTransId="{93C121E7-AFB9-4224-B8D5-6F75DF5F7733}"/>
    <dgm:cxn modelId="{4A732248-ACCB-4CBE-9F25-56859FD0B18B}" type="presOf" srcId="{D51186E4-D798-4798-8E70-E9529D2AE0A5}" destId="{A615B485-297E-43DC-8644-51DB42483318}" srcOrd="0" destOrd="0" presId="urn:microsoft.com/office/officeart/2005/8/layout/process1"/>
    <dgm:cxn modelId="{9CE830C6-80E3-4A62-86B0-6F2744F984E6}" type="presOf" srcId="{401E72FD-0B45-46E8-BCB3-322A55CA4ED2}" destId="{8B3DCDF2-E319-428A-8B80-77F165EE9F75}" srcOrd="0" destOrd="0" presId="urn:microsoft.com/office/officeart/2005/8/layout/process1"/>
    <dgm:cxn modelId="{420D8FB8-D5D6-4486-BBF4-F0F10EB2126A}" type="presParOf" srcId="{A615B485-297E-43DC-8644-51DB42483318}" destId="{8B3DCDF2-E319-428A-8B80-77F165EE9F75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5D8B6C50-51E0-48B5-9C76-37C1A2DCA118}" type="doc">
      <dgm:prSet loTypeId="urn:microsoft.com/office/officeart/2008/layout/LinedList" loCatId="hierarchy" qsTypeId="urn:microsoft.com/office/officeart/2005/8/quickstyle/simple1#37" qsCatId="simple" csTypeId="urn:microsoft.com/office/officeart/2005/8/colors/accent1_2#5" csCatId="accent1" phldr="1"/>
      <dgm:spPr/>
      <dgm:t>
        <a:bodyPr/>
        <a:lstStyle/>
        <a:p>
          <a:endParaRPr lang="en-US"/>
        </a:p>
      </dgm:t>
    </dgm:pt>
    <dgm:pt modelId="{F82E14F8-1608-45BD-B123-EC0420AD8246}">
      <dgm:prSet custT="1"/>
      <dgm:spPr/>
      <dgm:t>
        <a:bodyPr/>
        <a:lstStyle/>
        <a:p>
          <a:r>
            <a:rPr lang="en-US" sz="4000">
              <a:solidFill>
                <a:schemeClr val="bg1"/>
              </a:solidFill>
            </a:rPr>
            <a:t>LAB STUDIES:</a:t>
          </a:r>
        </a:p>
      </dgm:t>
    </dgm:pt>
    <dgm:pt modelId="{18C4ABCB-B46A-4607-8AE9-5EB12B055091}" type="parTrans" cxnId="{54F02E16-0C29-4862-9799-465BA50ECF6D}">
      <dgm:prSet/>
      <dgm:spPr/>
      <dgm:t>
        <a:bodyPr/>
        <a:lstStyle/>
        <a:p>
          <a:endParaRPr lang="en-US"/>
        </a:p>
      </dgm:t>
    </dgm:pt>
    <dgm:pt modelId="{55219A6F-16C9-478F-A917-F2C5F5FE38A2}" type="sibTrans" cxnId="{54F02E16-0C29-4862-9799-465BA50ECF6D}">
      <dgm:prSet/>
      <dgm:spPr/>
      <dgm:t>
        <a:bodyPr/>
        <a:lstStyle/>
        <a:p>
          <a:endParaRPr lang="en-US"/>
        </a:p>
      </dgm:t>
    </dgm:pt>
    <dgm:pt modelId="{5311E602-8E71-47B4-8F48-0F933E451A84}">
      <dgm:prSet custT="1"/>
      <dgm:spPr/>
      <dgm:t>
        <a:bodyPr/>
        <a:lstStyle/>
        <a:p>
          <a:pPr algn="l"/>
          <a:r>
            <a:rPr lang="en-US" sz="3200">
              <a:solidFill>
                <a:schemeClr val="bg1"/>
              </a:solidFill>
            </a:rPr>
            <a:t>1. Estradiol</a:t>
          </a:r>
        </a:p>
        <a:p>
          <a:pPr algn="l"/>
          <a:r>
            <a:rPr lang="en-US" sz="3200">
              <a:solidFill>
                <a:schemeClr val="bg1"/>
              </a:solidFill>
            </a:rPr>
            <a:t>2. Total Testosterone</a:t>
          </a:r>
        </a:p>
        <a:p>
          <a:pPr algn="l"/>
          <a:r>
            <a:rPr lang="en-US" sz="3200">
              <a:solidFill>
                <a:schemeClr val="bg1"/>
              </a:solidFill>
            </a:rPr>
            <a:t>3. Sex Hormone Binding Globulin</a:t>
          </a:r>
        </a:p>
      </dgm:t>
    </dgm:pt>
    <dgm:pt modelId="{4BB707A7-5DF1-48B3-8EAB-9B91EDB079BB}" type="parTrans" cxnId="{56E3B52F-BB16-4319-A13E-DEB94E780331}">
      <dgm:prSet/>
      <dgm:spPr/>
      <dgm:t>
        <a:bodyPr/>
        <a:lstStyle/>
        <a:p>
          <a:endParaRPr lang="en-US"/>
        </a:p>
      </dgm:t>
    </dgm:pt>
    <dgm:pt modelId="{A6396757-30F5-49BD-8E7F-D7A033071055}" type="sibTrans" cxnId="{56E3B52F-BB16-4319-A13E-DEB94E780331}">
      <dgm:prSet/>
      <dgm:spPr/>
      <dgm:t>
        <a:bodyPr/>
        <a:lstStyle/>
        <a:p>
          <a:endParaRPr lang="en-US"/>
        </a:p>
      </dgm:t>
    </dgm:pt>
    <dgm:pt modelId="{52B1DF91-7CB9-4547-99EB-057CF16FAB05}">
      <dgm:prSet custT="1"/>
      <dgm:spPr/>
      <dgm:t>
        <a:bodyPr/>
        <a:lstStyle/>
        <a:p>
          <a:pPr algn="l"/>
          <a:endParaRPr lang="en-US" sz="3200">
            <a:solidFill>
              <a:schemeClr val="bg1"/>
            </a:solidFill>
          </a:endParaRPr>
        </a:p>
      </dgm:t>
    </dgm:pt>
    <dgm:pt modelId="{6F554D46-960A-435E-98B1-BC8FAE6DC176}" type="parTrans" cxnId="{7CBA3970-DBBF-46C7-A4B1-2D57D195442E}">
      <dgm:prSet/>
      <dgm:spPr/>
      <dgm:t>
        <a:bodyPr/>
        <a:lstStyle/>
        <a:p>
          <a:endParaRPr lang="en-US"/>
        </a:p>
      </dgm:t>
    </dgm:pt>
    <dgm:pt modelId="{DAF3A811-7607-46D2-8E64-17DA08956E80}" type="sibTrans" cxnId="{7CBA3970-DBBF-46C7-A4B1-2D57D195442E}">
      <dgm:prSet/>
      <dgm:spPr/>
      <dgm:t>
        <a:bodyPr/>
        <a:lstStyle/>
        <a:p>
          <a:endParaRPr lang="en-US"/>
        </a:p>
      </dgm:t>
    </dgm:pt>
    <dgm:pt modelId="{4AC74D85-07F9-43A6-ACF8-7DEB0E3F4F81}">
      <dgm:prSet custT="1"/>
      <dgm:spPr/>
      <dgm:t>
        <a:bodyPr/>
        <a:lstStyle/>
        <a:p>
          <a:pPr algn="l"/>
          <a:endParaRPr lang="en-US" sz="3200">
            <a:solidFill>
              <a:schemeClr val="bg1"/>
            </a:solidFill>
          </a:endParaRPr>
        </a:p>
      </dgm:t>
    </dgm:pt>
    <dgm:pt modelId="{EB848300-12AB-43A0-B07F-BFAF29C3A51D}" type="parTrans" cxnId="{0B11AFAC-8F5E-47DF-B0B7-748B78AA0A5F}">
      <dgm:prSet/>
      <dgm:spPr/>
      <dgm:t>
        <a:bodyPr/>
        <a:lstStyle/>
        <a:p>
          <a:endParaRPr lang="en-US"/>
        </a:p>
      </dgm:t>
    </dgm:pt>
    <dgm:pt modelId="{FDE7FB19-F2AB-46F1-8425-8EAFBA78F3C3}" type="sibTrans" cxnId="{0B11AFAC-8F5E-47DF-B0B7-748B78AA0A5F}">
      <dgm:prSet/>
      <dgm:spPr/>
      <dgm:t>
        <a:bodyPr/>
        <a:lstStyle/>
        <a:p>
          <a:endParaRPr lang="en-US"/>
        </a:p>
      </dgm:t>
    </dgm:pt>
    <dgm:pt modelId="{E3B2FAEA-9CE9-4E1B-87F5-158CF2BB6022}" type="pres">
      <dgm:prSet presAssocID="{5D8B6C50-51E0-48B5-9C76-37C1A2DCA118}" presName="vert0" presStyleCnt="0">
        <dgm:presLayoutVars>
          <dgm:dir/>
          <dgm:animOne val="branch"/>
          <dgm:animLvl val="lvl"/>
        </dgm:presLayoutVars>
      </dgm:prSet>
      <dgm:spPr/>
    </dgm:pt>
    <dgm:pt modelId="{CDD5C8D8-6C66-40F1-B0A1-FE59252A06BD}" type="pres">
      <dgm:prSet presAssocID="{F82E14F8-1608-45BD-B123-EC0420AD8246}" presName="thickLine" presStyleLbl="alignNode1" presStyleIdx="0" presStyleCnt="4"/>
      <dgm:spPr/>
    </dgm:pt>
    <dgm:pt modelId="{5755121F-1A5D-45B1-805A-91AA4F5D77DD}" type="pres">
      <dgm:prSet presAssocID="{F82E14F8-1608-45BD-B123-EC0420AD8246}" presName="horz1" presStyleCnt="0"/>
      <dgm:spPr/>
    </dgm:pt>
    <dgm:pt modelId="{EA6E6BF2-0F4F-436B-A10A-57060F42B8E2}" type="pres">
      <dgm:prSet presAssocID="{F82E14F8-1608-45BD-B123-EC0420AD8246}" presName="tx1" presStyleLbl="revTx" presStyleIdx="0" presStyleCnt="4"/>
      <dgm:spPr/>
    </dgm:pt>
    <dgm:pt modelId="{1C02936E-3DF3-48D5-A4BD-3FBE6C0D59D3}" type="pres">
      <dgm:prSet presAssocID="{F82E14F8-1608-45BD-B123-EC0420AD8246}" presName="vert1" presStyleCnt="0"/>
      <dgm:spPr/>
    </dgm:pt>
    <dgm:pt modelId="{AB3C3014-CA17-46C9-921F-84728BF12DE5}" type="pres">
      <dgm:prSet presAssocID="{5311E602-8E71-47B4-8F48-0F933E451A84}" presName="thickLine" presStyleLbl="alignNode1" presStyleIdx="1" presStyleCnt="4"/>
      <dgm:spPr/>
    </dgm:pt>
    <dgm:pt modelId="{865BEEB9-01C1-4AE6-99F8-7725841B08D2}" type="pres">
      <dgm:prSet presAssocID="{5311E602-8E71-47B4-8F48-0F933E451A84}" presName="horz1" presStyleCnt="0"/>
      <dgm:spPr/>
    </dgm:pt>
    <dgm:pt modelId="{E93AAE1B-8DC0-450E-A451-9105DA89A992}" type="pres">
      <dgm:prSet presAssocID="{5311E602-8E71-47B4-8F48-0F933E451A84}" presName="tx1" presStyleLbl="revTx" presStyleIdx="1" presStyleCnt="4" custScaleY="104843"/>
      <dgm:spPr/>
    </dgm:pt>
    <dgm:pt modelId="{69BE3322-D095-46C1-BD48-FFE31D8235D7}" type="pres">
      <dgm:prSet presAssocID="{5311E602-8E71-47B4-8F48-0F933E451A84}" presName="vert1" presStyleCnt="0"/>
      <dgm:spPr/>
    </dgm:pt>
    <dgm:pt modelId="{D33185A2-2439-4AAB-A15B-3FE01E917DA0}" type="pres">
      <dgm:prSet presAssocID="{52B1DF91-7CB9-4547-99EB-057CF16FAB05}" presName="thickLine" presStyleLbl="alignNode1" presStyleIdx="2" presStyleCnt="4"/>
      <dgm:spPr/>
    </dgm:pt>
    <dgm:pt modelId="{0E3AFE2E-252A-41C5-BCCE-2130F27B04D5}" type="pres">
      <dgm:prSet presAssocID="{52B1DF91-7CB9-4547-99EB-057CF16FAB05}" presName="horz1" presStyleCnt="0"/>
      <dgm:spPr/>
    </dgm:pt>
    <dgm:pt modelId="{3FE98065-0B67-495F-99DF-F592CB589529}" type="pres">
      <dgm:prSet presAssocID="{52B1DF91-7CB9-4547-99EB-057CF16FAB05}" presName="tx1" presStyleLbl="revTx" presStyleIdx="2" presStyleCnt="4"/>
      <dgm:spPr/>
    </dgm:pt>
    <dgm:pt modelId="{DE415872-2C2F-4D8E-AD2E-91DC559109D0}" type="pres">
      <dgm:prSet presAssocID="{52B1DF91-7CB9-4547-99EB-057CF16FAB05}" presName="vert1" presStyleCnt="0"/>
      <dgm:spPr/>
    </dgm:pt>
    <dgm:pt modelId="{6C455812-F7DE-494E-8F11-DDD1BBA5DB6C}" type="pres">
      <dgm:prSet presAssocID="{4AC74D85-07F9-43A6-ACF8-7DEB0E3F4F81}" presName="thickLine" presStyleLbl="alignNode1" presStyleIdx="3" presStyleCnt="4"/>
      <dgm:spPr/>
    </dgm:pt>
    <dgm:pt modelId="{666F8EB9-A6A4-4BEE-B263-9A5A00A4A9D4}" type="pres">
      <dgm:prSet presAssocID="{4AC74D85-07F9-43A6-ACF8-7DEB0E3F4F81}" presName="horz1" presStyleCnt="0"/>
      <dgm:spPr/>
    </dgm:pt>
    <dgm:pt modelId="{226C3D15-9EA8-4F1C-A1EF-040948153364}" type="pres">
      <dgm:prSet presAssocID="{4AC74D85-07F9-43A6-ACF8-7DEB0E3F4F81}" presName="tx1" presStyleLbl="revTx" presStyleIdx="3" presStyleCnt="4"/>
      <dgm:spPr/>
    </dgm:pt>
    <dgm:pt modelId="{A474BB4C-2397-4A94-AEEF-81932590FA2F}" type="pres">
      <dgm:prSet presAssocID="{4AC74D85-07F9-43A6-ACF8-7DEB0E3F4F81}" presName="vert1" presStyleCnt="0"/>
      <dgm:spPr/>
    </dgm:pt>
  </dgm:ptLst>
  <dgm:cxnLst>
    <dgm:cxn modelId="{54F02E16-0C29-4862-9799-465BA50ECF6D}" srcId="{5D8B6C50-51E0-48B5-9C76-37C1A2DCA118}" destId="{F82E14F8-1608-45BD-B123-EC0420AD8246}" srcOrd="0" destOrd="0" parTransId="{18C4ABCB-B46A-4607-8AE9-5EB12B055091}" sibTransId="{55219A6F-16C9-478F-A917-F2C5F5FE38A2}"/>
    <dgm:cxn modelId="{5DE26329-C930-40A2-AA8F-CFE1885A58D7}" type="presOf" srcId="{4AC74D85-07F9-43A6-ACF8-7DEB0E3F4F81}" destId="{226C3D15-9EA8-4F1C-A1EF-040948153364}" srcOrd="0" destOrd="0" presId="urn:microsoft.com/office/officeart/2008/layout/LinedList"/>
    <dgm:cxn modelId="{56E3B52F-BB16-4319-A13E-DEB94E780331}" srcId="{5D8B6C50-51E0-48B5-9C76-37C1A2DCA118}" destId="{5311E602-8E71-47B4-8F48-0F933E451A84}" srcOrd="1" destOrd="0" parTransId="{4BB707A7-5DF1-48B3-8EAB-9B91EDB079BB}" sibTransId="{A6396757-30F5-49BD-8E7F-D7A033071055}"/>
    <dgm:cxn modelId="{7CBA3970-DBBF-46C7-A4B1-2D57D195442E}" srcId="{5D8B6C50-51E0-48B5-9C76-37C1A2DCA118}" destId="{52B1DF91-7CB9-4547-99EB-057CF16FAB05}" srcOrd="2" destOrd="0" parTransId="{6F554D46-960A-435E-98B1-BC8FAE6DC176}" sibTransId="{DAF3A811-7607-46D2-8E64-17DA08956E80}"/>
    <dgm:cxn modelId="{BCBF4076-105A-421B-B306-32AA3672909D}" type="presOf" srcId="{5311E602-8E71-47B4-8F48-0F933E451A84}" destId="{E93AAE1B-8DC0-450E-A451-9105DA89A992}" srcOrd="0" destOrd="0" presId="urn:microsoft.com/office/officeart/2008/layout/LinedList"/>
    <dgm:cxn modelId="{7192FF96-1E58-4CC1-AB31-7CB5076BE0C9}" type="presOf" srcId="{52B1DF91-7CB9-4547-99EB-057CF16FAB05}" destId="{3FE98065-0B67-495F-99DF-F592CB589529}" srcOrd="0" destOrd="0" presId="urn:microsoft.com/office/officeart/2008/layout/LinedList"/>
    <dgm:cxn modelId="{0B11AFAC-8F5E-47DF-B0B7-748B78AA0A5F}" srcId="{5D8B6C50-51E0-48B5-9C76-37C1A2DCA118}" destId="{4AC74D85-07F9-43A6-ACF8-7DEB0E3F4F81}" srcOrd="3" destOrd="0" parTransId="{EB848300-12AB-43A0-B07F-BFAF29C3A51D}" sibTransId="{FDE7FB19-F2AB-46F1-8425-8EAFBA78F3C3}"/>
    <dgm:cxn modelId="{4F612CC3-0D3A-4E89-AB75-E7D391AC4AA2}" type="presOf" srcId="{5D8B6C50-51E0-48B5-9C76-37C1A2DCA118}" destId="{E3B2FAEA-9CE9-4E1B-87F5-158CF2BB6022}" srcOrd="0" destOrd="0" presId="urn:microsoft.com/office/officeart/2008/layout/LinedList"/>
    <dgm:cxn modelId="{C140ADE3-1FCC-4210-9870-04EBBFD315F9}" type="presOf" srcId="{F82E14F8-1608-45BD-B123-EC0420AD8246}" destId="{EA6E6BF2-0F4F-436B-A10A-57060F42B8E2}" srcOrd="0" destOrd="0" presId="urn:microsoft.com/office/officeart/2008/layout/LinedList"/>
    <dgm:cxn modelId="{CB24DC03-9386-4F24-A93C-A823CCDA9BAB}" type="presParOf" srcId="{E3B2FAEA-9CE9-4E1B-87F5-158CF2BB6022}" destId="{CDD5C8D8-6C66-40F1-B0A1-FE59252A06BD}" srcOrd="0" destOrd="0" presId="urn:microsoft.com/office/officeart/2008/layout/LinedList"/>
    <dgm:cxn modelId="{013AB952-288A-4C7B-8B1F-40CBDFE19FD6}" type="presParOf" srcId="{E3B2FAEA-9CE9-4E1B-87F5-158CF2BB6022}" destId="{5755121F-1A5D-45B1-805A-91AA4F5D77DD}" srcOrd="1" destOrd="0" presId="urn:microsoft.com/office/officeart/2008/layout/LinedList"/>
    <dgm:cxn modelId="{2A4E2B90-CAB2-4C38-AD36-B670D75FCD34}" type="presParOf" srcId="{5755121F-1A5D-45B1-805A-91AA4F5D77DD}" destId="{EA6E6BF2-0F4F-436B-A10A-57060F42B8E2}" srcOrd="0" destOrd="0" presId="urn:microsoft.com/office/officeart/2008/layout/LinedList"/>
    <dgm:cxn modelId="{76243645-D77F-4E0F-A89A-D9CE90AF2046}" type="presParOf" srcId="{5755121F-1A5D-45B1-805A-91AA4F5D77DD}" destId="{1C02936E-3DF3-48D5-A4BD-3FBE6C0D59D3}" srcOrd="1" destOrd="0" presId="urn:microsoft.com/office/officeart/2008/layout/LinedList"/>
    <dgm:cxn modelId="{0F9240B5-B5B1-4080-8C35-0314D93E7F53}" type="presParOf" srcId="{E3B2FAEA-9CE9-4E1B-87F5-158CF2BB6022}" destId="{AB3C3014-CA17-46C9-921F-84728BF12DE5}" srcOrd="2" destOrd="0" presId="urn:microsoft.com/office/officeart/2008/layout/LinedList"/>
    <dgm:cxn modelId="{2281AF25-A169-4226-AA5E-2928792A5680}" type="presParOf" srcId="{E3B2FAEA-9CE9-4E1B-87F5-158CF2BB6022}" destId="{865BEEB9-01C1-4AE6-99F8-7725841B08D2}" srcOrd="3" destOrd="0" presId="urn:microsoft.com/office/officeart/2008/layout/LinedList"/>
    <dgm:cxn modelId="{F7B16892-7682-4C13-8DFC-9EECFA42248E}" type="presParOf" srcId="{865BEEB9-01C1-4AE6-99F8-7725841B08D2}" destId="{E93AAE1B-8DC0-450E-A451-9105DA89A992}" srcOrd="0" destOrd="0" presId="urn:microsoft.com/office/officeart/2008/layout/LinedList"/>
    <dgm:cxn modelId="{F6D28D72-0493-4375-9787-37D0A8A974D4}" type="presParOf" srcId="{865BEEB9-01C1-4AE6-99F8-7725841B08D2}" destId="{69BE3322-D095-46C1-BD48-FFE31D8235D7}" srcOrd="1" destOrd="0" presId="urn:microsoft.com/office/officeart/2008/layout/LinedList"/>
    <dgm:cxn modelId="{9F6EF7BC-6239-48AA-998B-3E0FF4F27253}" type="presParOf" srcId="{E3B2FAEA-9CE9-4E1B-87F5-158CF2BB6022}" destId="{D33185A2-2439-4AAB-A15B-3FE01E917DA0}" srcOrd="4" destOrd="0" presId="urn:microsoft.com/office/officeart/2008/layout/LinedList"/>
    <dgm:cxn modelId="{52CCCD88-E77E-44BD-94BA-643F6A3F2947}" type="presParOf" srcId="{E3B2FAEA-9CE9-4E1B-87F5-158CF2BB6022}" destId="{0E3AFE2E-252A-41C5-BCCE-2130F27B04D5}" srcOrd="5" destOrd="0" presId="urn:microsoft.com/office/officeart/2008/layout/LinedList"/>
    <dgm:cxn modelId="{DD38841E-95C9-44F7-8775-0401859D57D4}" type="presParOf" srcId="{0E3AFE2E-252A-41C5-BCCE-2130F27B04D5}" destId="{3FE98065-0B67-495F-99DF-F592CB589529}" srcOrd="0" destOrd="0" presId="urn:microsoft.com/office/officeart/2008/layout/LinedList"/>
    <dgm:cxn modelId="{9E70AC07-A553-46B1-9460-EA0D1F40A92A}" type="presParOf" srcId="{0E3AFE2E-252A-41C5-BCCE-2130F27B04D5}" destId="{DE415872-2C2F-4D8E-AD2E-91DC559109D0}" srcOrd="1" destOrd="0" presId="urn:microsoft.com/office/officeart/2008/layout/LinedList"/>
    <dgm:cxn modelId="{CB10F0B0-20CD-4C66-B084-24BD742B39F5}" type="presParOf" srcId="{E3B2FAEA-9CE9-4E1B-87F5-158CF2BB6022}" destId="{6C455812-F7DE-494E-8F11-DDD1BBA5DB6C}" srcOrd="6" destOrd="0" presId="urn:microsoft.com/office/officeart/2008/layout/LinedList"/>
    <dgm:cxn modelId="{65FB57B4-5D40-4005-B5E0-E0F3C0A4DEEF}" type="presParOf" srcId="{E3B2FAEA-9CE9-4E1B-87F5-158CF2BB6022}" destId="{666F8EB9-A6A4-4BEE-B263-9A5A00A4A9D4}" srcOrd="7" destOrd="0" presId="urn:microsoft.com/office/officeart/2008/layout/LinedList"/>
    <dgm:cxn modelId="{EAA0CEF4-DB68-4351-A2E8-7BC13F6C3DF6}" type="presParOf" srcId="{666F8EB9-A6A4-4BEE-B263-9A5A00A4A9D4}" destId="{226C3D15-9EA8-4F1C-A1EF-040948153364}" srcOrd="0" destOrd="0" presId="urn:microsoft.com/office/officeart/2008/layout/LinedList"/>
    <dgm:cxn modelId="{50AF1B92-56E8-4F7C-B8C9-56E79F1F16EC}" type="presParOf" srcId="{666F8EB9-A6A4-4BEE-B263-9A5A00A4A9D4}" destId="{A474BB4C-2397-4A94-AEEF-81932590FA2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EE379BC5-1178-455D-BA32-CC97B11568B1}" type="doc">
      <dgm:prSet loTypeId="urn:microsoft.com/office/officeart/2005/8/layout/vList2" loCatId="list" qsTypeId="urn:microsoft.com/office/officeart/2005/8/quickstyle/simple1#30" qsCatId="simple" csTypeId="urn:microsoft.com/office/officeart/2005/8/colors/accent0_1#14" csCatId="mainScheme" phldr="1"/>
      <dgm:spPr/>
      <dgm:t>
        <a:bodyPr/>
        <a:lstStyle/>
        <a:p>
          <a:endParaRPr lang="en-US"/>
        </a:p>
      </dgm:t>
    </dgm:pt>
    <dgm:pt modelId="{5FCAAB8E-8315-4368-A79C-1DBE74D1CC67}">
      <dgm:prSet/>
      <dgm:spPr/>
      <dgm:t>
        <a:bodyPr/>
        <a:lstStyle/>
        <a:p>
          <a:r>
            <a:rPr lang="en-US"/>
            <a:t>If Gonads are retained                            - May need Assisted Reproduction</a:t>
          </a:r>
        </a:p>
      </dgm:t>
    </dgm:pt>
    <dgm:pt modelId="{DA6AF759-E290-4572-8458-EDA6B3906723}" type="parTrans" cxnId="{931FB1A4-561D-451B-9073-3F5726716319}">
      <dgm:prSet/>
      <dgm:spPr/>
      <dgm:t>
        <a:bodyPr/>
        <a:lstStyle/>
        <a:p>
          <a:endParaRPr lang="en-US"/>
        </a:p>
      </dgm:t>
    </dgm:pt>
    <dgm:pt modelId="{AA7EC197-94A2-41D7-99C4-749AF8346F67}" type="sibTrans" cxnId="{931FB1A4-561D-451B-9073-3F5726716319}">
      <dgm:prSet/>
      <dgm:spPr/>
      <dgm:t>
        <a:bodyPr/>
        <a:lstStyle/>
        <a:p>
          <a:endParaRPr lang="en-US"/>
        </a:p>
      </dgm:t>
    </dgm:pt>
    <dgm:pt modelId="{D3457070-489F-492A-ADC5-CB9C71776742}">
      <dgm:prSet/>
      <dgm:spPr/>
      <dgm:t>
        <a:bodyPr/>
        <a:lstStyle/>
        <a:p>
          <a:r>
            <a:rPr lang="en-US"/>
            <a:t>Fertility may return                          after stopping Hormone therapy</a:t>
          </a:r>
        </a:p>
      </dgm:t>
    </dgm:pt>
    <dgm:pt modelId="{93619594-AED8-44B4-9563-791B1DCDACEA}" type="parTrans" cxnId="{A3117E85-C45D-4686-A514-5F73911678F6}">
      <dgm:prSet/>
      <dgm:spPr/>
      <dgm:t>
        <a:bodyPr/>
        <a:lstStyle/>
        <a:p>
          <a:endParaRPr lang="en-US"/>
        </a:p>
      </dgm:t>
    </dgm:pt>
    <dgm:pt modelId="{9B4AFA06-DC23-43AF-B1CC-2B7BDBD7A83D}" type="sibTrans" cxnId="{A3117E85-C45D-4686-A514-5F73911678F6}">
      <dgm:prSet/>
      <dgm:spPr/>
      <dgm:t>
        <a:bodyPr/>
        <a:lstStyle/>
        <a:p>
          <a:endParaRPr lang="en-US"/>
        </a:p>
      </dgm:t>
    </dgm:pt>
    <dgm:pt modelId="{5BE3D8F0-67DC-4782-8917-8D9CDD6886DC}">
      <dgm:prSet/>
      <dgm:spPr/>
      <dgm:t>
        <a:bodyPr/>
        <a:lstStyle/>
        <a:p>
          <a:r>
            <a:rPr lang="en-US"/>
            <a:t>Long term Estrogen can cause Testicular damage</a:t>
          </a:r>
        </a:p>
      </dgm:t>
    </dgm:pt>
    <dgm:pt modelId="{7C10896C-239F-42C5-9609-5F6F9A7B4347}" type="parTrans" cxnId="{C1B8FAA7-5094-4F4A-85FF-F939729DD07B}">
      <dgm:prSet/>
      <dgm:spPr/>
      <dgm:t>
        <a:bodyPr/>
        <a:lstStyle/>
        <a:p>
          <a:endParaRPr lang="en-US"/>
        </a:p>
      </dgm:t>
    </dgm:pt>
    <dgm:pt modelId="{C6EBAA9B-359F-460C-B869-87D10E576E60}" type="sibTrans" cxnId="{C1B8FAA7-5094-4F4A-85FF-F939729DD07B}">
      <dgm:prSet/>
      <dgm:spPr/>
      <dgm:t>
        <a:bodyPr/>
        <a:lstStyle/>
        <a:p>
          <a:endParaRPr lang="en-US"/>
        </a:p>
      </dgm:t>
    </dgm:pt>
    <dgm:pt modelId="{C54AB379-BED7-48E1-A8D3-FD7CFF0C631F}">
      <dgm:prSet/>
      <dgm:spPr/>
      <dgm:t>
        <a:bodyPr/>
        <a:lstStyle/>
        <a:p>
          <a:r>
            <a:rPr lang="en-US"/>
            <a:t>Do Sperm Banking                           before Starting Hormones </a:t>
          </a:r>
        </a:p>
      </dgm:t>
    </dgm:pt>
    <dgm:pt modelId="{1294A04B-D3BE-47C7-B013-90CD4093DD7F}" type="parTrans" cxnId="{80C5EAA9-557E-4A32-9032-2C1C6793F456}">
      <dgm:prSet/>
      <dgm:spPr/>
      <dgm:t>
        <a:bodyPr/>
        <a:lstStyle/>
        <a:p>
          <a:endParaRPr lang="en-US"/>
        </a:p>
      </dgm:t>
    </dgm:pt>
    <dgm:pt modelId="{7221AAB7-CACC-42D2-BA5F-12A4C294C3D0}" type="sibTrans" cxnId="{80C5EAA9-557E-4A32-9032-2C1C6793F456}">
      <dgm:prSet/>
      <dgm:spPr/>
      <dgm:t>
        <a:bodyPr/>
        <a:lstStyle/>
        <a:p>
          <a:endParaRPr lang="en-US"/>
        </a:p>
      </dgm:t>
    </dgm:pt>
    <dgm:pt modelId="{D76B4B38-8634-4AA0-9540-7DFF1110C094}" type="pres">
      <dgm:prSet presAssocID="{EE379BC5-1178-455D-BA32-CC97B11568B1}" presName="linear" presStyleCnt="0">
        <dgm:presLayoutVars>
          <dgm:animLvl val="lvl"/>
          <dgm:resizeHandles val="exact"/>
        </dgm:presLayoutVars>
      </dgm:prSet>
      <dgm:spPr/>
    </dgm:pt>
    <dgm:pt modelId="{5562572F-7EF8-4074-A305-49B4786B784C}" type="pres">
      <dgm:prSet presAssocID="{5FCAAB8E-8315-4368-A79C-1DBE74D1CC6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C20D807-53B6-423D-B2A1-550043990BE7}" type="pres">
      <dgm:prSet presAssocID="{AA7EC197-94A2-41D7-99C4-749AF8346F67}" presName="spacer" presStyleCnt="0"/>
      <dgm:spPr/>
    </dgm:pt>
    <dgm:pt modelId="{ED6DBDC2-AD2C-4106-A707-08E1F88D6E31}" type="pres">
      <dgm:prSet presAssocID="{D3457070-489F-492A-ADC5-CB9C7177674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F2B6185-71C8-4245-B191-7142877B3186}" type="pres">
      <dgm:prSet presAssocID="{9B4AFA06-DC23-43AF-B1CC-2B7BDBD7A83D}" presName="spacer" presStyleCnt="0"/>
      <dgm:spPr/>
    </dgm:pt>
    <dgm:pt modelId="{8EA448F5-07BF-4BD9-845F-00A306665346}" type="pres">
      <dgm:prSet presAssocID="{5BE3D8F0-67DC-4782-8917-8D9CDD6886D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4AAF4C0-DC95-4D67-A101-F7786B08A8BC}" type="pres">
      <dgm:prSet presAssocID="{C6EBAA9B-359F-460C-B869-87D10E576E60}" presName="spacer" presStyleCnt="0"/>
      <dgm:spPr/>
    </dgm:pt>
    <dgm:pt modelId="{37A1A381-F604-43F4-9EB1-D0921D0D9A4F}" type="pres">
      <dgm:prSet presAssocID="{C54AB379-BED7-48E1-A8D3-FD7CFF0C631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511AD1D-EA8A-47AD-A4C5-E9BD801BC276}" type="presOf" srcId="{5FCAAB8E-8315-4368-A79C-1DBE74D1CC67}" destId="{5562572F-7EF8-4074-A305-49B4786B784C}" srcOrd="0" destOrd="0" presId="urn:microsoft.com/office/officeart/2005/8/layout/vList2"/>
    <dgm:cxn modelId="{10A38025-34D8-4BF4-8896-270FE2522D3B}" type="presOf" srcId="{C54AB379-BED7-48E1-A8D3-FD7CFF0C631F}" destId="{37A1A381-F604-43F4-9EB1-D0921D0D9A4F}" srcOrd="0" destOrd="0" presId="urn:microsoft.com/office/officeart/2005/8/layout/vList2"/>
    <dgm:cxn modelId="{42947A48-716D-495A-A380-55B61C48CB21}" type="presOf" srcId="{D3457070-489F-492A-ADC5-CB9C71776742}" destId="{ED6DBDC2-AD2C-4106-A707-08E1F88D6E31}" srcOrd="0" destOrd="0" presId="urn:microsoft.com/office/officeart/2005/8/layout/vList2"/>
    <dgm:cxn modelId="{A3117E85-C45D-4686-A514-5F73911678F6}" srcId="{EE379BC5-1178-455D-BA32-CC97B11568B1}" destId="{D3457070-489F-492A-ADC5-CB9C71776742}" srcOrd="1" destOrd="0" parTransId="{93619594-AED8-44B4-9563-791B1DCDACEA}" sibTransId="{9B4AFA06-DC23-43AF-B1CC-2B7BDBD7A83D}"/>
    <dgm:cxn modelId="{931FB1A4-561D-451B-9073-3F5726716319}" srcId="{EE379BC5-1178-455D-BA32-CC97B11568B1}" destId="{5FCAAB8E-8315-4368-A79C-1DBE74D1CC67}" srcOrd="0" destOrd="0" parTransId="{DA6AF759-E290-4572-8458-EDA6B3906723}" sibTransId="{AA7EC197-94A2-41D7-99C4-749AF8346F67}"/>
    <dgm:cxn modelId="{C1B8FAA7-5094-4F4A-85FF-F939729DD07B}" srcId="{EE379BC5-1178-455D-BA32-CC97B11568B1}" destId="{5BE3D8F0-67DC-4782-8917-8D9CDD6886DC}" srcOrd="2" destOrd="0" parTransId="{7C10896C-239F-42C5-9609-5F6F9A7B4347}" sibTransId="{C6EBAA9B-359F-460C-B869-87D10E576E60}"/>
    <dgm:cxn modelId="{232029A9-4966-40AA-93DD-E5B0F63337FB}" type="presOf" srcId="{EE379BC5-1178-455D-BA32-CC97B11568B1}" destId="{D76B4B38-8634-4AA0-9540-7DFF1110C094}" srcOrd="0" destOrd="0" presId="urn:microsoft.com/office/officeart/2005/8/layout/vList2"/>
    <dgm:cxn modelId="{80C5EAA9-557E-4A32-9032-2C1C6793F456}" srcId="{EE379BC5-1178-455D-BA32-CC97B11568B1}" destId="{C54AB379-BED7-48E1-A8D3-FD7CFF0C631F}" srcOrd="3" destOrd="0" parTransId="{1294A04B-D3BE-47C7-B013-90CD4093DD7F}" sibTransId="{7221AAB7-CACC-42D2-BA5F-12A4C294C3D0}"/>
    <dgm:cxn modelId="{DC0939D1-0DD1-471A-841B-4A1AFF9978A5}" type="presOf" srcId="{5BE3D8F0-67DC-4782-8917-8D9CDD6886DC}" destId="{8EA448F5-07BF-4BD9-845F-00A306665346}" srcOrd="0" destOrd="0" presId="urn:microsoft.com/office/officeart/2005/8/layout/vList2"/>
    <dgm:cxn modelId="{A0C78229-8462-492D-8127-F42B8954A556}" type="presParOf" srcId="{D76B4B38-8634-4AA0-9540-7DFF1110C094}" destId="{5562572F-7EF8-4074-A305-49B4786B784C}" srcOrd="0" destOrd="0" presId="urn:microsoft.com/office/officeart/2005/8/layout/vList2"/>
    <dgm:cxn modelId="{9EA7C13B-7610-4D6E-818C-39F98B4649AE}" type="presParOf" srcId="{D76B4B38-8634-4AA0-9540-7DFF1110C094}" destId="{AC20D807-53B6-423D-B2A1-550043990BE7}" srcOrd="1" destOrd="0" presId="urn:microsoft.com/office/officeart/2005/8/layout/vList2"/>
    <dgm:cxn modelId="{C7DF7365-10FB-453D-BEFF-F21E7A5AAD60}" type="presParOf" srcId="{D76B4B38-8634-4AA0-9540-7DFF1110C094}" destId="{ED6DBDC2-AD2C-4106-A707-08E1F88D6E31}" srcOrd="2" destOrd="0" presId="urn:microsoft.com/office/officeart/2005/8/layout/vList2"/>
    <dgm:cxn modelId="{77DE28F9-5A87-4724-90EA-2D4F9CD174BE}" type="presParOf" srcId="{D76B4B38-8634-4AA0-9540-7DFF1110C094}" destId="{EF2B6185-71C8-4245-B191-7142877B3186}" srcOrd="3" destOrd="0" presId="urn:microsoft.com/office/officeart/2005/8/layout/vList2"/>
    <dgm:cxn modelId="{2A3E8063-D0C3-40F2-8EBE-2E81FE13E9DB}" type="presParOf" srcId="{D76B4B38-8634-4AA0-9540-7DFF1110C094}" destId="{8EA448F5-07BF-4BD9-845F-00A306665346}" srcOrd="4" destOrd="0" presId="urn:microsoft.com/office/officeart/2005/8/layout/vList2"/>
    <dgm:cxn modelId="{AB456DA0-93B5-4A94-8AC4-0AD7F3E17766}" type="presParOf" srcId="{D76B4B38-8634-4AA0-9540-7DFF1110C094}" destId="{F4AAF4C0-DC95-4D67-A101-F7786B08A8BC}" srcOrd="5" destOrd="0" presId="urn:microsoft.com/office/officeart/2005/8/layout/vList2"/>
    <dgm:cxn modelId="{E4040E14-7A72-49CB-912E-C15BB10EF14F}" type="presParOf" srcId="{D76B4B38-8634-4AA0-9540-7DFF1110C094}" destId="{37A1A381-F604-43F4-9EB1-D0921D0D9A4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2F3ECCE9-2E3D-47CF-B5E8-A81CE2466DD3}" type="doc">
      <dgm:prSet loTypeId="urn:microsoft.com/office/officeart/2018/2/layout/IconCircleList" loCatId="icon" qsTypeId="urn:microsoft.com/office/officeart/2005/8/quickstyle/simple1#8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4C01ADA-5E81-4CFA-B261-3BC6F993FB7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No need to stop Hormone therapy </a:t>
          </a:r>
        </a:p>
      </dgm:t>
    </dgm:pt>
    <dgm:pt modelId="{C12B1FD8-476C-47C7-9C55-AC8101E50169}" type="parTrans" cxnId="{464BA986-FF60-4B4F-82A0-F86DAA5F24E7}">
      <dgm:prSet/>
      <dgm:spPr/>
      <dgm:t>
        <a:bodyPr/>
        <a:lstStyle/>
        <a:p>
          <a:endParaRPr lang="en-US"/>
        </a:p>
      </dgm:t>
    </dgm:pt>
    <dgm:pt modelId="{5E3126A1-981B-42D2-A3F7-56F4D7536C8A}" type="sibTrans" cxnId="{464BA986-FF60-4B4F-82A0-F86DAA5F24E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432C372-95CB-4CB5-B4B2-4D7E4E157B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Before or After Surgery </a:t>
          </a:r>
        </a:p>
      </dgm:t>
    </dgm:pt>
    <dgm:pt modelId="{C238052A-5950-4FD4-B77C-8E46AA655DE1}" type="parTrans" cxnId="{DEE1B52A-2108-4FB9-B774-F046C791950E}">
      <dgm:prSet/>
      <dgm:spPr/>
      <dgm:t>
        <a:bodyPr/>
        <a:lstStyle/>
        <a:p>
          <a:endParaRPr lang="en-US"/>
        </a:p>
      </dgm:t>
    </dgm:pt>
    <dgm:pt modelId="{4F2E5704-5D03-45A2-876C-A0438F81AF7C}" type="sibTrans" cxnId="{DEE1B52A-2108-4FB9-B774-F046C791950E}">
      <dgm:prSet/>
      <dgm:spPr/>
      <dgm:t>
        <a:bodyPr/>
        <a:lstStyle/>
        <a:p>
          <a:endParaRPr lang="en-US"/>
        </a:p>
      </dgm:t>
    </dgm:pt>
    <dgm:pt modelId="{DFD913BD-81BD-4DD0-AEDE-54479C10DD41}" type="pres">
      <dgm:prSet presAssocID="{2F3ECCE9-2E3D-47CF-B5E8-A81CE2466DD3}" presName="root" presStyleCnt="0">
        <dgm:presLayoutVars>
          <dgm:dir/>
          <dgm:resizeHandles val="exact"/>
        </dgm:presLayoutVars>
      </dgm:prSet>
      <dgm:spPr/>
    </dgm:pt>
    <dgm:pt modelId="{252D3664-9975-44E0-8FB6-5780A1A90815}" type="pres">
      <dgm:prSet presAssocID="{2F3ECCE9-2E3D-47CF-B5E8-A81CE2466DD3}" presName="container" presStyleCnt="0">
        <dgm:presLayoutVars>
          <dgm:dir/>
          <dgm:resizeHandles val="exact"/>
        </dgm:presLayoutVars>
      </dgm:prSet>
      <dgm:spPr/>
    </dgm:pt>
    <dgm:pt modelId="{FCA6DA6C-7728-40D7-BFE6-5F8C987A674E}" type="pres">
      <dgm:prSet presAssocID="{04C01ADA-5E81-4CFA-B261-3BC6F993FB7A}" presName="compNode" presStyleCnt="0"/>
      <dgm:spPr/>
    </dgm:pt>
    <dgm:pt modelId="{831312AC-DAB1-4A7C-815B-9D27FB28E1FB}" type="pres">
      <dgm:prSet presAssocID="{04C01ADA-5E81-4CFA-B261-3BC6F993FB7A}" presName="iconBgRect" presStyleLbl="bgShp" presStyleIdx="0" presStyleCnt="2"/>
      <dgm:spPr/>
    </dgm:pt>
    <dgm:pt modelId="{6E24A439-5BE5-4D68-9706-B1275C9AD766}" type="pres">
      <dgm:prSet presAssocID="{04C01ADA-5E81-4CFA-B261-3BC6F993FB7A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o sign"/>
        </a:ext>
      </dgm:extLst>
    </dgm:pt>
    <dgm:pt modelId="{67C8E44B-E5E5-42F1-881B-13B9EC745749}" type="pres">
      <dgm:prSet presAssocID="{04C01ADA-5E81-4CFA-B261-3BC6F993FB7A}" presName="spaceRect" presStyleCnt="0"/>
      <dgm:spPr/>
    </dgm:pt>
    <dgm:pt modelId="{0D43DAD5-90EA-4FEB-B25D-91B159057E53}" type="pres">
      <dgm:prSet presAssocID="{04C01ADA-5E81-4CFA-B261-3BC6F993FB7A}" presName="textRect" presStyleLbl="revTx" presStyleIdx="0" presStyleCnt="2">
        <dgm:presLayoutVars>
          <dgm:chMax val="1"/>
          <dgm:chPref val="1"/>
        </dgm:presLayoutVars>
      </dgm:prSet>
      <dgm:spPr/>
    </dgm:pt>
    <dgm:pt modelId="{8CBB4E6E-47CD-490C-8556-2E91B73C1260}" type="pres">
      <dgm:prSet presAssocID="{5E3126A1-981B-42D2-A3F7-56F4D7536C8A}" presName="sibTrans" presStyleLbl="sibTrans2D1" presStyleIdx="0" presStyleCnt="0"/>
      <dgm:spPr/>
    </dgm:pt>
    <dgm:pt modelId="{9700A9AB-BFE9-49E9-9973-7D34675DF52E}" type="pres">
      <dgm:prSet presAssocID="{9432C372-95CB-4CB5-B4B2-4D7E4E157BA1}" presName="compNode" presStyleCnt="0"/>
      <dgm:spPr/>
    </dgm:pt>
    <dgm:pt modelId="{3B1F747F-5112-48BC-BFE5-1D4E01948315}" type="pres">
      <dgm:prSet presAssocID="{9432C372-95CB-4CB5-B4B2-4D7E4E157BA1}" presName="iconBgRect" presStyleLbl="bgShp" presStyleIdx="1" presStyleCnt="2"/>
      <dgm:spPr/>
    </dgm:pt>
    <dgm:pt modelId="{8C6044D2-89E4-418D-AA5F-F4C3A1DBA0D8}" type="pres">
      <dgm:prSet presAssocID="{9432C372-95CB-4CB5-B4B2-4D7E4E157BA1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edle"/>
        </a:ext>
      </dgm:extLst>
    </dgm:pt>
    <dgm:pt modelId="{F90BCCE6-8F4A-4DC8-9EB0-C4DEF7B05D49}" type="pres">
      <dgm:prSet presAssocID="{9432C372-95CB-4CB5-B4B2-4D7E4E157BA1}" presName="spaceRect" presStyleCnt="0"/>
      <dgm:spPr/>
    </dgm:pt>
    <dgm:pt modelId="{A1ADDDCE-9B4B-4D5A-9630-8A736961756B}" type="pres">
      <dgm:prSet presAssocID="{9432C372-95CB-4CB5-B4B2-4D7E4E157BA1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DEE1B52A-2108-4FB9-B774-F046C791950E}" srcId="{2F3ECCE9-2E3D-47CF-B5E8-A81CE2466DD3}" destId="{9432C372-95CB-4CB5-B4B2-4D7E4E157BA1}" srcOrd="1" destOrd="0" parTransId="{C238052A-5950-4FD4-B77C-8E46AA655DE1}" sibTransId="{4F2E5704-5D03-45A2-876C-A0438F81AF7C}"/>
    <dgm:cxn modelId="{F3A8C738-2C26-4F19-9583-708D9095A034}" type="presOf" srcId="{9432C372-95CB-4CB5-B4B2-4D7E4E157BA1}" destId="{A1ADDDCE-9B4B-4D5A-9630-8A736961756B}" srcOrd="0" destOrd="0" presId="urn:microsoft.com/office/officeart/2018/2/layout/IconCircleList"/>
    <dgm:cxn modelId="{464BA986-FF60-4B4F-82A0-F86DAA5F24E7}" srcId="{2F3ECCE9-2E3D-47CF-B5E8-A81CE2466DD3}" destId="{04C01ADA-5E81-4CFA-B261-3BC6F993FB7A}" srcOrd="0" destOrd="0" parTransId="{C12B1FD8-476C-47C7-9C55-AC8101E50169}" sibTransId="{5E3126A1-981B-42D2-A3F7-56F4D7536C8A}"/>
    <dgm:cxn modelId="{6710E8BF-7324-4B3A-B2E4-61749DF666FB}" type="presOf" srcId="{04C01ADA-5E81-4CFA-B261-3BC6F993FB7A}" destId="{0D43DAD5-90EA-4FEB-B25D-91B159057E53}" srcOrd="0" destOrd="0" presId="urn:microsoft.com/office/officeart/2018/2/layout/IconCircleList"/>
    <dgm:cxn modelId="{7DF2E7CA-44F1-49B9-ACC4-5AF7D9F1A066}" type="presOf" srcId="{5E3126A1-981B-42D2-A3F7-56F4D7536C8A}" destId="{8CBB4E6E-47CD-490C-8556-2E91B73C1260}" srcOrd="0" destOrd="0" presId="urn:microsoft.com/office/officeart/2018/2/layout/IconCircleList"/>
    <dgm:cxn modelId="{70BCC9DE-BA01-4316-9E9A-FE75F9137A47}" type="presOf" srcId="{2F3ECCE9-2E3D-47CF-B5E8-A81CE2466DD3}" destId="{DFD913BD-81BD-4DD0-AEDE-54479C10DD41}" srcOrd="0" destOrd="0" presId="urn:microsoft.com/office/officeart/2018/2/layout/IconCircleList"/>
    <dgm:cxn modelId="{5D2143E9-B95A-46A5-880F-2360EE4024F4}" type="presParOf" srcId="{DFD913BD-81BD-4DD0-AEDE-54479C10DD41}" destId="{252D3664-9975-44E0-8FB6-5780A1A90815}" srcOrd="0" destOrd="0" presId="urn:microsoft.com/office/officeart/2018/2/layout/IconCircleList"/>
    <dgm:cxn modelId="{F1B380DC-50FD-4781-91C0-EDF36CBB5A34}" type="presParOf" srcId="{252D3664-9975-44E0-8FB6-5780A1A90815}" destId="{FCA6DA6C-7728-40D7-BFE6-5F8C987A674E}" srcOrd="0" destOrd="0" presId="urn:microsoft.com/office/officeart/2018/2/layout/IconCircleList"/>
    <dgm:cxn modelId="{2E66C942-6A09-4145-B56A-D827F19732B6}" type="presParOf" srcId="{FCA6DA6C-7728-40D7-BFE6-5F8C987A674E}" destId="{831312AC-DAB1-4A7C-815B-9D27FB28E1FB}" srcOrd="0" destOrd="0" presId="urn:microsoft.com/office/officeart/2018/2/layout/IconCircleList"/>
    <dgm:cxn modelId="{70303589-0D61-4C90-9911-F191DF3DB8C6}" type="presParOf" srcId="{FCA6DA6C-7728-40D7-BFE6-5F8C987A674E}" destId="{6E24A439-5BE5-4D68-9706-B1275C9AD766}" srcOrd="1" destOrd="0" presId="urn:microsoft.com/office/officeart/2018/2/layout/IconCircleList"/>
    <dgm:cxn modelId="{8966182B-C553-4A33-9369-24E9B92141D0}" type="presParOf" srcId="{FCA6DA6C-7728-40D7-BFE6-5F8C987A674E}" destId="{67C8E44B-E5E5-42F1-881B-13B9EC745749}" srcOrd="2" destOrd="0" presId="urn:microsoft.com/office/officeart/2018/2/layout/IconCircleList"/>
    <dgm:cxn modelId="{B1BAA85F-4329-4E5F-9A09-A3F0FE6D23D6}" type="presParOf" srcId="{FCA6DA6C-7728-40D7-BFE6-5F8C987A674E}" destId="{0D43DAD5-90EA-4FEB-B25D-91B159057E53}" srcOrd="3" destOrd="0" presId="urn:microsoft.com/office/officeart/2018/2/layout/IconCircleList"/>
    <dgm:cxn modelId="{CA64C157-5400-416B-AAB8-82649349DB1E}" type="presParOf" srcId="{252D3664-9975-44E0-8FB6-5780A1A90815}" destId="{8CBB4E6E-47CD-490C-8556-2E91B73C1260}" srcOrd="1" destOrd="0" presId="urn:microsoft.com/office/officeart/2018/2/layout/IconCircleList"/>
    <dgm:cxn modelId="{1C63782E-0043-4C20-AB20-5B328D559463}" type="presParOf" srcId="{252D3664-9975-44E0-8FB6-5780A1A90815}" destId="{9700A9AB-BFE9-49E9-9973-7D34675DF52E}" srcOrd="2" destOrd="0" presId="urn:microsoft.com/office/officeart/2018/2/layout/IconCircleList"/>
    <dgm:cxn modelId="{20191D02-FA0B-4857-AE97-CA0EC42B62C3}" type="presParOf" srcId="{9700A9AB-BFE9-49E9-9973-7D34675DF52E}" destId="{3B1F747F-5112-48BC-BFE5-1D4E01948315}" srcOrd="0" destOrd="0" presId="urn:microsoft.com/office/officeart/2018/2/layout/IconCircleList"/>
    <dgm:cxn modelId="{AED4D09B-457E-48E4-A4E3-72328B910CF1}" type="presParOf" srcId="{9700A9AB-BFE9-49E9-9973-7D34675DF52E}" destId="{8C6044D2-89E4-418D-AA5F-F4C3A1DBA0D8}" srcOrd="1" destOrd="0" presId="urn:microsoft.com/office/officeart/2018/2/layout/IconCircleList"/>
    <dgm:cxn modelId="{80145B1D-E376-4689-A67B-2E047AD30D4B}" type="presParOf" srcId="{9700A9AB-BFE9-49E9-9973-7D34675DF52E}" destId="{F90BCCE6-8F4A-4DC8-9EB0-C4DEF7B05D49}" srcOrd="2" destOrd="0" presId="urn:microsoft.com/office/officeart/2018/2/layout/IconCircleList"/>
    <dgm:cxn modelId="{8BACEA1B-0D28-4D0D-9B8E-5F35CB6ED5CF}" type="presParOf" srcId="{9700A9AB-BFE9-49E9-9973-7D34675DF52E}" destId="{A1ADDDCE-9B4B-4D5A-9630-8A736961756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DF764A4D-A4E1-4C31-952A-553A68DDE993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7B5E7360-8C04-4735-B2AF-408B4F626BA8}">
      <dgm:prSet/>
      <dgm:spPr/>
      <dgm:t>
        <a:bodyPr/>
        <a:lstStyle/>
        <a:p>
          <a:r>
            <a:rPr lang="en-US" dirty="0"/>
            <a:t>Necessary if Gender incongruence is present</a:t>
          </a:r>
        </a:p>
      </dgm:t>
    </dgm:pt>
    <dgm:pt modelId="{87CD3BF4-7AD3-4AFD-BF96-E5A6D4614AA3}" type="parTrans" cxnId="{E39AB077-AD40-44A8-AE05-B26BD8162B9E}">
      <dgm:prSet/>
      <dgm:spPr/>
      <dgm:t>
        <a:bodyPr/>
        <a:lstStyle/>
        <a:p>
          <a:endParaRPr lang="en-US"/>
        </a:p>
      </dgm:t>
    </dgm:pt>
    <dgm:pt modelId="{CF127AEC-9680-4A58-A4D7-92C1E1955EA8}" type="sibTrans" cxnId="{E39AB077-AD40-44A8-AE05-B26BD8162B9E}">
      <dgm:prSet/>
      <dgm:spPr/>
      <dgm:t>
        <a:bodyPr/>
        <a:lstStyle/>
        <a:p>
          <a:endParaRPr lang="en-US"/>
        </a:p>
      </dgm:t>
    </dgm:pt>
    <dgm:pt modelId="{6AE6CA56-F808-4B3D-AC38-7068CD374674}">
      <dgm:prSet/>
      <dgm:spPr/>
      <dgm:t>
        <a:bodyPr/>
        <a:lstStyle/>
        <a:p>
          <a:r>
            <a:rPr lang="en-US"/>
            <a:t>Consider Vaginal hysterectomy</a:t>
          </a:r>
        </a:p>
      </dgm:t>
    </dgm:pt>
    <dgm:pt modelId="{6388881E-6098-4DB5-B074-F01C565DCD94}" type="parTrans" cxnId="{74018905-449C-449B-A59A-7B97EB0C808A}">
      <dgm:prSet/>
      <dgm:spPr/>
      <dgm:t>
        <a:bodyPr/>
        <a:lstStyle/>
        <a:p>
          <a:endParaRPr lang="en-US"/>
        </a:p>
      </dgm:t>
    </dgm:pt>
    <dgm:pt modelId="{926A3785-5B6C-4A7F-B8D3-952E5F704B00}" type="sibTrans" cxnId="{74018905-449C-449B-A59A-7B97EB0C808A}">
      <dgm:prSet/>
      <dgm:spPr/>
      <dgm:t>
        <a:bodyPr/>
        <a:lstStyle/>
        <a:p>
          <a:endParaRPr lang="en-US"/>
        </a:p>
      </dgm:t>
    </dgm:pt>
    <dgm:pt modelId="{5247D0AC-B494-41FE-9DB6-1A411A60485C}">
      <dgm:prSet/>
      <dgm:spPr/>
      <dgm:t>
        <a:bodyPr/>
        <a:lstStyle/>
        <a:p>
          <a:r>
            <a:rPr lang="en-US" dirty="0"/>
            <a:t>Ovarian removal depends on Fertility desire /Pt choice       </a:t>
          </a:r>
        </a:p>
      </dgm:t>
    </dgm:pt>
    <dgm:pt modelId="{BF3563AA-B930-4852-BC47-425201B26AAA}" type="parTrans" cxnId="{D9D3D367-7914-4748-B77C-FBEE83BDBC84}">
      <dgm:prSet/>
      <dgm:spPr/>
      <dgm:t>
        <a:bodyPr/>
        <a:lstStyle/>
        <a:p>
          <a:endParaRPr lang="en-US"/>
        </a:p>
      </dgm:t>
    </dgm:pt>
    <dgm:pt modelId="{74D543E5-B362-4E60-8726-D94DC60A2A04}" type="sibTrans" cxnId="{D9D3D367-7914-4748-B77C-FBEE83BDBC84}">
      <dgm:prSet/>
      <dgm:spPr/>
      <dgm:t>
        <a:bodyPr/>
        <a:lstStyle/>
        <a:p>
          <a:endParaRPr lang="en-US"/>
        </a:p>
      </dgm:t>
    </dgm:pt>
    <dgm:pt modelId="{3FCF86EC-F592-4ABC-B23C-9939952E4BCB}">
      <dgm:prSet/>
      <dgm:spPr/>
      <dgm:t>
        <a:bodyPr/>
        <a:lstStyle/>
        <a:p>
          <a:r>
            <a:rPr lang="en-US"/>
            <a:t>Cardiovascular Health:                                                                                                         No studies have found increased Cardiovascular risk in the Transmasculine </a:t>
          </a:r>
        </a:p>
      </dgm:t>
    </dgm:pt>
    <dgm:pt modelId="{D203298B-F45A-4657-8A60-1228D6A1AB8C}" type="parTrans" cxnId="{C278A73F-5DA7-4120-AF77-C1809336F467}">
      <dgm:prSet/>
      <dgm:spPr/>
      <dgm:t>
        <a:bodyPr/>
        <a:lstStyle/>
        <a:p>
          <a:endParaRPr lang="en-US"/>
        </a:p>
      </dgm:t>
    </dgm:pt>
    <dgm:pt modelId="{DA4F1F1D-1AF5-4D3B-BECC-F320E64EBA35}" type="sibTrans" cxnId="{C278A73F-5DA7-4120-AF77-C1809336F467}">
      <dgm:prSet/>
      <dgm:spPr/>
      <dgm:t>
        <a:bodyPr/>
        <a:lstStyle/>
        <a:p>
          <a:endParaRPr lang="en-US"/>
        </a:p>
      </dgm:t>
    </dgm:pt>
    <dgm:pt modelId="{83634929-C420-4FA1-B9E7-7B7A400EFAD6}">
      <dgm:prSet/>
      <dgm:spPr/>
      <dgm:t>
        <a:bodyPr/>
        <a:lstStyle/>
        <a:p>
          <a:r>
            <a:rPr lang="en-US"/>
            <a:t>Bone Health:                                                                                         Testosterone can prevent Bone demineralization</a:t>
          </a:r>
        </a:p>
      </dgm:t>
    </dgm:pt>
    <dgm:pt modelId="{7F27BCF0-7E38-40CA-9893-41B0104B6B98}" type="parTrans" cxnId="{2CB81415-BEA6-48FB-A12B-99533AAC1DEE}">
      <dgm:prSet/>
      <dgm:spPr/>
      <dgm:t>
        <a:bodyPr/>
        <a:lstStyle/>
        <a:p>
          <a:endParaRPr lang="en-US"/>
        </a:p>
      </dgm:t>
    </dgm:pt>
    <dgm:pt modelId="{EFDBF296-5683-4358-B835-0DACD4C15554}" type="sibTrans" cxnId="{2CB81415-BEA6-48FB-A12B-99533AAC1DEE}">
      <dgm:prSet/>
      <dgm:spPr/>
      <dgm:t>
        <a:bodyPr/>
        <a:lstStyle/>
        <a:p>
          <a:endParaRPr lang="en-US"/>
        </a:p>
      </dgm:t>
    </dgm:pt>
    <dgm:pt modelId="{CC06BB80-1C46-4A01-AF11-F061C6E02879}" type="pres">
      <dgm:prSet presAssocID="{DF764A4D-A4E1-4C31-952A-553A68DDE993}" presName="linear" presStyleCnt="0">
        <dgm:presLayoutVars>
          <dgm:animLvl val="lvl"/>
          <dgm:resizeHandles val="exact"/>
        </dgm:presLayoutVars>
      </dgm:prSet>
      <dgm:spPr/>
    </dgm:pt>
    <dgm:pt modelId="{49F625D6-ACFE-4D6F-9EBE-86E7EF953E55}" type="pres">
      <dgm:prSet presAssocID="{7B5E7360-8C04-4735-B2AF-408B4F626BA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7C05AEC-8A4B-408D-BB72-11E39D6E7EC8}" type="pres">
      <dgm:prSet presAssocID="{CF127AEC-9680-4A58-A4D7-92C1E1955EA8}" presName="spacer" presStyleCnt="0"/>
      <dgm:spPr/>
    </dgm:pt>
    <dgm:pt modelId="{7855E1BE-3E08-4B87-B5A5-9DAD21F07B96}" type="pres">
      <dgm:prSet presAssocID="{6AE6CA56-F808-4B3D-AC38-7068CD374674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E4AF3FA-EEC8-47E8-B7A0-355B3AAC4E2C}" type="pres">
      <dgm:prSet presAssocID="{926A3785-5B6C-4A7F-B8D3-952E5F704B00}" presName="spacer" presStyleCnt="0"/>
      <dgm:spPr/>
    </dgm:pt>
    <dgm:pt modelId="{CCB2193D-7577-4210-8986-C7CB9A107161}" type="pres">
      <dgm:prSet presAssocID="{5247D0AC-B494-41FE-9DB6-1A411A60485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4D835EC-149B-4CCE-8171-9FA0C0325BF0}" type="pres">
      <dgm:prSet presAssocID="{74D543E5-B362-4E60-8726-D94DC60A2A04}" presName="spacer" presStyleCnt="0"/>
      <dgm:spPr/>
    </dgm:pt>
    <dgm:pt modelId="{DC91C1C1-FA47-45F4-A4F5-2C8EDF847AB9}" type="pres">
      <dgm:prSet presAssocID="{3FCF86EC-F592-4ABC-B23C-9939952E4BC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48CF14A-0AC8-4FC8-9E0B-CC8EBA30E2F4}" type="pres">
      <dgm:prSet presAssocID="{DA4F1F1D-1AF5-4D3B-BECC-F320E64EBA35}" presName="spacer" presStyleCnt="0"/>
      <dgm:spPr/>
    </dgm:pt>
    <dgm:pt modelId="{D6C949ED-B2D2-44A6-8FF4-BEAAD54137B1}" type="pres">
      <dgm:prSet presAssocID="{83634929-C420-4FA1-B9E7-7B7A400EFAD6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4018905-449C-449B-A59A-7B97EB0C808A}" srcId="{DF764A4D-A4E1-4C31-952A-553A68DDE993}" destId="{6AE6CA56-F808-4B3D-AC38-7068CD374674}" srcOrd="1" destOrd="0" parTransId="{6388881E-6098-4DB5-B074-F01C565DCD94}" sibTransId="{926A3785-5B6C-4A7F-B8D3-952E5F704B00}"/>
    <dgm:cxn modelId="{2CB81415-BEA6-48FB-A12B-99533AAC1DEE}" srcId="{DF764A4D-A4E1-4C31-952A-553A68DDE993}" destId="{83634929-C420-4FA1-B9E7-7B7A400EFAD6}" srcOrd="4" destOrd="0" parTransId="{7F27BCF0-7E38-40CA-9893-41B0104B6B98}" sibTransId="{EFDBF296-5683-4358-B835-0DACD4C15554}"/>
    <dgm:cxn modelId="{C278A73F-5DA7-4120-AF77-C1809336F467}" srcId="{DF764A4D-A4E1-4C31-952A-553A68DDE993}" destId="{3FCF86EC-F592-4ABC-B23C-9939952E4BCB}" srcOrd="3" destOrd="0" parTransId="{D203298B-F45A-4657-8A60-1228D6A1AB8C}" sibTransId="{DA4F1F1D-1AF5-4D3B-BECC-F320E64EBA35}"/>
    <dgm:cxn modelId="{D486E95C-06D6-4D2B-849D-0DF5F6A793A4}" type="presOf" srcId="{7B5E7360-8C04-4735-B2AF-408B4F626BA8}" destId="{49F625D6-ACFE-4D6F-9EBE-86E7EF953E55}" srcOrd="0" destOrd="0" presId="urn:microsoft.com/office/officeart/2005/8/layout/vList2"/>
    <dgm:cxn modelId="{D9D3D367-7914-4748-B77C-FBEE83BDBC84}" srcId="{DF764A4D-A4E1-4C31-952A-553A68DDE993}" destId="{5247D0AC-B494-41FE-9DB6-1A411A60485C}" srcOrd="2" destOrd="0" parTransId="{BF3563AA-B930-4852-BC47-425201B26AAA}" sibTransId="{74D543E5-B362-4E60-8726-D94DC60A2A04}"/>
    <dgm:cxn modelId="{D8C40D50-D0D4-438A-9F7B-07B83B627283}" type="presOf" srcId="{83634929-C420-4FA1-B9E7-7B7A400EFAD6}" destId="{D6C949ED-B2D2-44A6-8FF4-BEAAD54137B1}" srcOrd="0" destOrd="0" presId="urn:microsoft.com/office/officeart/2005/8/layout/vList2"/>
    <dgm:cxn modelId="{E39AB077-AD40-44A8-AE05-B26BD8162B9E}" srcId="{DF764A4D-A4E1-4C31-952A-553A68DDE993}" destId="{7B5E7360-8C04-4735-B2AF-408B4F626BA8}" srcOrd="0" destOrd="0" parTransId="{87CD3BF4-7AD3-4AFD-BF96-E5A6D4614AA3}" sibTransId="{CF127AEC-9680-4A58-A4D7-92C1E1955EA8}"/>
    <dgm:cxn modelId="{2835D494-8FB0-4F09-A2DE-8FEF515AEE6F}" type="presOf" srcId="{5247D0AC-B494-41FE-9DB6-1A411A60485C}" destId="{CCB2193D-7577-4210-8986-C7CB9A107161}" srcOrd="0" destOrd="0" presId="urn:microsoft.com/office/officeart/2005/8/layout/vList2"/>
    <dgm:cxn modelId="{E4246696-74FE-46DA-BD92-0C888860DEAE}" type="presOf" srcId="{6AE6CA56-F808-4B3D-AC38-7068CD374674}" destId="{7855E1BE-3E08-4B87-B5A5-9DAD21F07B96}" srcOrd="0" destOrd="0" presId="urn:microsoft.com/office/officeart/2005/8/layout/vList2"/>
    <dgm:cxn modelId="{90A5B5BD-E0DA-48E4-8C0A-3179E5AE2855}" type="presOf" srcId="{DF764A4D-A4E1-4C31-952A-553A68DDE993}" destId="{CC06BB80-1C46-4A01-AF11-F061C6E02879}" srcOrd="0" destOrd="0" presId="urn:microsoft.com/office/officeart/2005/8/layout/vList2"/>
    <dgm:cxn modelId="{6201DAC4-B6F3-4777-94AE-B98C9408B55D}" type="presOf" srcId="{3FCF86EC-F592-4ABC-B23C-9939952E4BCB}" destId="{DC91C1C1-FA47-45F4-A4F5-2C8EDF847AB9}" srcOrd="0" destOrd="0" presId="urn:microsoft.com/office/officeart/2005/8/layout/vList2"/>
    <dgm:cxn modelId="{7EA8E33D-CFAF-4327-906E-08408591D41B}" type="presParOf" srcId="{CC06BB80-1C46-4A01-AF11-F061C6E02879}" destId="{49F625D6-ACFE-4D6F-9EBE-86E7EF953E55}" srcOrd="0" destOrd="0" presId="urn:microsoft.com/office/officeart/2005/8/layout/vList2"/>
    <dgm:cxn modelId="{B744E3E1-6515-4033-9D02-D96AD5B24343}" type="presParOf" srcId="{CC06BB80-1C46-4A01-AF11-F061C6E02879}" destId="{07C05AEC-8A4B-408D-BB72-11E39D6E7EC8}" srcOrd="1" destOrd="0" presId="urn:microsoft.com/office/officeart/2005/8/layout/vList2"/>
    <dgm:cxn modelId="{3B5DB054-FECE-463F-BE73-2466DD83E837}" type="presParOf" srcId="{CC06BB80-1C46-4A01-AF11-F061C6E02879}" destId="{7855E1BE-3E08-4B87-B5A5-9DAD21F07B96}" srcOrd="2" destOrd="0" presId="urn:microsoft.com/office/officeart/2005/8/layout/vList2"/>
    <dgm:cxn modelId="{F1F47509-13E7-4F24-AC30-4170C138947E}" type="presParOf" srcId="{CC06BB80-1C46-4A01-AF11-F061C6E02879}" destId="{9E4AF3FA-EEC8-47E8-B7A0-355B3AAC4E2C}" srcOrd="3" destOrd="0" presId="urn:microsoft.com/office/officeart/2005/8/layout/vList2"/>
    <dgm:cxn modelId="{0DB69B83-377D-41BD-8128-10C030469469}" type="presParOf" srcId="{CC06BB80-1C46-4A01-AF11-F061C6E02879}" destId="{CCB2193D-7577-4210-8986-C7CB9A107161}" srcOrd="4" destOrd="0" presId="urn:microsoft.com/office/officeart/2005/8/layout/vList2"/>
    <dgm:cxn modelId="{F8451849-66F7-4636-A910-54442E8C26D5}" type="presParOf" srcId="{CC06BB80-1C46-4A01-AF11-F061C6E02879}" destId="{24D835EC-149B-4CCE-8171-9FA0C0325BF0}" srcOrd="5" destOrd="0" presId="urn:microsoft.com/office/officeart/2005/8/layout/vList2"/>
    <dgm:cxn modelId="{2B20372D-F3C6-43DA-B2F4-8AF6120D5A62}" type="presParOf" srcId="{CC06BB80-1C46-4A01-AF11-F061C6E02879}" destId="{DC91C1C1-FA47-45F4-A4F5-2C8EDF847AB9}" srcOrd="6" destOrd="0" presId="urn:microsoft.com/office/officeart/2005/8/layout/vList2"/>
    <dgm:cxn modelId="{36977366-1838-41FE-AF31-14D5B83552FF}" type="presParOf" srcId="{CC06BB80-1C46-4A01-AF11-F061C6E02879}" destId="{648CF14A-0AC8-4FC8-9E0B-CC8EBA30E2F4}" srcOrd="7" destOrd="0" presId="urn:microsoft.com/office/officeart/2005/8/layout/vList2"/>
    <dgm:cxn modelId="{E8421968-5754-4867-BA18-6175D0910955}" type="presParOf" srcId="{CC06BB80-1C46-4A01-AF11-F061C6E02879}" destId="{D6C949ED-B2D2-44A6-8FF4-BEAAD54137B1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416589F5-9408-44BB-B6CA-715EA68FA578}" type="doc">
      <dgm:prSet loTypeId="urn:microsoft.com/office/officeart/2005/8/layout/vList2" loCatId="list" qsTypeId="urn:microsoft.com/office/officeart/2005/8/quickstyle/simple4#2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8980F6C-827E-4283-863D-C18C44FE5E43}">
      <dgm:prSet/>
      <dgm:spPr/>
      <dgm:t>
        <a:bodyPr/>
        <a:lstStyle/>
        <a:p>
          <a:r>
            <a:rPr lang="en-US" dirty="0"/>
            <a:t>Mental Health</a:t>
          </a:r>
        </a:p>
      </dgm:t>
    </dgm:pt>
    <dgm:pt modelId="{7823EE8C-5048-4E4D-9EF7-9DF52DDEE313}" type="parTrans" cxnId="{C2AAE4C9-1F24-44BA-AC62-22B4A94045E2}">
      <dgm:prSet/>
      <dgm:spPr/>
      <dgm:t>
        <a:bodyPr/>
        <a:lstStyle/>
        <a:p>
          <a:endParaRPr lang="en-US"/>
        </a:p>
      </dgm:t>
    </dgm:pt>
    <dgm:pt modelId="{614714E0-B472-4AC7-9331-0202050FA741}" type="sibTrans" cxnId="{C2AAE4C9-1F24-44BA-AC62-22B4A94045E2}">
      <dgm:prSet/>
      <dgm:spPr/>
      <dgm:t>
        <a:bodyPr/>
        <a:lstStyle/>
        <a:p>
          <a:endParaRPr lang="en-US"/>
        </a:p>
      </dgm:t>
    </dgm:pt>
    <dgm:pt modelId="{9B253192-D521-4A33-9F57-2FAD7C558CEB}">
      <dgm:prSet/>
      <dgm:spPr/>
      <dgm:t>
        <a:bodyPr/>
        <a:lstStyle/>
        <a:p>
          <a:r>
            <a:rPr lang="en-US"/>
            <a:t>Depression</a:t>
          </a:r>
        </a:p>
      </dgm:t>
    </dgm:pt>
    <dgm:pt modelId="{AA3F3F9C-2FBC-48F7-8F9A-223B09559511}" type="parTrans" cxnId="{CDE18708-A905-44E1-B172-D7CC8C829960}">
      <dgm:prSet/>
      <dgm:spPr/>
      <dgm:t>
        <a:bodyPr/>
        <a:lstStyle/>
        <a:p>
          <a:endParaRPr lang="en-US"/>
        </a:p>
      </dgm:t>
    </dgm:pt>
    <dgm:pt modelId="{412C0A32-AAAC-4100-8AC4-EA1CC52957B0}" type="sibTrans" cxnId="{CDE18708-A905-44E1-B172-D7CC8C829960}">
      <dgm:prSet/>
      <dgm:spPr/>
      <dgm:t>
        <a:bodyPr/>
        <a:lstStyle/>
        <a:p>
          <a:endParaRPr lang="en-US"/>
        </a:p>
      </dgm:t>
    </dgm:pt>
    <dgm:pt modelId="{533C71A6-5DAE-40F1-A3C7-E6624642C0F8}">
      <dgm:prSet/>
      <dgm:spPr/>
      <dgm:t>
        <a:bodyPr/>
        <a:lstStyle/>
        <a:p>
          <a:r>
            <a:rPr lang="en-US"/>
            <a:t>Substance Abuse</a:t>
          </a:r>
        </a:p>
      </dgm:t>
    </dgm:pt>
    <dgm:pt modelId="{F9D837B8-70ED-4AA7-8624-757226A3F036}" type="parTrans" cxnId="{4AF6231A-6EB6-474D-BC0E-12FF8552F679}">
      <dgm:prSet/>
      <dgm:spPr/>
      <dgm:t>
        <a:bodyPr/>
        <a:lstStyle/>
        <a:p>
          <a:endParaRPr lang="en-US"/>
        </a:p>
      </dgm:t>
    </dgm:pt>
    <dgm:pt modelId="{A91B287D-A618-4FD5-BC97-62C71F77419B}" type="sibTrans" cxnId="{4AF6231A-6EB6-474D-BC0E-12FF8552F679}">
      <dgm:prSet/>
      <dgm:spPr/>
      <dgm:t>
        <a:bodyPr/>
        <a:lstStyle/>
        <a:p>
          <a:endParaRPr lang="en-US"/>
        </a:p>
      </dgm:t>
    </dgm:pt>
    <dgm:pt modelId="{720B1CEA-F7A7-4B06-96C5-A3A22BA260DD}">
      <dgm:prSet/>
      <dgm:spPr/>
      <dgm:t>
        <a:bodyPr/>
        <a:lstStyle/>
        <a:p>
          <a:r>
            <a:rPr lang="en-US"/>
            <a:t>Cancer</a:t>
          </a:r>
        </a:p>
      </dgm:t>
    </dgm:pt>
    <dgm:pt modelId="{03489880-2A16-43AA-9F42-3E3AE5331F7F}" type="parTrans" cxnId="{DF81A14B-4509-4E8B-AF88-37E6BEE885FE}">
      <dgm:prSet/>
      <dgm:spPr/>
      <dgm:t>
        <a:bodyPr/>
        <a:lstStyle/>
        <a:p>
          <a:endParaRPr lang="en-US"/>
        </a:p>
      </dgm:t>
    </dgm:pt>
    <dgm:pt modelId="{CE7AFED0-4E4E-4C11-9276-B91AF5B3DC33}" type="sibTrans" cxnId="{DF81A14B-4509-4E8B-AF88-37E6BEE885FE}">
      <dgm:prSet/>
      <dgm:spPr/>
      <dgm:t>
        <a:bodyPr/>
        <a:lstStyle/>
        <a:p>
          <a:endParaRPr lang="en-US"/>
        </a:p>
      </dgm:t>
    </dgm:pt>
    <dgm:pt modelId="{D80CB5AC-E9A5-4D16-8100-7E7AB85D291A}">
      <dgm:prSet/>
      <dgm:spPr/>
      <dgm:t>
        <a:bodyPr/>
        <a:lstStyle/>
        <a:p>
          <a:r>
            <a:rPr lang="en-US"/>
            <a:t>STD screening</a:t>
          </a:r>
        </a:p>
      </dgm:t>
    </dgm:pt>
    <dgm:pt modelId="{7BBBEF11-416A-4C72-AD3C-0C825CCD18CB}" type="parTrans" cxnId="{566A4811-939F-4BE2-ABEB-8E166522A29A}">
      <dgm:prSet/>
      <dgm:spPr/>
      <dgm:t>
        <a:bodyPr/>
        <a:lstStyle/>
        <a:p>
          <a:endParaRPr lang="en-US"/>
        </a:p>
      </dgm:t>
    </dgm:pt>
    <dgm:pt modelId="{D781C372-9954-4858-9389-4F70FD9EB694}" type="sibTrans" cxnId="{566A4811-939F-4BE2-ABEB-8E166522A29A}">
      <dgm:prSet/>
      <dgm:spPr/>
      <dgm:t>
        <a:bodyPr/>
        <a:lstStyle/>
        <a:p>
          <a:endParaRPr lang="en-US"/>
        </a:p>
      </dgm:t>
    </dgm:pt>
    <dgm:pt modelId="{1BABA816-D100-4CD1-AE17-1E4B06F7F234}">
      <dgm:prSet/>
      <dgm:spPr/>
      <dgm:t>
        <a:bodyPr/>
        <a:lstStyle/>
        <a:p>
          <a:r>
            <a:rPr lang="en-US"/>
            <a:t>Immunization –including HPV</a:t>
          </a:r>
        </a:p>
      </dgm:t>
    </dgm:pt>
    <dgm:pt modelId="{6C1E6848-D96E-4DB6-91BC-48A64FE825B0}" type="parTrans" cxnId="{0AB94CC3-B061-4B93-80EA-F80383330301}">
      <dgm:prSet/>
      <dgm:spPr/>
      <dgm:t>
        <a:bodyPr/>
        <a:lstStyle/>
        <a:p>
          <a:endParaRPr lang="en-US"/>
        </a:p>
      </dgm:t>
    </dgm:pt>
    <dgm:pt modelId="{5EB23BAE-BEC4-48EE-B918-783E9AC0523B}" type="sibTrans" cxnId="{0AB94CC3-B061-4B93-80EA-F80383330301}">
      <dgm:prSet/>
      <dgm:spPr/>
      <dgm:t>
        <a:bodyPr/>
        <a:lstStyle/>
        <a:p>
          <a:endParaRPr lang="en-US"/>
        </a:p>
      </dgm:t>
    </dgm:pt>
    <dgm:pt modelId="{138D3967-950F-4283-B1B7-0ED67C1F7915}">
      <dgm:prSet/>
      <dgm:spPr/>
      <dgm:t>
        <a:bodyPr/>
        <a:lstStyle/>
        <a:p>
          <a:r>
            <a:rPr lang="en-US" dirty="0"/>
            <a:t> </a:t>
          </a:r>
          <a:r>
            <a:rPr lang="en-US" dirty="0">
              <a:solidFill>
                <a:srgbClr val="FF0000"/>
              </a:solidFill>
            </a:rPr>
            <a:t>40% </a:t>
          </a:r>
          <a:r>
            <a:rPr lang="en-US" dirty="0"/>
            <a:t>of Transgender pts – Attempt Suicide</a:t>
          </a:r>
        </a:p>
      </dgm:t>
    </dgm:pt>
    <dgm:pt modelId="{6550A132-DE42-4E65-B322-1EF272B90252}" type="parTrans" cxnId="{64334751-D0A2-4D0D-9094-1CB19D10D045}">
      <dgm:prSet/>
      <dgm:spPr/>
      <dgm:t>
        <a:bodyPr/>
        <a:lstStyle/>
        <a:p>
          <a:endParaRPr lang="en-US"/>
        </a:p>
      </dgm:t>
    </dgm:pt>
    <dgm:pt modelId="{651FC402-A648-4740-9BAA-92F437D04FB0}" type="sibTrans" cxnId="{64334751-D0A2-4D0D-9094-1CB19D10D045}">
      <dgm:prSet/>
      <dgm:spPr/>
      <dgm:t>
        <a:bodyPr/>
        <a:lstStyle/>
        <a:p>
          <a:endParaRPr lang="en-US"/>
        </a:p>
      </dgm:t>
    </dgm:pt>
    <dgm:pt modelId="{1DF1EACC-0D30-4CCF-8299-C7D8AB0D48FB}">
      <dgm:prSet/>
      <dgm:spPr/>
      <dgm:t>
        <a:bodyPr/>
        <a:lstStyle/>
        <a:p>
          <a:r>
            <a:rPr lang="en-US"/>
            <a:t>Screen for Intimate Partner Violence</a:t>
          </a:r>
        </a:p>
      </dgm:t>
    </dgm:pt>
    <dgm:pt modelId="{73CD1082-13E4-4F0C-A260-1063C93F2032}" type="parTrans" cxnId="{941532A5-8E24-4B98-9067-336EC8784828}">
      <dgm:prSet/>
      <dgm:spPr/>
      <dgm:t>
        <a:bodyPr/>
        <a:lstStyle/>
        <a:p>
          <a:endParaRPr lang="en-US"/>
        </a:p>
      </dgm:t>
    </dgm:pt>
    <dgm:pt modelId="{55D8B371-4B0E-4B72-A985-072ED10B64A9}" type="sibTrans" cxnId="{941532A5-8E24-4B98-9067-336EC8784828}">
      <dgm:prSet/>
      <dgm:spPr/>
      <dgm:t>
        <a:bodyPr/>
        <a:lstStyle/>
        <a:p>
          <a:endParaRPr lang="en-US"/>
        </a:p>
      </dgm:t>
    </dgm:pt>
    <dgm:pt modelId="{6BDE7B14-4E84-41E5-8B95-F4F9AF2D6658}" type="pres">
      <dgm:prSet presAssocID="{416589F5-9408-44BB-B6CA-715EA68FA578}" presName="linear" presStyleCnt="0">
        <dgm:presLayoutVars>
          <dgm:animLvl val="lvl"/>
          <dgm:resizeHandles val="exact"/>
        </dgm:presLayoutVars>
      </dgm:prSet>
      <dgm:spPr/>
    </dgm:pt>
    <dgm:pt modelId="{0A0B1F26-1344-45E7-9DFC-5A021279B3FC}" type="pres">
      <dgm:prSet presAssocID="{58980F6C-827E-4283-863D-C18C44FE5E43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839E832C-16B7-4A25-99CD-4D588221272D}" type="pres">
      <dgm:prSet presAssocID="{614714E0-B472-4AC7-9331-0202050FA741}" presName="spacer" presStyleCnt="0"/>
      <dgm:spPr/>
    </dgm:pt>
    <dgm:pt modelId="{CDDC3E1B-F588-45D9-8949-922C1C6AEB24}" type="pres">
      <dgm:prSet presAssocID="{1DF1EACC-0D30-4CCF-8299-C7D8AB0D48FB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CFDE8D13-A755-4DB0-A15B-4234E2B5E132}" type="pres">
      <dgm:prSet presAssocID="{55D8B371-4B0E-4B72-A985-072ED10B64A9}" presName="spacer" presStyleCnt="0"/>
      <dgm:spPr/>
    </dgm:pt>
    <dgm:pt modelId="{FA46B6D5-A781-49C2-9CEF-B231FD9FBF80}" type="pres">
      <dgm:prSet presAssocID="{9B253192-D521-4A33-9F57-2FAD7C558CEB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A23A5027-6BC1-4D0F-A263-E64F8BCBA6A3}" type="pres">
      <dgm:prSet presAssocID="{412C0A32-AAAC-4100-8AC4-EA1CC52957B0}" presName="spacer" presStyleCnt="0"/>
      <dgm:spPr/>
    </dgm:pt>
    <dgm:pt modelId="{AF8DDB84-6C23-4ABB-93FB-41D4AB414C69}" type="pres">
      <dgm:prSet presAssocID="{533C71A6-5DAE-40F1-A3C7-E6624642C0F8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E3AF8DD6-649A-4809-AC95-9318B73F017A}" type="pres">
      <dgm:prSet presAssocID="{A91B287D-A618-4FD5-BC97-62C71F77419B}" presName="spacer" presStyleCnt="0"/>
      <dgm:spPr/>
    </dgm:pt>
    <dgm:pt modelId="{9AFCA39E-AFC3-43C0-B8CA-B3F883511D9B}" type="pres">
      <dgm:prSet presAssocID="{720B1CEA-F7A7-4B06-96C5-A3A22BA260DD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D9910C94-D406-4435-B489-C1BA11349B4F}" type="pres">
      <dgm:prSet presAssocID="{CE7AFED0-4E4E-4C11-9276-B91AF5B3DC33}" presName="spacer" presStyleCnt="0"/>
      <dgm:spPr/>
    </dgm:pt>
    <dgm:pt modelId="{01FFB68C-C5E9-4B1A-B7FA-332D13E70398}" type="pres">
      <dgm:prSet presAssocID="{D80CB5AC-E9A5-4D16-8100-7E7AB85D291A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8BDEA19B-762F-4561-A237-CBAF770405BE}" type="pres">
      <dgm:prSet presAssocID="{D781C372-9954-4858-9389-4F70FD9EB694}" presName="spacer" presStyleCnt="0"/>
      <dgm:spPr/>
    </dgm:pt>
    <dgm:pt modelId="{1BDDB5A7-F1A6-492B-97E7-26F97DDAE109}" type="pres">
      <dgm:prSet presAssocID="{1BABA816-D100-4CD1-AE17-1E4B06F7F234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EDB54538-4151-4255-AAA2-C671F6C164EE}" type="pres">
      <dgm:prSet presAssocID="{5EB23BAE-BEC4-48EE-B918-783E9AC0523B}" presName="spacer" presStyleCnt="0"/>
      <dgm:spPr/>
    </dgm:pt>
    <dgm:pt modelId="{D9699888-1B16-43F4-9AFF-67CB589D373B}" type="pres">
      <dgm:prSet presAssocID="{138D3967-950F-4283-B1B7-0ED67C1F7915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CDE18708-A905-44E1-B172-D7CC8C829960}" srcId="{416589F5-9408-44BB-B6CA-715EA68FA578}" destId="{9B253192-D521-4A33-9F57-2FAD7C558CEB}" srcOrd="2" destOrd="0" parTransId="{AA3F3F9C-2FBC-48F7-8F9A-223B09559511}" sibTransId="{412C0A32-AAAC-4100-8AC4-EA1CC52957B0}"/>
    <dgm:cxn modelId="{566A4811-939F-4BE2-ABEB-8E166522A29A}" srcId="{416589F5-9408-44BB-B6CA-715EA68FA578}" destId="{D80CB5AC-E9A5-4D16-8100-7E7AB85D291A}" srcOrd="5" destOrd="0" parTransId="{7BBBEF11-416A-4C72-AD3C-0C825CCD18CB}" sibTransId="{D781C372-9954-4858-9389-4F70FD9EB694}"/>
    <dgm:cxn modelId="{4AF6231A-6EB6-474D-BC0E-12FF8552F679}" srcId="{416589F5-9408-44BB-B6CA-715EA68FA578}" destId="{533C71A6-5DAE-40F1-A3C7-E6624642C0F8}" srcOrd="3" destOrd="0" parTransId="{F9D837B8-70ED-4AA7-8624-757226A3F036}" sibTransId="{A91B287D-A618-4FD5-BC97-62C71F77419B}"/>
    <dgm:cxn modelId="{DBBFBF26-C98E-4327-9AB9-2074194ED5A8}" type="presOf" srcId="{58980F6C-827E-4283-863D-C18C44FE5E43}" destId="{0A0B1F26-1344-45E7-9DFC-5A021279B3FC}" srcOrd="0" destOrd="0" presId="urn:microsoft.com/office/officeart/2005/8/layout/vList2"/>
    <dgm:cxn modelId="{4008CA2D-63AE-4EED-92C4-051AF02860C7}" type="presOf" srcId="{533C71A6-5DAE-40F1-A3C7-E6624642C0F8}" destId="{AF8DDB84-6C23-4ABB-93FB-41D4AB414C69}" srcOrd="0" destOrd="0" presId="urn:microsoft.com/office/officeart/2005/8/layout/vList2"/>
    <dgm:cxn modelId="{7493664B-D95C-4DC7-8243-2C60B81C8EB0}" type="presOf" srcId="{1BABA816-D100-4CD1-AE17-1E4B06F7F234}" destId="{1BDDB5A7-F1A6-492B-97E7-26F97DDAE109}" srcOrd="0" destOrd="0" presId="urn:microsoft.com/office/officeart/2005/8/layout/vList2"/>
    <dgm:cxn modelId="{DF81A14B-4509-4E8B-AF88-37E6BEE885FE}" srcId="{416589F5-9408-44BB-B6CA-715EA68FA578}" destId="{720B1CEA-F7A7-4B06-96C5-A3A22BA260DD}" srcOrd="4" destOrd="0" parTransId="{03489880-2A16-43AA-9F42-3E3AE5331F7F}" sibTransId="{CE7AFED0-4E4E-4C11-9276-B91AF5B3DC33}"/>
    <dgm:cxn modelId="{0C293B50-2B0E-48A1-B3DC-C00F58ADA550}" type="presOf" srcId="{416589F5-9408-44BB-B6CA-715EA68FA578}" destId="{6BDE7B14-4E84-41E5-8B95-F4F9AF2D6658}" srcOrd="0" destOrd="0" presId="urn:microsoft.com/office/officeart/2005/8/layout/vList2"/>
    <dgm:cxn modelId="{64334751-D0A2-4D0D-9094-1CB19D10D045}" srcId="{416589F5-9408-44BB-B6CA-715EA68FA578}" destId="{138D3967-950F-4283-B1B7-0ED67C1F7915}" srcOrd="7" destOrd="0" parTransId="{6550A132-DE42-4E65-B322-1EF272B90252}" sibTransId="{651FC402-A648-4740-9BAA-92F437D04FB0}"/>
    <dgm:cxn modelId="{8747349C-9B47-4BC2-A2AF-51FC43957D7C}" type="presOf" srcId="{720B1CEA-F7A7-4B06-96C5-A3A22BA260DD}" destId="{9AFCA39E-AFC3-43C0-B8CA-B3F883511D9B}" srcOrd="0" destOrd="0" presId="urn:microsoft.com/office/officeart/2005/8/layout/vList2"/>
    <dgm:cxn modelId="{941532A5-8E24-4B98-9067-336EC8784828}" srcId="{416589F5-9408-44BB-B6CA-715EA68FA578}" destId="{1DF1EACC-0D30-4CCF-8299-C7D8AB0D48FB}" srcOrd="1" destOrd="0" parTransId="{73CD1082-13E4-4F0C-A260-1063C93F2032}" sibTransId="{55D8B371-4B0E-4B72-A985-072ED10B64A9}"/>
    <dgm:cxn modelId="{61F740B2-BE8C-4B92-8B94-B5983F2BB0DF}" type="presOf" srcId="{138D3967-950F-4283-B1B7-0ED67C1F7915}" destId="{D9699888-1B16-43F4-9AFF-67CB589D373B}" srcOrd="0" destOrd="0" presId="urn:microsoft.com/office/officeart/2005/8/layout/vList2"/>
    <dgm:cxn modelId="{0AB94CC3-B061-4B93-80EA-F80383330301}" srcId="{416589F5-9408-44BB-B6CA-715EA68FA578}" destId="{1BABA816-D100-4CD1-AE17-1E4B06F7F234}" srcOrd="6" destOrd="0" parTransId="{6C1E6848-D96E-4DB6-91BC-48A64FE825B0}" sibTransId="{5EB23BAE-BEC4-48EE-B918-783E9AC0523B}"/>
    <dgm:cxn modelId="{C2AAE4C9-1F24-44BA-AC62-22B4A94045E2}" srcId="{416589F5-9408-44BB-B6CA-715EA68FA578}" destId="{58980F6C-827E-4283-863D-C18C44FE5E43}" srcOrd="0" destOrd="0" parTransId="{7823EE8C-5048-4E4D-9EF7-9DF52DDEE313}" sibTransId="{614714E0-B472-4AC7-9331-0202050FA741}"/>
    <dgm:cxn modelId="{3E6F4CCC-37B4-4D91-A990-1A4B06CC5310}" type="presOf" srcId="{1DF1EACC-0D30-4CCF-8299-C7D8AB0D48FB}" destId="{CDDC3E1B-F588-45D9-8949-922C1C6AEB24}" srcOrd="0" destOrd="0" presId="urn:microsoft.com/office/officeart/2005/8/layout/vList2"/>
    <dgm:cxn modelId="{F1E1DDE9-5B77-43A0-9072-8DA22937CFDD}" type="presOf" srcId="{D80CB5AC-E9A5-4D16-8100-7E7AB85D291A}" destId="{01FFB68C-C5E9-4B1A-B7FA-332D13E70398}" srcOrd="0" destOrd="0" presId="urn:microsoft.com/office/officeart/2005/8/layout/vList2"/>
    <dgm:cxn modelId="{3A46FEFF-D333-48F7-894A-43D2BAF5A76D}" type="presOf" srcId="{9B253192-D521-4A33-9F57-2FAD7C558CEB}" destId="{FA46B6D5-A781-49C2-9CEF-B231FD9FBF80}" srcOrd="0" destOrd="0" presId="urn:microsoft.com/office/officeart/2005/8/layout/vList2"/>
    <dgm:cxn modelId="{043E5757-6283-4D8A-97C2-253872F540C5}" type="presParOf" srcId="{6BDE7B14-4E84-41E5-8B95-F4F9AF2D6658}" destId="{0A0B1F26-1344-45E7-9DFC-5A021279B3FC}" srcOrd="0" destOrd="0" presId="urn:microsoft.com/office/officeart/2005/8/layout/vList2"/>
    <dgm:cxn modelId="{0BDFBC54-5BCE-4CC5-8F50-26CE69E42126}" type="presParOf" srcId="{6BDE7B14-4E84-41E5-8B95-F4F9AF2D6658}" destId="{839E832C-16B7-4A25-99CD-4D588221272D}" srcOrd="1" destOrd="0" presId="urn:microsoft.com/office/officeart/2005/8/layout/vList2"/>
    <dgm:cxn modelId="{75DDD357-0891-40C0-801D-0725EB52843F}" type="presParOf" srcId="{6BDE7B14-4E84-41E5-8B95-F4F9AF2D6658}" destId="{CDDC3E1B-F588-45D9-8949-922C1C6AEB24}" srcOrd="2" destOrd="0" presId="urn:microsoft.com/office/officeart/2005/8/layout/vList2"/>
    <dgm:cxn modelId="{A8C972B7-59AC-499F-9737-15133B3E48B3}" type="presParOf" srcId="{6BDE7B14-4E84-41E5-8B95-F4F9AF2D6658}" destId="{CFDE8D13-A755-4DB0-A15B-4234E2B5E132}" srcOrd="3" destOrd="0" presId="urn:microsoft.com/office/officeart/2005/8/layout/vList2"/>
    <dgm:cxn modelId="{C2C13072-BF52-47D1-873B-50FA7A48CFF4}" type="presParOf" srcId="{6BDE7B14-4E84-41E5-8B95-F4F9AF2D6658}" destId="{FA46B6D5-A781-49C2-9CEF-B231FD9FBF80}" srcOrd="4" destOrd="0" presId="urn:microsoft.com/office/officeart/2005/8/layout/vList2"/>
    <dgm:cxn modelId="{128D23D6-184F-4CF9-B988-1DA1155DB298}" type="presParOf" srcId="{6BDE7B14-4E84-41E5-8B95-F4F9AF2D6658}" destId="{A23A5027-6BC1-4D0F-A263-E64F8BCBA6A3}" srcOrd="5" destOrd="0" presId="urn:microsoft.com/office/officeart/2005/8/layout/vList2"/>
    <dgm:cxn modelId="{986C355D-7B6F-4BCE-871A-408B50217A7C}" type="presParOf" srcId="{6BDE7B14-4E84-41E5-8B95-F4F9AF2D6658}" destId="{AF8DDB84-6C23-4ABB-93FB-41D4AB414C69}" srcOrd="6" destOrd="0" presId="urn:microsoft.com/office/officeart/2005/8/layout/vList2"/>
    <dgm:cxn modelId="{733C260A-D120-41CF-92EB-BE4918CDFF22}" type="presParOf" srcId="{6BDE7B14-4E84-41E5-8B95-F4F9AF2D6658}" destId="{E3AF8DD6-649A-4809-AC95-9318B73F017A}" srcOrd="7" destOrd="0" presId="urn:microsoft.com/office/officeart/2005/8/layout/vList2"/>
    <dgm:cxn modelId="{F06CD432-2B08-441F-9D28-CA01E07047B4}" type="presParOf" srcId="{6BDE7B14-4E84-41E5-8B95-F4F9AF2D6658}" destId="{9AFCA39E-AFC3-43C0-B8CA-B3F883511D9B}" srcOrd="8" destOrd="0" presId="urn:microsoft.com/office/officeart/2005/8/layout/vList2"/>
    <dgm:cxn modelId="{73A7F259-C1B1-43EB-AC55-1AA22AF56FFA}" type="presParOf" srcId="{6BDE7B14-4E84-41E5-8B95-F4F9AF2D6658}" destId="{D9910C94-D406-4435-B489-C1BA11349B4F}" srcOrd="9" destOrd="0" presId="urn:microsoft.com/office/officeart/2005/8/layout/vList2"/>
    <dgm:cxn modelId="{48E46812-28CD-4757-9E76-C9BFE94F3178}" type="presParOf" srcId="{6BDE7B14-4E84-41E5-8B95-F4F9AF2D6658}" destId="{01FFB68C-C5E9-4B1A-B7FA-332D13E70398}" srcOrd="10" destOrd="0" presId="urn:microsoft.com/office/officeart/2005/8/layout/vList2"/>
    <dgm:cxn modelId="{90FA82EC-1CE5-4E7F-879B-9828B4ECB7ED}" type="presParOf" srcId="{6BDE7B14-4E84-41E5-8B95-F4F9AF2D6658}" destId="{8BDEA19B-762F-4561-A237-CBAF770405BE}" srcOrd="11" destOrd="0" presId="urn:microsoft.com/office/officeart/2005/8/layout/vList2"/>
    <dgm:cxn modelId="{2B59687C-C39D-4117-9D78-853EB9BC0C49}" type="presParOf" srcId="{6BDE7B14-4E84-41E5-8B95-F4F9AF2D6658}" destId="{1BDDB5A7-F1A6-492B-97E7-26F97DDAE109}" srcOrd="12" destOrd="0" presId="urn:microsoft.com/office/officeart/2005/8/layout/vList2"/>
    <dgm:cxn modelId="{EC409BBA-8ADE-4D17-B6D2-C250D8F34512}" type="presParOf" srcId="{6BDE7B14-4E84-41E5-8B95-F4F9AF2D6658}" destId="{EDB54538-4151-4255-AAA2-C671F6C164EE}" srcOrd="13" destOrd="0" presId="urn:microsoft.com/office/officeart/2005/8/layout/vList2"/>
    <dgm:cxn modelId="{5815B602-A066-49CE-9648-159A5CE62AFC}" type="presParOf" srcId="{6BDE7B14-4E84-41E5-8B95-F4F9AF2D6658}" destId="{D9699888-1B16-43F4-9AFF-67CB589D373B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A2C09893-B2F4-477F-9670-4D77C8B6F6B3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8876048C-40D0-48DC-A329-2773C4E1633B}">
      <dgm:prSet custT="1"/>
      <dgm:spPr/>
      <dgm:t>
        <a:bodyPr/>
        <a:lstStyle/>
        <a:p>
          <a:r>
            <a:rPr lang="en-US" sz="2400" dirty="0"/>
            <a:t>Cancer Screening:</a:t>
          </a:r>
        </a:p>
      </dgm:t>
    </dgm:pt>
    <dgm:pt modelId="{B36BFDFD-C566-4380-9383-660D493101AF}" type="parTrans" cxnId="{E5910946-1B1E-4A5A-9F99-081E2D96DA0B}">
      <dgm:prSet/>
      <dgm:spPr/>
      <dgm:t>
        <a:bodyPr/>
        <a:lstStyle/>
        <a:p>
          <a:endParaRPr lang="en-US"/>
        </a:p>
      </dgm:t>
    </dgm:pt>
    <dgm:pt modelId="{EE742D02-2922-4E4A-9C88-E358B2134C8F}" type="sibTrans" cxnId="{E5910946-1B1E-4A5A-9F99-081E2D96DA0B}">
      <dgm:prSet/>
      <dgm:spPr/>
      <dgm:t>
        <a:bodyPr/>
        <a:lstStyle/>
        <a:p>
          <a:endParaRPr lang="en-US"/>
        </a:p>
      </dgm:t>
    </dgm:pt>
    <dgm:pt modelId="{492733BC-54A1-421B-ACD5-0717DE7E93DF}">
      <dgm:prSet custT="1"/>
      <dgm:spPr/>
      <dgm:t>
        <a:bodyPr/>
        <a:lstStyle/>
        <a:p>
          <a:r>
            <a:rPr lang="en-US" sz="2400" dirty="0">
              <a:solidFill>
                <a:schemeClr val="bg1"/>
              </a:solidFill>
            </a:rPr>
            <a:t>A Neovagina doesn’t need Cervical ca screen</a:t>
          </a:r>
        </a:p>
      </dgm:t>
    </dgm:pt>
    <dgm:pt modelId="{2B4FC029-E53D-452F-8293-C8C1F0B03E6F}" type="parTrans" cxnId="{CDA5D5C8-1231-4E47-94E7-EF6FC723E73C}">
      <dgm:prSet/>
      <dgm:spPr/>
      <dgm:t>
        <a:bodyPr/>
        <a:lstStyle/>
        <a:p>
          <a:endParaRPr lang="en-US"/>
        </a:p>
      </dgm:t>
    </dgm:pt>
    <dgm:pt modelId="{F2859E2E-3438-40F5-918C-816F004072B8}" type="sibTrans" cxnId="{CDA5D5C8-1231-4E47-94E7-EF6FC723E73C}">
      <dgm:prSet/>
      <dgm:spPr/>
      <dgm:t>
        <a:bodyPr/>
        <a:lstStyle/>
        <a:p>
          <a:endParaRPr lang="en-US"/>
        </a:p>
      </dgm:t>
    </dgm:pt>
    <dgm:pt modelId="{754C2975-2217-4F45-B782-1CA4EBA9E92F}">
      <dgm:prSet custT="1"/>
      <dgm:spPr/>
      <dgm:t>
        <a:bodyPr/>
        <a:lstStyle/>
        <a:p>
          <a:r>
            <a:rPr lang="en-US" sz="2400" dirty="0"/>
            <a:t>Prostate Cancer screening:</a:t>
          </a:r>
        </a:p>
      </dgm:t>
    </dgm:pt>
    <dgm:pt modelId="{236C465B-4721-4F19-8FBF-DB8690BD9E04}" type="parTrans" cxnId="{D49A7667-6A1E-4183-9F4D-58350F8C7914}">
      <dgm:prSet/>
      <dgm:spPr/>
      <dgm:t>
        <a:bodyPr/>
        <a:lstStyle/>
        <a:p>
          <a:endParaRPr lang="en-US"/>
        </a:p>
      </dgm:t>
    </dgm:pt>
    <dgm:pt modelId="{10337445-65FA-41B2-8BC7-987B7AF009A3}" type="sibTrans" cxnId="{D49A7667-6A1E-4183-9F4D-58350F8C7914}">
      <dgm:prSet/>
      <dgm:spPr/>
      <dgm:t>
        <a:bodyPr/>
        <a:lstStyle/>
        <a:p>
          <a:endParaRPr lang="en-US"/>
        </a:p>
      </dgm:t>
    </dgm:pt>
    <dgm:pt modelId="{72D39741-0C5B-4DAD-BD7B-B3489200A307}">
      <dgm:prSet custT="1"/>
      <dgm:spPr/>
      <dgm:t>
        <a:bodyPr/>
        <a:lstStyle/>
        <a:p>
          <a:r>
            <a:rPr lang="en-US" sz="2400" dirty="0">
              <a:solidFill>
                <a:schemeClr val="bg1"/>
              </a:solidFill>
            </a:rPr>
            <a:t>Higher risk: Hormone therapy after Age 50</a:t>
          </a:r>
        </a:p>
      </dgm:t>
    </dgm:pt>
    <dgm:pt modelId="{829C4EAB-A30F-47E4-AF23-4B5510DF35E1}" type="parTrans" cxnId="{743BDB23-E06A-4ACD-802B-5B423E4DF71C}">
      <dgm:prSet/>
      <dgm:spPr/>
      <dgm:t>
        <a:bodyPr/>
        <a:lstStyle/>
        <a:p>
          <a:endParaRPr lang="en-US"/>
        </a:p>
      </dgm:t>
    </dgm:pt>
    <dgm:pt modelId="{CC7D3286-D7C9-4FF1-9C76-DB4BCF3E2BC1}" type="sibTrans" cxnId="{743BDB23-E06A-4ACD-802B-5B423E4DF71C}">
      <dgm:prSet/>
      <dgm:spPr/>
      <dgm:t>
        <a:bodyPr/>
        <a:lstStyle/>
        <a:p>
          <a:endParaRPr lang="en-US"/>
        </a:p>
      </dgm:t>
    </dgm:pt>
    <dgm:pt modelId="{F17033D5-29F2-46E6-A0CD-512F32F28397}">
      <dgm:prSet custT="1"/>
      <dgm:spPr/>
      <dgm:t>
        <a:bodyPr/>
        <a:lstStyle/>
        <a:p>
          <a:r>
            <a:rPr lang="en-US" sz="2400" dirty="0"/>
            <a:t>Breast Cancer screening</a:t>
          </a:r>
        </a:p>
      </dgm:t>
    </dgm:pt>
    <dgm:pt modelId="{15EBD9E5-37E0-4DD4-952D-600096ED946E}" type="parTrans" cxnId="{8B5DBAE0-7C2B-4071-A40C-AE0A2F3F7DA2}">
      <dgm:prSet/>
      <dgm:spPr/>
      <dgm:t>
        <a:bodyPr/>
        <a:lstStyle/>
        <a:p>
          <a:endParaRPr lang="en-US"/>
        </a:p>
      </dgm:t>
    </dgm:pt>
    <dgm:pt modelId="{9111D45D-63A8-48D4-8829-95BAA7A06514}" type="sibTrans" cxnId="{8B5DBAE0-7C2B-4071-A40C-AE0A2F3F7DA2}">
      <dgm:prSet/>
      <dgm:spPr/>
      <dgm:t>
        <a:bodyPr/>
        <a:lstStyle/>
        <a:p>
          <a:endParaRPr lang="en-US"/>
        </a:p>
      </dgm:t>
    </dgm:pt>
    <dgm:pt modelId="{D335FF8C-90A4-4413-B974-09A9587C1749}">
      <dgm:prSet custT="1"/>
      <dgm:spPr/>
      <dgm:t>
        <a:bodyPr/>
        <a:lstStyle/>
        <a:p>
          <a:r>
            <a:rPr lang="en-US" sz="2400" dirty="0">
              <a:solidFill>
                <a:schemeClr val="bg1"/>
              </a:solidFill>
            </a:rPr>
            <a:t>After Age 50 + 5 yrs- Feminizing hormones</a:t>
          </a:r>
        </a:p>
      </dgm:t>
    </dgm:pt>
    <dgm:pt modelId="{1D99F035-A5E0-44FD-BAD7-ECCC0168094C}" type="parTrans" cxnId="{56032FCF-CFD4-4B7E-8D43-56EF1D1718EA}">
      <dgm:prSet/>
      <dgm:spPr/>
      <dgm:t>
        <a:bodyPr/>
        <a:lstStyle/>
        <a:p>
          <a:endParaRPr lang="en-US"/>
        </a:p>
      </dgm:t>
    </dgm:pt>
    <dgm:pt modelId="{BF311A95-6813-47E3-B87F-75603CF01103}" type="sibTrans" cxnId="{56032FCF-CFD4-4B7E-8D43-56EF1D1718EA}">
      <dgm:prSet/>
      <dgm:spPr/>
      <dgm:t>
        <a:bodyPr/>
        <a:lstStyle/>
        <a:p>
          <a:endParaRPr lang="en-US"/>
        </a:p>
      </dgm:t>
    </dgm:pt>
    <dgm:pt modelId="{5BB80AE8-9835-4686-8CFF-3F5AB5859831}" type="pres">
      <dgm:prSet presAssocID="{A2C09893-B2F4-477F-9670-4D77C8B6F6B3}" presName="linear" presStyleCnt="0">
        <dgm:presLayoutVars>
          <dgm:animLvl val="lvl"/>
          <dgm:resizeHandles val="exact"/>
        </dgm:presLayoutVars>
      </dgm:prSet>
      <dgm:spPr/>
    </dgm:pt>
    <dgm:pt modelId="{19749B6F-103E-41BF-8FE6-16D5FC170AD0}" type="pres">
      <dgm:prSet presAssocID="{8876048C-40D0-48DC-A329-2773C4E1633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32B387E-F7F5-4AF5-A96E-17E8CC414FA9}" type="pres">
      <dgm:prSet presAssocID="{8876048C-40D0-48DC-A329-2773C4E1633B}" presName="childText" presStyleLbl="revTx" presStyleIdx="0" presStyleCnt="3">
        <dgm:presLayoutVars>
          <dgm:bulletEnabled val="1"/>
        </dgm:presLayoutVars>
      </dgm:prSet>
      <dgm:spPr/>
    </dgm:pt>
    <dgm:pt modelId="{0734F1C7-D502-41BE-A96B-E0750E4AAA88}" type="pres">
      <dgm:prSet presAssocID="{754C2975-2217-4F45-B782-1CA4EBA9E92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D20B2DB-80B3-4267-A656-ECC72CB73B01}" type="pres">
      <dgm:prSet presAssocID="{754C2975-2217-4F45-B782-1CA4EBA9E92F}" presName="childText" presStyleLbl="revTx" presStyleIdx="1" presStyleCnt="3">
        <dgm:presLayoutVars>
          <dgm:bulletEnabled val="1"/>
        </dgm:presLayoutVars>
      </dgm:prSet>
      <dgm:spPr/>
    </dgm:pt>
    <dgm:pt modelId="{A9F26F28-84F6-4FB3-8FFD-A6451E44B2DC}" type="pres">
      <dgm:prSet presAssocID="{F17033D5-29F2-46E6-A0CD-512F32F2839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4420AAA-BE21-497F-A3D9-C7EA612E1C0B}" type="pres">
      <dgm:prSet presAssocID="{F17033D5-29F2-46E6-A0CD-512F32F28397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743BDB23-E06A-4ACD-802B-5B423E4DF71C}" srcId="{754C2975-2217-4F45-B782-1CA4EBA9E92F}" destId="{72D39741-0C5B-4DAD-BD7B-B3489200A307}" srcOrd="0" destOrd="0" parTransId="{829C4EAB-A30F-47E4-AF23-4B5510DF35E1}" sibTransId="{CC7D3286-D7C9-4FF1-9C76-DB4BCF3E2BC1}"/>
    <dgm:cxn modelId="{023F8A34-1B21-4B6D-861A-0F0DECD91645}" type="presOf" srcId="{F17033D5-29F2-46E6-A0CD-512F32F28397}" destId="{A9F26F28-84F6-4FB3-8FFD-A6451E44B2DC}" srcOrd="0" destOrd="0" presId="urn:microsoft.com/office/officeart/2005/8/layout/vList2"/>
    <dgm:cxn modelId="{59253F45-CFF1-4D3F-8258-3CAA78F2E801}" type="presOf" srcId="{D335FF8C-90A4-4413-B974-09A9587C1749}" destId="{A4420AAA-BE21-497F-A3D9-C7EA612E1C0B}" srcOrd="0" destOrd="0" presId="urn:microsoft.com/office/officeart/2005/8/layout/vList2"/>
    <dgm:cxn modelId="{E5910946-1B1E-4A5A-9F99-081E2D96DA0B}" srcId="{A2C09893-B2F4-477F-9670-4D77C8B6F6B3}" destId="{8876048C-40D0-48DC-A329-2773C4E1633B}" srcOrd="0" destOrd="0" parTransId="{B36BFDFD-C566-4380-9383-660D493101AF}" sibTransId="{EE742D02-2922-4E4A-9C88-E358B2134C8F}"/>
    <dgm:cxn modelId="{D49A7667-6A1E-4183-9F4D-58350F8C7914}" srcId="{A2C09893-B2F4-477F-9670-4D77C8B6F6B3}" destId="{754C2975-2217-4F45-B782-1CA4EBA9E92F}" srcOrd="1" destOrd="0" parTransId="{236C465B-4721-4F19-8FBF-DB8690BD9E04}" sibTransId="{10337445-65FA-41B2-8BC7-987B7AF009A3}"/>
    <dgm:cxn modelId="{76B0DB93-8C61-4304-B83C-610B921DF489}" type="presOf" srcId="{492733BC-54A1-421B-ACD5-0717DE7E93DF}" destId="{932B387E-F7F5-4AF5-A96E-17E8CC414FA9}" srcOrd="0" destOrd="0" presId="urn:microsoft.com/office/officeart/2005/8/layout/vList2"/>
    <dgm:cxn modelId="{967F379D-38CA-4E50-9843-E55AA904318A}" type="presOf" srcId="{8876048C-40D0-48DC-A329-2773C4E1633B}" destId="{19749B6F-103E-41BF-8FE6-16D5FC170AD0}" srcOrd="0" destOrd="0" presId="urn:microsoft.com/office/officeart/2005/8/layout/vList2"/>
    <dgm:cxn modelId="{CDA5D5C8-1231-4E47-94E7-EF6FC723E73C}" srcId="{8876048C-40D0-48DC-A329-2773C4E1633B}" destId="{492733BC-54A1-421B-ACD5-0717DE7E93DF}" srcOrd="0" destOrd="0" parTransId="{2B4FC029-E53D-452F-8293-C8C1F0B03E6F}" sibTransId="{F2859E2E-3438-40F5-918C-816F004072B8}"/>
    <dgm:cxn modelId="{56032FCF-CFD4-4B7E-8D43-56EF1D1718EA}" srcId="{F17033D5-29F2-46E6-A0CD-512F32F28397}" destId="{D335FF8C-90A4-4413-B974-09A9587C1749}" srcOrd="0" destOrd="0" parTransId="{1D99F035-A5E0-44FD-BAD7-ECCC0168094C}" sibTransId="{BF311A95-6813-47E3-B87F-75603CF01103}"/>
    <dgm:cxn modelId="{8EB094E0-9889-42E6-B666-F0F0AC1F6D0E}" type="presOf" srcId="{A2C09893-B2F4-477F-9670-4D77C8B6F6B3}" destId="{5BB80AE8-9835-4686-8CFF-3F5AB5859831}" srcOrd="0" destOrd="0" presId="urn:microsoft.com/office/officeart/2005/8/layout/vList2"/>
    <dgm:cxn modelId="{8B5DBAE0-7C2B-4071-A40C-AE0A2F3F7DA2}" srcId="{A2C09893-B2F4-477F-9670-4D77C8B6F6B3}" destId="{F17033D5-29F2-46E6-A0CD-512F32F28397}" srcOrd="2" destOrd="0" parTransId="{15EBD9E5-37E0-4DD4-952D-600096ED946E}" sibTransId="{9111D45D-63A8-48D4-8829-95BAA7A06514}"/>
    <dgm:cxn modelId="{226A8BF0-7748-4D03-BDE7-04D5D97D7EF4}" type="presOf" srcId="{754C2975-2217-4F45-B782-1CA4EBA9E92F}" destId="{0734F1C7-D502-41BE-A96B-E0750E4AAA88}" srcOrd="0" destOrd="0" presId="urn:microsoft.com/office/officeart/2005/8/layout/vList2"/>
    <dgm:cxn modelId="{4D4D4FFE-76AD-46A2-B3DB-E0D11B5750A2}" type="presOf" srcId="{72D39741-0C5B-4DAD-BD7B-B3489200A307}" destId="{3D20B2DB-80B3-4267-A656-ECC72CB73B01}" srcOrd="0" destOrd="0" presId="urn:microsoft.com/office/officeart/2005/8/layout/vList2"/>
    <dgm:cxn modelId="{454BED9D-A775-4E13-8EAE-B661CA35A2AC}" type="presParOf" srcId="{5BB80AE8-9835-4686-8CFF-3F5AB5859831}" destId="{19749B6F-103E-41BF-8FE6-16D5FC170AD0}" srcOrd="0" destOrd="0" presId="urn:microsoft.com/office/officeart/2005/8/layout/vList2"/>
    <dgm:cxn modelId="{A590F890-2155-41C8-8945-1863DD617FB6}" type="presParOf" srcId="{5BB80AE8-9835-4686-8CFF-3F5AB5859831}" destId="{932B387E-F7F5-4AF5-A96E-17E8CC414FA9}" srcOrd="1" destOrd="0" presId="urn:microsoft.com/office/officeart/2005/8/layout/vList2"/>
    <dgm:cxn modelId="{250F6A90-8814-4B52-B565-40CD9675BC0D}" type="presParOf" srcId="{5BB80AE8-9835-4686-8CFF-3F5AB5859831}" destId="{0734F1C7-D502-41BE-A96B-E0750E4AAA88}" srcOrd="2" destOrd="0" presId="urn:microsoft.com/office/officeart/2005/8/layout/vList2"/>
    <dgm:cxn modelId="{60C2C4D7-61C5-48F2-8C7D-8ECDDE6EF7CB}" type="presParOf" srcId="{5BB80AE8-9835-4686-8CFF-3F5AB5859831}" destId="{3D20B2DB-80B3-4267-A656-ECC72CB73B01}" srcOrd="3" destOrd="0" presId="urn:microsoft.com/office/officeart/2005/8/layout/vList2"/>
    <dgm:cxn modelId="{85730AEA-8AD9-436E-A82F-ADCABEC9DF21}" type="presParOf" srcId="{5BB80AE8-9835-4686-8CFF-3F5AB5859831}" destId="{A9F26F28-84F6-4FB3-8FFD-A6451E44B2DC}" srcOrd="4" destOrd="0" presId="urn:microsoft.com/office/officeart/2005/8/layout/vList2"/>
    <dgm:cxn modelId="{542001A9-3A0F-4318-BD0A-3DE50CC8B2D3}" type="presParOf" srcId="{5BB80AE8-9835-4686-8CFF-3F5AB5859831}" destId="{A4420AAA-BE21-497F-A3D9-C7EA612E1C0B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D5885969-0121-46D2-B03A-DD1864580C83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34128326-E650-44DD-B322-CD0AB366F363}">
      <dgm:prSet/>
      <dgm:spPr/>
      <dgm:t>
        <a:bodyPr/>
        <a:lstStyle/>
        <a:p>
          <a:r>
            <a:rPr lang="en-US" dirty="0"/>
            <a:t>Breast </a:t>
          </a:r>
          <a:r>
            <a:rPr lang="en-US"/>
            <a:t>cancer screening</a:t>
          </a:r>
          <a:endParaRPr lang="en-US" dirty="0"/>
        </a:p>
      </dgm:t>
    </dgm:pt>
    <dgm:pt modelId="{558A49D9-248E-413F-88EA-C4DC5456CF6E}" type="parTrans" cxnId="{C8043BC4-3003-4E6C-9CAB-CE033740B022}">
      <dgm:prSet/>
      <dgm:spPr/>
      <dgm:t>
        <a:bodyPr/>
        <a:lstStyle/>
        <a:p>
          <a:endParaRPr lang="en-US"/>
        </a:p>
      </dgm:t>
    </dgm:pt>
    <dgm:pt modelId="{F1C6A60F-4C11-4D46-8400-D0433E1320D1}" type="sibTrans" cxnId="{C8043BC4-3003-4E6C-9CAB-CE033740B022}">
      <dgm:prSet/>
      <dgm:spPr/>
      <dgm:t>
        <a:bodyPr/>
        <a:lstStyle/>
        <a:p>
          <a:endParaRPr lang="en-US"/>
        </a:p>
      </dgm:t>
    </dgm:pt>
    <dgm:pt modelId="{A93E99F9-C476-43A3-9091-0A4325387D3B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Genetic counseling-Fam </a:t>
          </a:r>
          <a:r>
            <a:rPr lang="en-US" dirty="0" err="1">
              <a:solidFill>
                <a:schemeClr val="bg1"/>
              </a:solidFill>
            </a:rPr>
            <a:t>hx</a:t>
          </a:r>
          <a:r>
            <a:rPr lang="en-US" dirty="0">
              <a:solidFill>
                <a:schemeClr val="bg1"/>
              </a:solidFill>
            </a:rPr>
            <a:t>  Breast/Ovarian ca</a:t>
          </a:r>
        </a:p>
      </dgm:t>
    </dgm:pt>
    <dgm:pt modelId="{4DF61613-A963-4B0A-B25C-BE7F544823FD}" type="parTrans" cxnId="{1337909C-4CAC-458E-8F9A-8AE19E56D39C}">
      <dgm:prSet/>
      <dgm:spPr/>
      <dgm:t>
        <a:bodyPr/>
        <a:lstStyle/>
        <a:p>
          <a:endParaRPr lang="en-US"/>
        </a:p>
      </dgm:t>
    </dgm:pt>
    <dgm:pt modelId="{DD3579DC-B1E7-4275-A524-119A9340F33B}" type="sibTrans" cxnId="{1337909C-4CAC-458E-8F9A-8AE19E56D39C}">
      <dgm:prSet/>
      <dgm:spPr/>
      <dgm:t>
        <a:bodyPr/>
        <a:lstStyle/>
        <a:p>
          <a:endParaRPr lang="en-US"/>
        </a:p>
      </dgm:t>
    </dgm:pt>
    <dgm:pt modelId="{ED603290-0ACD-45E2-A8BB-7119645A8FDE}">
      <dgm:prSet/>
      <dgm:spPr/>
      <dgm:t>
        <a:bodyPr/>
        <a:lstStyle/>
        <a:p>
          <a:r>
            <a:rPr lang="en-US" dirty="0"/>
            <a:t>Cervical cancer screening   </a:t>
          </a:r>
        </a:p>
      </dgm:t>
    </dgm:pt>
    <dgm:pt modelId="{DD49FABB-170B-40C2-9AED-FB96148470ED}" type="parTrans" cxnId="{FAD53152-9E28-4999-AF35-D0BC485220AD}">
      <dgm:prSet/>
      <dgm:spPr/>
      <dgm:t>
        <a:bodyPr/>
        <a:lstStyle/>
        <a:p>
          <a:endParaRPr lang="en-US"/>
        </a:p>
      </dgm:t>
    </dgm:pt>
    <dgm:pt modelId="{F5F37126-E6BA-48F7-984E-95B474D3BCCD}" type="sibTrans" cxnId="{FAD53152-9E28-4999-AF35-D0BC485220AD}">
      <dgm:prSet/>
      <dgm:spPr/>
      <dgm:t>
        <a:bodyPr/>
        <a:lstStyle/>
        <a:p>
          <a:endParaRPr lang="en-US"/>
        </a:p>
      </dgm:t>
    </dgm:pt>
    <dgm:pt modelId="{CC8766C7-A628-40CC-8F2F-E83EE4308280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Self collection (&gt;Age 30)</a:t>
          </a:r>
        </a:p>
      </dgm:t>
    </dgm:pt>
    <dgm:pt modelId="{E55E3654-0813-452F-A0C1-997E456D3D97}" type="parTrans" cxnId="{962CDE18-E35E-4A6A-9CFD-B75CD02B1585}">
      <dgm:prSet/>
      <dgm:spPr/>
      <dgm:t>
        <a:bodyPr/>
        <a:lstStyle/>
        <a:p>
          <a:endParaRPr lang="en-US"/>
        </a:p>
      </dgm:t>
    </dgm:pt>
    <dgm:pt modelId="{F93DC8EF-575F-44E4-A888-61AA60DF689D}" type="sibTrans" cxnId="{962CDE18-E35E-4A6A-9CFD-B75CD02B1585}">
      <dgm:prSet/>
      <dgm:spPr/>
      <dgm:t>
        <a:bodyPr/>
        <a:lstStyle/>
        <a:p>
          <a:endParaRPr lang="en-US"/>
        </a:p>
      </dgm:t>
    </dgm:pt>
    <dgm:pt modelId="{D3B55125-AD69-43F5-B8F8-3E221420CD59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Primary HPV testing</a:t>
          </a:r>
        </a:p>
      </dgm:t>
    </dgm:pt>
    <dgm:pt modelId="{CFDC282C-AAB0-45C6-AFA9-3219AABE1DBD}" type="parTrans" cxnId="{0739B6AE-0D7D-4CFB-8431-14E3AA706846}">
      <dgm:prSet/>
      <dgm:spPr/>
      <dgm:t>
        <a:bodyPr/>
        <a:lstStyle/>
        <a:p>
          <a:endParaRPr lang="en-US"/>
        </a:p>
      </dgm:t>
    </dgm:pt>
    <dgm:pt modelId="{2A066582-8490-46B0-9210-D3F15CDC7C8B}" type="sibTrans" cxnId="{0739B6AE-0D7D-4CFB-8431-14E3AA706846}">
      <dgm:prSet/>
      <dgm:spPr/>
      <dgm:t>
        <a:bodyPr/>
        <a:lstStyle/>
        <a:p>
          <a:endParaRPr lang="en-US"/>
        </a:p>
      </dgm:t>
    </dgm:pt>
    <dgm:pt modelId="{483889CA-3601-41A6-A0FA-203C2FFBC7A9}">
      <dgm:prSet/>
      <dgm:spPr/>
      <dgm:t>
        <a:bodyPr/>
        <a:lstStyle/>
        <a:p>
          <a:r>
            <a:rPr lang="en-US" dirty="0"/>
            <a:t>Uterine Ca Screening:</a:t>
          </a:r>
        </a:p>
      </dgm:t>
    </dgm:pt>
    <dgm:pt modelId="{35C22AE2-BD81-47F1-BC3A-58CDB5AF5992}" type="parTrans" cxnId="{CB78430F-76E9-4144-A6CC-57279F1E914D}">
      <dgm:prSet/>
      <dgm:spPr/>
      <dgm:t>
        <a:bodyPr/>
        <a:lstStyle/>
        <a:p>
          <a:endParaRPr lang="en-US"/>
        </a:p>
      </dgm:t>
    </dgm:pt>
    <dgm:pt modelId="{6611C4F5-C05B-471E-9FDE-C96B62E3A70E}" type="sibTrans" cxnId="{CB78430F-76E9-4144-A6CC-57279F1E914D}">
      <dgm:prSet/>
      <dgm:spPr/>
      <dgm:t>
        <a:bodyPr/>
        <a:lstStyle/>
        <a:p>
          <a:endParaRPr lang="en-US"/>
        </a:p>
      </dgm:t>
    </dgm:pt>
    <dgm:pt modelId="{94B94E33-4D32-4ABC-AF17-1B952AB6DDD6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Endometrium atrophic with Testosterone</a:t>
          </a:r>
        </a:p>
      </dgm:t>
    </dgm:pt>
    <dgm:pt modelId="{117E9E8F-271F-4E46-BB3E-97ED318FAE19}" type="parTrans" cxnId="{20C31276-852A-4A8C-B187-EB14DD4CA4EA}">
      <dgm:prSet/>
      <dgm:spPr/>
      <dgm:t>
        <a:bodyPr/>
        <a:lstStyle/>
        <a:p>
          <a:endParaRPr lang="en-US"/>
        </a:p>
      </dgm:t>
    </dgm:pt>
    <dgm:pt modelId="{742C914B-CD29-40E9-876F-C59B99D49BBA}" type="sibTrans" cxnId="{20C31276-852A-4A8C-B187-EB14DD4CA4EA}">
      <dgm:prSet/>
      <dgm:spPr/>
      <dgm:t>
        <a:bodyPr/>
        <a:lstStyle/>
        <a:p>
          <a:endParaRPr lang="en-US"/>
        </a:p>
      </dgm:t>
    </dgm:pt>
    <dgm:pt modelId="{B55C30ED-35D2-40FF-99E8-CE63FBCF73E9}">
      <dgm:prSet/>
      <dgm:spPr/>
      <dgm:t>
        <a:bodyPr/>
        <a:lstStyle/>
        <a:p>
          <a:r>
            <a:rPr lang="en-US" dirty="0" err="1">
              <a:solidFill>
                <a:schemeClr val="bg1"/>
              </a:solidFill>
            </a:rPr>
            <a:t>Hx</a:t>
          </a:r>
          <a:r>
            <a:rPr lang="en-US" dirty="0">
              <a:solidFill>
                <a:schemeClr val="bg1"/>
              </a:solidFill>
            </a:rPr>
            <a:t> mastectomy vs Breast reduction</a:t>
          </a:r>
        </a:p>
      </dgm:t>
    </dgm:pt>
    <dgm:pt modelId="{1B1CF6D1-707C-4674-B5D5-F2D6372BB9FF}" type="parTrans" cxnId="{04EAC7BD-48E8-47C4-8A3C-5532FFD53CBB}">
      <dgm:prSet/>
      <dgm:spPr/>
      <dgm:t>
        <a:bodyPr/>
        <a:lstStyle/>
        <a:p>
          <a:endParaRPr lang="en-US"/>
        </a:p>
      </dgm:t>
    </dgm:pt>
    <dgm:pt modelId="{EE33E95A-91C4-4208-A3A9-029CBEDECCA5}" type="sibTrans" cxnId="{04EAC7BD-48E8-47C4-8A3C-5532FFD53CBB}">
      <dgm:prSet/>
      <dgm:spPr/>
      <dgm:t>
        <a:bodyPr/>
        <a:lstStyle/>
        <a:p>
          <a:endParaRPr lang="en-US"/>
        </a:p>
      </dgm:t>
    </dgm:pt>
    <dgm:pt modelId="{020F7A3D-FAF5-41C4-856E-E6121F4B0466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Not needed</a:t>
          </a:r>
        </a:p>
      </dgm:t>
    </dgm:pt>
    <dgm:pt modelId="{BA97C464-A434-45D0-A324-E423DFCBB9B6}" type="parTrans" cxnId="{5991DEB3-4AD3-4095-A042-79B643E5DCE0}">
      <dgm:prSet/>
      <dgm:spPr/>
      <dgm:t>
        <a:bodyPr/>
        <a:lstStyle/>
        <a:p>
          <a:endParaRPr lang="en-US"/>
        </a:p>
      </dgm:t>
    </dgm:pt>
    <dgm:pt modelId="{0F9321B4-8014-4880-B3A6-5AA16C765206}" type="sibTrans" cxnId="{5991DEB3-4AD3-4095-A042-79B643E5DCE0}">
      <dgm:prSet/>
      <dgm:spPr/>
      <dgm:t>
        <a:bodyPr/>
        <a:lstStyle/>
        <a:p>
          <a:endParaRPr lang="en-US"/>
        </a:p>
      </dgm:t>
    </dgm:pt>
    <dgm:pt modelId="{31ED28C6-FF52-4D22-AB0C-3BD04BB99A85}" type="pres">
      <dgm:prSet presAssocID="{D5885969-0121-46D2-B03A-DD1864580C83}" presName="linear" presStyleCnt="0">
        <dgm:presLayoutVars>
          <dgm:animLvl val="lvl"/>
          <dgm:resizeHandles val="exact"/>
        </dgm:presLayoutVars>
      </dgm:prSet>
      <dgm:spPr/>
    </dgm:pt>
    <dgm:pt modelId="{69FFD5DE-D323-46BB-BFAE-0642622BE5CE}" type="pres">
      <dgm:prSet presAssocID="{34128326-E650-44DD-B322-CD0AB366F36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0EC18AB-9145-46C9-B216-84359CD32B00}" type="pres">
      <dgm:prSet presAssocID="{34128326-E650-44DD-B322-CD0AB366F363}" presName="childText" presStyleLbl="revTx" presStyleIdx="0" presStyleCnt="3">
        <dgm:presLayoutVars>
          <dgm:bulletEnabled val="1"/>
        </dgm:presLayoutVars>
      </dgm:prSet>
      <dgm:spPr/>
    </dgm:pt>
    <dgm:pt modelId="{9C102F68-7C65-457A-B7BD-27CC38A74547}" type="pres">
      <dgm:prSet presAssocID="{ED603290-0ACD-45E2-A8BB-7119645A8FD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D328E6D-5188-4B73-B356-707DF4D58D10}" type="pres">
      <dgm:prSet presAssocID="{ED603290-0ACD-45E2-A8BB-7119645A8FDE}" presName="childText" presStyleLbl="revTx" presStyleIdx="1" presStyleCnt="3">
        <dgm:presLayoutVars>
          <dgm:bulletEnabled val="1"/>
        </dgm:presLayoutVars>
      </dgm:prSet>
      <dgm:spPr/>
    </dgm:pt>
    <dgm:pt modelId="{9E758A55-8314-4C71-97ED-3AD8816931A4}" type="pres">
      <dgm:prSet presAssocID="{483889CA-3601-41A6-A0FA-203C2FFBC7A9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DCBF715-A02C-4E2B-8F96-E56AB8BACBB1}" type="pres">
      <dgm:prSet presAssocID="{483889CA-3601-41A6-A0FA-203C2FFBC7A9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CB78430F-76E9-4144-A6CC-57279F1E914D}" srcId="{D5885969-0121-46D2-B03A-DD1864580C83}" destId="{483889CA-3601-41A6-A0FA-203C2FFBC7A9}" srcOrd="2" destOrd="0" parTransId="{35C22AE2-BD81-47F1-BC3A-58CDB5AF5992}" sibTransId="{6611C4F5-C05B-471E-9FDE-C96B62E3A70E}"/>
    <dgm:cxn modelId="{962CDE18-E35E-4A6A-9CFD-B75CD02B1585}" srcId="{ED603290-0ACD-45E2-A8BB-7119645A8FDE}" destId="{CC8766C7-A628-40CC-8F2F-E83EE4308280}" srcOrd="0" destOrd="0" parTransId="{E55E3654-0813-452F-A0C1-997E456D3D97}" sibTransId="{F93DC8EF-575F-44E4-A888-61AA60DF689D}"/>
    <dgm:cxn modelId="{8C2B5237-6C68-459E-BF37-5A6E39344A5B}" type="presOf" srcId="{D5885969-0121-46D2-B03A-DD1864580C83}" destId="{31ED28C6-FF52-4D22-AB0C-3BD04BB99A85}" srcOrd="0" destOrd="0" presId="urn:microsoft.com/office/officeart/2005/8/layout/vList2"/>
    <dgm:cxn modelId="{4985435F-CD9D-4375-842A-195349F7C68B}" type="presOf" srcId="{483889CA-3601-41A6-A0FA-203C2FFBC7A9}" destId="{9E758A55-8314-4C71-97ED-3AD8816931A4}" srcOrd="0" destOrd="0" presId="urn:microsoft.com/office/officeart/2005/8/layout/vList2"/>
    <dgm:cxn modelId="{C4007751-1B9B-4B75-96C8-1E5EDE9641C2}" type="presOf" srcId="{ED603290-0ACD-45E2-A8BB-7119645A8FDE}" destId="{9C102F68-7C65-457A-B7BD-27CC38A74547}" srcOrd="0" destOrd="0" presId="urn:microsoft.com/office/officeart/2005/8/layout/vList2"/>
    <dgm:cxn modelId="{FAD53152-9E28-4999-AF35-D0BC485220AD}" srcId="{D5885969-0121-46D2-B03A-DD1864580C83}" destId="{ED603290-0ACD-45E2-A8BB-7119645A8FDE}" srcOrd="1" destOrd="0" parTransId="{DD49FABB-170B-40C2-9AED-FB96148470ED}" sibTransId="{F5F37126-E6BA-48F7-984E-95B474D3BCCD}"/>
    <dgm:cxn modelId="{20C31276-852A-4A8C-B187-EB14DD4CA4EA}" srcId="{483889CA-3601-41A6-A0FA-203C2FFBC7A9}" destId="{94B94E33-4D32-4ABC-AF17-1B952AB6DDD6}" srcOrd="1" destOrd="0" parTransId="{117E9E8F-271F-4E46-BB3E-97ED318FAE19}" sibTransId="{742C914B-CD29-40E9-876F-C59B99D49BBA}"/>
    <dgm:cxn modelId="{E1C85980-3D6F-4147-B2A5-70DB41053C8B}" type="presOf" srcId="{94B94E33-4D32-4ABC-AF17-1B952AB6DDD6}" destId="{8DCBF715-A02C-4E2B-8F96-E56AB8BACBB1}" srcOrd="0" destOrd="1" presId="urn:microsoft.com/office/officeart/2005/8/layout/vList2"/>
    <dgm:cxn modelId="{07AF9680-0ECD-42F1-929E-5AFB36A981B2}" type="presOf" srcId="{020F7A3D-FAF5-41C4-856E-E6121F4B0466}" destId="{8DCBF715-A02C-4E2B-8F96-E56AB8BACBB1}" srcOrd="0" destOrd="0" presId="urn:microsoft.com/office/officeart/2005/8/layout/vList2"/>
    <dgm:cxn modelId="{F28C7581-51C0-4301-B070-E20B78CA4420}" type="presOf" srcId="{34128326-E650-44DD-B322-CD0AB366F363}" destId="{69FFD5DE-D323-46BB-BFAE-0642622BE5CE}" srcOrd="0" destOrd="0" presId="urn:microsoft.com/office/officeart/2005/8/layout/vList2"/>
    <dgm:cxn modelId="{1337909C-4CAC-458E-8F9A-8AE19E56D39C}" srcId="{34128326-E650-44DD-B322-CD0AB366F363}" destId="{A93E99F9-C476-43A3-9091-0A4325387D3B}" srcOrd="1" destOrd="0" parTransId="{4DF61613-A963-4B0A-B25C-BE7F544823FD}" sibTransId="{DD3579DC-B1E7-4275-A524-119A9340F33B}"/>
    <dgm:cxn modelId="{6FC143A9-D69A-45E5-B05D-87500450F471}" type="presOf" srcId="{A93E99F9-C476-43A3-9091-0A4325387D3B}" destId="{50EC18AB-9145-46C9-B216-84359CD32B00}" srcOrd="0" destOrd="1" presId="urn:microsoft.com/office/officeart/2005/8/layout/vList2"/>
    <dgm:cxn modelId="{0739B6AE-0D7D-4CFB-8431-14E3AA706846}" srcId="{ED603290-0ACD-45E2-A8BB-7119645A8FDE}" destId="{D3B55125-AD69-43F5-B8F8-3E221420CD59}" srcOrd="1" destOrd="0" parTransId="{CFDC282C-AAB0-45C6-AFA9-3219AABE1DBD}" sibTransId="{2A066582-8490-46B0-9210-D3F15CDC7C8B}"/>
    <dgm:cxn modelId="{550BCAB1-AA05-4443-ABAE-14883649A995}" type="presOf" srcId="{D3B55125-AD69-43F5-B8F8-3E221420CD59}" destId="{1D328E6D-5188-4B73-B356-707DF4D58D10}" srcOrd="0" destOrd="1" presId="urn:microsoft.com/office/officeart/2005/8/layout/vList2"/>
    <dgm:cxn modelId="{5991DEB3-4AD3-4095-A042-79B643E5DCE0}" srcId="{483889CA-3601-41A6-A0FA-203C2FFBC7A9}" destId="{020F7A3D-FAF5-41C4-856E-E6121F4B0466}" srcOrd="0" destOrd="0" parTransId="{BA97C464-A434-45D0-A324-E423DFCBB9B6}" sibTransId="{0F9321B4-8014-4880-B3A6-5AA16C765206}"/>
    <dgm:cxn modelId="{335F37BA-15CE-462C-8836-DA6BF4B21948}" type="presOf" srcId="{CC8766C7-A628-40CC-8F2F-E83EE4308280}" destId="{1D328E6D-5188-4B73-B356-707DF4D58D10}" srcOrd="0" destOrd="0" presId="urn:microsoft.com/office/officeart/2005/8/layout/vList2"/>
    <dgm:cxn modelId="{04EAC7BD-48E8-47C4-8A3C-5532FFD53CBB}" srcId="{34128326-E650-44DD-B322-CD0AB366F363}" destId="{B55C30ED-35D2-40FF-99E8-CE63FBCF73E9}" srcOrd="0" destOrd="0" parTransId="{1B1CF6D1-707C-4674-B5D5-F2D6372BB9FF}" sibTransId="{EE33E95A-91C4-4208-A3A9-029CBEDECCA5}"/>
    <dgm:cxn modelId="{016921BF-C492-4DC7-9567-3EDF265AE650}" type="presOf" srcId="{B55C30ED-35D2-40FF-99E8-CE63FBCF73E9}" destId="{50EC18AB-9145-46C9-B216-84359CD32B00}" srcOrd="0" destOrd="0" presId="urn:microsoft.com/office/officeart/2005/8/layout/vList2"/>
    <dgm:cxn modelId="{C8043BC4-3003-4E6C-9CAB-CE033740B022}" srcId="{D5885969-0121-46D2-B03A-DD1864580C83}" destId="{34128326-E650-44DD-B322-CD0AB366F363}" srcOrd="0" destOrd="0" parTransId="{558A49D9-248E-413F-88EA-C4DC5456CF6E}" sibTransId="{F1C6A60F-4C11-4D46-8400-D0433E1320D1}"/>
    <dgm:cxn modelId="{042F1956-6B28-41A7-8699-FD3642AD9864}" type="presParOf" srcId="{31ED28C6-FF52-4D22-AB0C-3BD04BB99A85}" destId="{69FFD5DE-D323-46BB-BFAE-0642622BE5CE}" srcOrd="0" destOrd="0" presId="urn:microsoft.com/office/officeart/2005/8/layout/vList2"/>
    <dgm:cxn modelId="{DFD2675C-5686-40C6-85AA-5C7FCAD69D04}" type="presParOf" srcId="{31ED28C6-FF52-4D22-AB0C-3BD04BB99A85}" destId="{50EC18AB-9145-46C9-B216-84359CD32B00}" srcOrd="1" destOrd="0" presId="urn:microsoft.com/office/officeart/2005/8/layout/vList2"/>
    <dgm:cxn modelId="{9DA7B0A9-2CD8-4581-A21F-73A149284B26}" type="presParOf" srcId="{31ED28C6-FF52-4D22-AB0C-3BD04BB99A85}" destId="{9C102F68-7C65-457A-B7BD-27CC38A74547}" srcOrd="2" destOrd="0" presId="urn:microsoft.com/office/officeart/2005/8/layout/vList2"/>
    <dgm:cxn modelId="{D172D321-EC3C-44F2-852D-9015B9B7DD45}" type="presParOf" srcId="{31ED28C6-FF52-4D22-AB0C-3BD04BB99A85}" destId="{1D328E6D-5188-4B73-B356-707DF4D58D10}" srcOrd="3" destOrd="0" presId="urn:microsoft.com/office/officeart/2005/8/layout/vList2"/>
    <dgm:cxn modelId="{0BFD69F9-568A-4D2A-98BE-4974F1417040}" type="presParOf" srcId="{31ED28C6-FF52-4D22-AB0C-3BD04BB99A85}" destId="{9E758A55-8314-4C71-97ED-3AD8816931A4}" srcOrd="4" destOrd="0" presId="urn:microsoft.com/office/officeart/2005/8/layout/vList2"/>
    <dgm:cxn modelId="{BF75DB32-537C-46A7-9362-678BDB9BB9BA}" type="presParOf" srcId="{31ED28C6-FF52-4D22-AB0C-3BD04BB99A85}" destId="{8DCBF715-A02C-4E2B-8F96-E56AB8BACBB1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5773429F-3B22-4DEC-ACD0-8F0038AFD1DE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B976A103-7FA8-40E9-BAEC-D88F4F1EB812}">
      <dgm:prSet/>
      <dgm:spPr/>
      <dgm:t>
        <a:bodyPr/>
        <a:lstStyle/>
        <a:p>
          <a:r>
            <a:rPr lang="en-US" b="0" i="0" baseline="0" dirty="0"/>
            <a:t>1. Consider Sex assigned at Birth + Anatomy</a:t>
          </a:r>
          <a:endParaRPr lang="en-US" dirty="0"/>
        </a:p>
      </dgm:t>
    </dgm:pt>
    <dgm:pt modelId="{7E7892B1-E3E5-4148-AE6A-09887734CB99}" type="parTrans" cxnId="{9AAC44F2-330E-425A-9FBD-145CE9C70FEA}">
      <dgm:prSet/>
      <dgm:spPr/>
      <dgm:t>
        <a:bodyPr/>
        <a:lstStyle/>
        <a:p>
          <a:endParaRPr lang="en-US"/>
        </a:p>
      </dgm:t>
    </dgm:pt>
    <dgm:pt modelId="{B895D6DE-EED5-44A7-9561-97B4223A6180}" type="sibTrans" cxnId="{9AAC44F2-330E-425A-9FBD-145CE9C70FEA}">
      <dgm:prSet/>
      <dgm:spPr/>
      <dgm:t>
        <a:bodyPr/>
        <a:lstStyle/>
        <a:p>
          <a:endParaRPr lang="en-US"/>
        </a:p>
      </dgm:t>
    </dgm:pt>
    <dgm:pt modelId="{93CF109B-2B66-4A20-9D60-119E6D3B4944}">
      <dgm:prSet/>
      <dgm:spPr/>
      <dgm:t>
        <a:bodyPr/>
        <a:lstStyle/>
        <a:p>
          <a:r>
            <a:rPr lang="en-US" b="0" i="0" baseline="0"/>
            <a:t>2. Length of Hormone use</a:t>
          </a:r>
          <a:endParaRPr lang="en-US"/>
        </a:p>
      </dgm:t>
    </dgm:pt>
    <dgm:pt modelId="{45AAF2EA-799D-4A57-85C1-5FFC50532B90}" type="parTrans" cxnId="{B5F6C23C-F57A-4C8C-A851-1B1DE304031F}">
      <dgm:prSet/>
      <dgm:spPr/>
      <dgm:t>
        <a:bodyPr/>
        <a:lstStyle/>
        <a:p>
          <a:endParaRPr lang="en-US"/>
        </a:p>
      </dgm:t>
    </dgm:pt>
    <dgm:pt modelId="{25D1D63B-0216-4EC3-9E5A-4A589B8186ED}" type="sibTrans" cxnId="{B5F6C23C-F57A-4C8C-A851-1B1DE304031F}">
      <dgm:prSet/>
      <dgm:spPr/>
      <dgm:t>
        <a:bodyPr/>
        <a:lstStyle/>
        <a:p>
          <a:endParaRPr lang="en-US"/>
        </a:p>
      </dgm:t>
    </dgm:pt>
    <dgm:pt modelId="{0D64BE87-7B2B-44E1-8E04-4BD91DCE90C0}">
      <dgm:prSet/>
      <dgm:spPr/>
      <dgm:t>
        <a:bodyPr/>
        <a:lstStyle/>
        <a:p>
          <a:r>
            <a:rPr lang="en-US" b="0" i="0" baseline="0"/>
            <a:t>3. Type of Hormone regimen</a:t>
          </a:r>
          <a:endParaRPr lang="en-US"/>
        </a:p>
      </dgm:t>
    </dgm:pt>
    <dgm:pt modelId="{25D9C1AF-3DBC-4AF5-BC59-832337817009}" type="parTrans" cxnId="{CFB9996C-7542-4DC6-A31E-74E718F29C6C}">
      <dgm:prSet/>
      <dgm:spPr/>
      <dgm:t>
        <a:bodyPr/>
        <a:lstStyle/>
        <a:p>
          <a:endParaRPr lang="en-US"/>
        </a:p>
      </dgm:t>
    </dgm:pt>
    <dgm:pt modelId="{C08F3A62-3820-42E8-8934-7D7B0ADBF642}" type="sibTrans" cxnId="{CFB9996C-7542-4DC6-A31E-74E718F29C6C}">
      <dgm:prSet/>
      <dgm:spPr/>
      <dgm:t>
        <a:bodyPr/>
        <a:lstStyle/>
        <a:p>
          <a:endParaRPr lang="en-US"/>
        </a:p>
      </dgm:t>
    </dgm:pt>
    <dgm:pt modelId="{7488CF73-02A5-4573-AC81-8F9BB39F8EAC}">
      <dgm:prSet/>
      <dgm:spPr/>
      <dgm:t>
        <a:bodyPr/>
        <a:lstStyle/>
        <a:p>
          <a:r>
            <a:rPr lang="en-US" b="0" i="0" baseline="0" dirty="0"/>
            <a:t>4. Switch to Transdermal Estrogen</a:t>
          </a:r>
          <a:endParaRPr lang="en-US" dirty="0"/>
        </a:p>
      </dgm:t>
    </dgm:pt>
    <dgm:pt modelId="{8666A4A9-879F-47D7-A112-3F6669D751EE}" type="parTrans" cxnId="{53FEDC05-B38F-4A9A-92F5-C9C846589986}">
      <dgm:prSet/>
      <dgm:spPr/>
      <dgm:t>
        <a:bodyPr/>
        <a:lstStyle/>
        <a:p>
          <a:endParaRPr lang="en-US"/>
        </a:p>
      </dgm:t>
    </dgm:pt>
    <dgm:pt modelId="{B572C612-650F-4DBD-9D37-1A7442D28D2A}" type="sibTrans" cxnId="{53FEDC05-B38F-4A9A-92F5-C9C846589986}">
      <dgm:prSet/>
      <dgm:spPr/>
      <dgm:t>
        <a:bodyPr/>
        <a:lstStyle/>
        <a:p>
          <a:endParaRPr lang="en-US"/>
        </a:p>
      </dgm:t>
    </dgm:pt>
    <dgm:pt modelId="{4EE3F354-A492-4F8C-B080-EB12A2E5B12A}">
      <dgm:prSet/>
      <dgm:spPr/>
      <dgm:t>
        <a:bodyPr/>
        <a:lstStyle/>
        <a:p>
          <a:r>
            <a:rPr lang="en-US" b="0" i="0" baseline="0"/>
            <a:t>5. Lifelong Anticoagulation -VTE </a:t>
          </a:r>
          <a:r>
            <a:rPr lang="en-US"/>
            <a:t>H</a:t>
          </a:r>
          <a:r>
            <a:rPr lang="en-US" b="0" i="0" baseline="0"/>
            <a:t>x</a:t>
          </a:r>
          <a:endParaRPr lang="en-US"/>
        </a:p>
      </dgm:t>
    </dgm:pt>
    <dgm:pt modelId="{9626176A-EA62-4748-9BF1-CFF01B240183}" type="parTrans" cxnId="{7A649E1B-EB96-4C5F-9572-33907E50DB68}">
      <dgm:prSet/>
      <dgm:spPr/>
      <dgm:t>
        <a:bodyPr/>
        <a:lstStyle/>
        <a:p>
          <a:endParaRPr lang="en-US"/>
        </a:p>
      </dgm:t>
    </dgm:pt>
    <dgm:pt modelId="{025A7097-BB1A-4CA9-89C4-160EA1FC6BB6}" type="sibTrans" cxnId="{7A649E1B-EB96-4C5F-9572-33907E50DB68}">
      <dgm:prSet/>
      <dgm:spPr/>
      <dgm:t>
        <a:bodyPr/>
        <a:lstStyle/>
        <a:p>
          <a:endParaRPr lang="en-US"/>
        </a:p>
      </dgm:t>
    </dgm:pt>
    <dgm:pt modelId="{CDDD9C29-D938-47AC-8E89-570C61059EA3}" type="pres">
      <dgm:prSet presAssocID="{5773429F-3B22-4DEC-ACD0-8F0038AFD1DE}" presName="linear" presStyleCnt="0">
        <dgm:presLayoutVars>
          <dgm:animLvl val="lvl"/>
          <dgm:resizeHandles val="exact"/>
        </dgm:presLayoutVars>
      </dgm:prSet>
      <dgm:spPr/>
    </dgm:pt>
    <dgm:pt modelId="{AD028DC2-115B-4AC5-A6B6-E2C757A0C57B}" type="pres">
      <dgm:prSet presAssocID="{B976A103-7FA8-40E9-BAEC-D88F4F1EB81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B02DC81-3416-4CBE-8C88-A596B5DE6D5A}" type="pres">
      <dgm:prSet presAssocID="{B895D6DE-EED5-44A7-9561-97B4223A6180}" presName="spacer" presStyleCnt="0"/>
      <dgm:spPr/>
    </dgm:pt>
    <dgm:pt modelId="{CA3E0081-17B7-4BEA-AB29-E935826776D3}" type="pres">
      <dgm:prSet presAssocID="{93CF109B-2B66-4A20-9D60-119E6D3B4944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C65C2BE-0D46-427C-87B1-D03EB498C6EC}" type="pres">
      <dgm:prSet presAssocID="{25D1D63B-0216-4EC3-9E5A-4A589B8186ED}" presName="spacer" presStyleCnt="0"/>
      <dgm:spPr/>
    </dgm:pt>
    <dgm:pt modelId="{BF18586A-41A9-4ABB-A910-5BA8EE7C2A32}" type="pres">
      <dgm:prSet presAssocID="{0D64BE87-7B2B-44E1-8E04-4BD91DCE90C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860CEBE-8216-499D-96F2-BA2D931E69D3}" type="pres">
      <dgm:prSet presAssocID="{C08F3A62-3820-42E8-8934-7D7B0ADBF642}" presName="spacer" presStyleCnt="0"/>
      <dgm:spPr/>
    </dgm:pt>
    <dgm:pt modelId="{893BFB6B-7245-412F-91EA-F2F9CF4BE923}" type="pres">
      <dgm:prSet presAssocID="{7488CF73-02A5-4573-AC81-8F9BB39F8EAC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A7AD229D-7E01-47D8-AAC7-66A981A65AB1}" type="pres">
      <dgm:prSet presAssocID="{B572C612-650F-4DBD-9D37-1A7442D28D2A}" presName="spacer" presStyleCnt="0"/>
      <dgm:spPr/>
    </dgm:pt>
    <dgm:pt modelId="{0F848A43-19F6-4D3F-8BCB-FA66A3CFAA9A}" type="pres">
      <dgm:prSet presAssocID="{4EE3F354-A492-4F8C-B080-EB12A2E5B12A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53FEDC05-B38F-4A9A-92F5-C9C846589986}" srcId="{5773429F-3B22-4DEC-ACD0-8F0038AFD1DE}" destId="{7488CF73-02A5-4573-AC81-8F9BB39F8EAC}" srcOrd="3" destOrd="0" parTransId="{8666A4A9-879F-47D7-A112-3F6669D751EE}" sibTransId="{B572C612-650F-4DBD-9D37-1A7442D28D2A}"/>
    <dgm:cxn modelId="{7A649E1B-EB96-4C5F-9572-33907E50DB68}" srcId="{5773429F-3B22-4DEC-ACD0-8F0038AFD1DE}" destId="{4EE3F354-A492-4F8C-B080-EB12A2E5B12A}" srcOrd="4" destOrd="0" parTransId="{9626176A-EA62-4748-9BF1-CFF01B240183}" sibTransId="{025A7097-BB1A-4CA9-89C4-160EA1FC6BB6}"/>
    <dgm:cxn modelId="{A0FEDE1F-3E03-4534-BDB0-E33A005517B7}" type="presOf" srcId="{0D64BE87-7B2B-44E1-8E04-4BD91DCE90C0}" destId="{BF18586A-41A9-4ABB-A910-5BA8EE7C2A32}" srcOrd="0" destOrd="0" presId="urn:microsoft.com/office/officeart/2005/8/layout/vList2"/>
    <dgm:cxn modelId="{B5F6C23C-F57A-4C8C-A851-1B1DE304031F}" srcId="{5773429F-3B22-4DEC-ACD0-8F0038AFD1DE}" destId="{93CF109B-2B66-4A20-9D60-119E6D3B4944}" srcOrd="1" destOrd="0" parTransId="{45AAF2EA-799D-4A57-85C1-5FFC50532B90}" sibTransId="{25D1D63B-0216-4EC3-9E5A-4A589B8186ED}"/>
    <dgm:cxn modelId="{CFB9996C-7542-4DC6-A31E-74E718F29C6C}" srcId="{5773429F-3B22-4DEC-ACD0-8F0038AFD1DE}" destId="{0D64BE87-7B2B-44E1-8E04-4BD91DCE90C0}" srcOrd="2" destOrd="0" parTransId="{25D9C1AF-3DBC-4AF5-BC59-832337817009}" sibTransId="{C08F3A62-3820-42E8-8934-7D7B0ADBF642}"/>
    <dgm:cxn modelId="{037D5373-1C65-41DE-AA83-538C4CD167FF}" type="presOf" srcId="{7488CF73-02A5-4573-AC81-8F9BB39F8EAC}" destId="{893BFB6B-7245-412F-91EA-F2F9CF4BE923}" srcOrd="0" destOrd="0" presId="urn:microsoft.com/office/officeart/2005/8/layout/vList2"/>
    <dgm:cxn modelId="{D61F8B98-8BB6-479F-A0EE-BA79D1306932}" type="presOf" srcId="{5773429F-3B22-4DEC-ACD0-8F0038AFD1DE}" destId="{CDDD9C29-D938-47AC-8E89-570C61059EA3}" srcOrd="0" destOrd="0" presId="urn:microsoft.com/office/officeart/2005/8/layout/vList2"/>
    <dgm:cxn modelId="{DEA25EA5-B251-4AED-AEC8-1667EE660372}" type="presOf" srcId="{93CF109B-2B66-4A20-9D60-119E6D3B4944}" destId="{CA3E0081-17B7-4BEA-AB29-E935826776D3}" srcOrd="0" destOrd="0" presId="urn:microsoft.com/office/officeart/2005/8/layout/vList2"/>
    <dgm:cxn modelId="{618534B5-F31C-4458-A659-531942A91A1C}" type="presOf" srcId="{B976A103-7FA8-40E9-BAEC-D88F4F1EB812}" destId="{AD028DC2-115B-4AC5-A6B6-E2C757A0C57B}" srcOrd="0" destOrd="0" presId="urn:microsoft.com/office/officeart/2005/8/layout/vList2"/>
    <dgm:cxn modelId="{9CDA0BE0-E394-4B05-8FD6-2E69639BBF55}" type="presOf" srcId="{4EE3F354-A492-4F8C-B080-EB12A2E5B12A}" destId="{0F848A43-19F6-4D3F-8BCB-FA66A3CFAA9A}" srcOrd="0" destOrd="0" presId="urn:microsoft.com/office/officeart/2005/8/layout/vList2"/>
    <dgm:cxn modelId="{9AAC44F2-330E-425A-9FBD-145CE9C70FEA}" srcId="{5773429F-3B22-4DEC-ACD0-8F0038AFD1DE}" destId="{B976A103-7FA8-40E9-BAEC-D88F4F1EB812}" srcOrd="0" destOrd="0" parTransId="{7E7892B1-E3E5-4148-AE6A-09887734CB99}" sibTransId="{B895D6DE-EED5-44A7-9561-97B4223A6180}"/>
    <dgm:cxn modelId="{ADAC4CC7-2A69-418F-87CC-8CB7FB45534C}" type="presParOf" srcId="{CDDD9C29-D938-47AC-8E89-570C61059EA3}" destId="{AD028DC2-115B-4AC5-A6B6-E2C757A0C57B}" srcOrd="0" destOrd="0" presId="urn:microsoft.com/office/officeart/2005/8/layout/vList2"/>
    <dgm:cxn modelId="{B18F8F0E-C398-4014-A087-93F552CE24D1}" type="presParOf" srcId="{CDDD9C29-D938-47AC-8E89-570C61059EA3}" destId="{9B02DC81-3416-4CBE-8C88-A596B5DE6D5A}" srcOrd="1" destOrd="0" presId="urn:microsoft.com/office/officeart/2005/8/layout/vList2"/>
    <dgm:cxn modelId="{2F078C96-0DC1-4E42-A80F-B383AEB0ADA0}" type="presParOf" srcId="{CDDD9C29-D938-47AC-8E89-570C61059EA3}" destId="{CA3E0081-17B7-4BEA-AB29-E935826776D3}" srcOrd="2" destOrd="0" presId="urn:microsoft.com/office/officeart/2005/8/layout/vList2"/>
    <dgm:cxn modelId="{EAA7BEAC-1E27-4A5C-AFE2-4890703B6DCC}" type="presParOf" srcId="{CDDD9C29-D938-47AC-8E89-570C61059EA3}" destId="{9C65C2BE-0D46-427C-87B1-D03EB498C6EC}" srcOrd="3" destOrd="0" presId="urn:microsoft.com/office/officeart/2005/8/layout/vList2"/>
    <dgm:cxn modelId="{D9E6AAD8-8740-47B3-B220-EF68CCFC6C89}" type="presParOf" srcId="{CDDD9C29-D938-47AC-8E89-570C61059EA3}" destId="{BF18586A-41A9-4ABB-A910-5BA8EE7C2A32}" srcOrd="4" destOrd="0" presId="urn:microsoft.com/office/officeart/2005/8/layout/vList2"/>
    <dgm:cxn modelId="{5A52A4D8-C167-4F72-B4EB-31511059DA43}" type="presParOf" srcId="{CDDD9C29-D938-47AC-8E89-570C61059EA3}" destId="{C860CEBE-8216-499D-96F2-BA2D931E69D3}" srcOrd="5" destOrd="0" presId="urn:microsoft.com/office/officeart/2005/8/layout/vList2"/>
    <dgm:cxn modelId="{924EAD5A-CAC6-4EF8-B385-D0AF177459BB}" type="presParOf" srcId="{CDDD9C29-D938-47AC-8E89-570C61059EA3}" destId="{893BFB6B-7245-412F-91EA-F2F9CF4BE923}" srcOrd="6" destOrd="0" presId="urn:microsoft.com/office/officeart/2005/8/layout/vList2"/>
    <dgm:cxn modelId="{B13CACE8-7247-4211-A766-D83C40BBC89E}" type="presParOf" srcId="{CDDD9C29-D938-47AC-8E89-570C61059EA3}" destId="{A7AD229D-7E01-47D8-AAC7-66A981A65AB1}" srcOrd="7" destOrd="0" presId="urn:microsoft.com/office/officeart/2005/8/layout/vList2"/>
    <dgm:cxn modelId="{D0583BE0-B539-426A-A790-29A25FACE87E}" type="presParOf" srcId="{CDDD9C29-D938-47AC-8E89-570C61059EA3}" destId="{0F848A43-19F6-4D3F-8BCB-FA66A3CFAA9A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B5007521-9B2D-4263-8CAD-AA79FA23AA3B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813C1EF-4B1C-41C9-AF86-4EED069EED82}">
      <dgm:prSet custT="1"/>
      <dgm:spPr/>
      <dgm:t>
        <a:bodyPr/>
        <a:lstStyle/>
        <a:p>
          <a:r>
            <a:rPr lang="en-US" sz="3600" dirty="0"/>
            <a:t>BREAST CANCER RISKS:</a:t>
          </a:r>
        </a:p>
      </dgm:t>
    </dgm:pt>
    <dgm:pt modelId="{E2C16E28-6F7C-4ACC-8EAF-DED7CD407EE7}" type="parTrans" cxnId="{1B3F03EB-C8AC-4EC3-ABB8-68DA6CADD201}">
      <dgm:prSet/>
      <dgm:spPr/>
      <dgm:t>
        <a:bodyPr/>
        <a:lstStyle/>
        <a:p>
          <a:endParaRPr lang="en-US"/>
        </a:p>
      </dgm:t>
    </dgm:pt>
    <dgm:pt modelId="{101A92E7-6F44-4940-8578-485544C18F4E}" type="sibTrans" cxnId="{1B3F03EB-C8AC-4EC3-ABB8-68DA6CADD201}">
      <dgm:prSet/>
      <dgm:spPr/>
      <dgm:t>
        <a:bodyPr/>
        <a:lstStyle/>
        <a:p>
          <a:endParaRPr lang="en-US"/>
        </a:p>
      </dgm:t>
    </dgm:pt>
    <dgm:pt modelId="{B8E4699E-545C-4B6A-A48F-97AF87B18468}">
      <dgm:prSet custT="1"/>
      <dgm:spPr/>
      <dgm:t>
        <a:bodyPr/>
        <a:lstStyle/>
        <a:p>
          <a:r>
            <a:rPr lang="en-US" sz="2400" dirty="0">
              <a:solidFill>
                <a:schemeClr val="bg1"/>
              </a:solidFill>
            </a:rPr>
            <a:t>Same guidelines as Cisgender</a:t>
          </a:r>
        </a:p>
      </dgm:t>
    </dgm:pt>
    <dgm:pt modelId="{9F48E1D2-D638-4493-B1CA-B900557A30F6}" type="parTrans" cxnId="{63D0AFC0-196A-4911-91A4-045861795BD4}">
      <dgm:prSet/>
      <dgm:spPr/>
      <dgm:t>
        <a:bodyPr/>
        <a:lstStyle/>
        <a:p>
          <a:endParaRPr lang="en-US"/>
        </a:p>
      </dgm:t>
    </dgm:pt>
    <dgm:pt modelId="{9924693C-BA47-455F-9594-CBFFE5301B14}" type="sibTrans" cxnId="{63D0AFC0-196A-4911-91A4-045861795BD4}">
      <dgm:prSet/>
      <dgm:spPr/>
      <dgm:t>
        <a:bodyPr/>
        <a:lstStyle/>
        <a:p>
          <a:endParaRPr lang="en-US"/>
        </a:p>
      </dgm:t>
    </dgm:pt>
    <dgm:pt modelId="{2E87CA85-1C0A-465F-B7E9-A7ACA2E75E8F}">
      <dgm:prSet custT="1"/>
      <dgm:spPr/>
      <dgm:t>
        <a:bodyPr/>
        <a:lstStyle/>
        <a:p>
          <a:r>
            <a:rPr lang="en-US" sz="3600" dirty="0"/>
            <a:t>CAVEATS:</a:t>
          </a:r>
        </a:p>
      </dgm:t>
    </dgm:pt>
    <dgm:pt modelId="{66952798-2A3F-4E14-8F45-831E42867309}" type="parTrans" cxnId="{7BE1C561-09ED-477F-8836-644B8673AC49}">
      <dgm:prSet/>
      <dgm:spPr/>
      <dgm:t>
        <a:bodyPr/>
        <a:lstStyle/>
        <a:p>
          <a:endParaRPr lang="en-US"/>
        </a:p>
      </dgm:t>
    </dgm:pt>
    <dgm:pt modelId="{F90BB859-B6B3-4E7C-8434-D0FD98EB9B65}" type="sibTrans" cxnId="{7BE1C561-09ED-477F-8836-644B8673AC49}">
      <dgm:prSet/>
      <dgm:spPr/>
      <dgm:t>
        <a:bodyPr/>
        <a:lstStyle/>
        <a:p>
          <a:endParaRPr lang="en-US"/>
        </a:p>
      </dgm:t>
    </dgm:pt>
    <dgm:pt modelId="{25536659-1E45-471E-A52D-42DC825D6A24}">
      <dgm:prSet custT="1"/>
      <dgm:spPr/>
      <dgm:t>
        <a:bodyPr/>
        <a:lstStyle/>
        <a:p>
          <a:r>
            <a:rPr lang="en-US" sz="2800" dirty="0">
              <a:solidFill>
                <a:schemeClr val="bg1"/>
              </a:solidFill>
            </a:rPr>
            <a:t>1</a:t>
          </a:r>
          <a:r>
            <a:rPr lang="en-US" sz="2400" dirty="0">
              <a:solidFill>
                <a:schemeClr val="bg1"/>
              </a:solidFill>
            </a:rPr>
            <a:t>. Current Estrogen dosage</a:t>
          </a:r>
        </a:p>
      </dgm:t>
    </dgm:pt>
    <dgm:pt modelId="{14E57A9E-E301-4012-83CE-6119BB4F6F2F}" type="parTrans" cxnId="{80CE1935-0F2F-4C54-92F3-2725C99428C1}">
      <dgm:prSet/>
      <dgm:spPr/>
      <dgm:t>
        <a:bodyPr/>
        <a:lstStyle/>
        <a:p>
          <a:endParaRPr lang="en-US"/>
        </a:p>
      </dgm:t>
    </dgm:pt>
    <dgm:pt modelId="{B7C5082B-3F80-4934-BBC8-B5E98EDDC426}" type="sibTrans" cxnId="{80CE1935-0F2F-4C54-92F3-2725C99428C1}">
      <dgm:prSet/>
      <dgm:spPr/>
      <dgm:t>
        <a:bodyPr/>
        <a:lstStyle/>
        <a:p>
          <a:endParaRPr lang="en-US"/>
        </a:p>
      </dgm:t>
    </dgm:pt>
    <dgm:pt modelId="{1F8FF728-9CAA-4B02-8EAD-CC613E9E10E0}">
      <dgm:prSet custT="1"/>
      <dgm:spPr/>
      <dgm:t>
        <a:bodyPr/>
        <a:lstStyle/>
        <a:p>
          <a:r>
            <a:rPr lang="en-US" sz="2400" dirty="0">
              <a:solidFill>
                <a:schemeClr val="bg1"/>
              </a:solidFill>
            </a:rPr>
            <a:t>2. When were Hormones started?</a:t>
          </a:r>
        </a:p>
      </dgm:t>
    </dgm:pt>
    <dgm:pt modelId="{6EE1602B-4F79-459F-8B5E-56D6FB98F9EF}" type="parTrans" cxnId="{2E3209F2-163B-4D44-855C-E3D3B2F22707}">
      <dgm:prSet/>
      <dgm:spPr/>
      <dgm:t>
        <a:bodyPr/>
        <a:lstStyle/>
        <a:p>
          <a:endParaRPr lang="en-US"/>
        </a:p>
      </dgm:t>
    </dgm:pt>
    <dgm:pt modelId="{E531075D-8702-43E4-A82C-DCBEBEA55A2A}" type="sibTrans" cxnId="{2E3209F2-163B-4D44-855C-E3D3B2F22707}">
      <dgm:prSet/>
      <dgm:spPr/>
      <dgm:t>
        <a:bodyPr/>
        <a:lstStyle/>
        <a:p>
          <a:endParaRPr lang="en-US"/>
        </a:p>
      </dgm:t>
    </dgm:pt>
    <dgm:pt modelId="{7B374FDC-D3EC-442A-9ADD-639F59F10EB4}">
      <dgm:prSet custT="1"/>
      <dgm:spPr/>
      <dgm:t>
        <a:bodyPr/>
        <a:lstStyle/>
        <a:p>
          <a:r>
            <a:rPr lang="en-US" sz="2400" dirty="0">
              <a:solidFill>
                <a:schemeClr val="bg1"/>
              </a:solidFill>
            </a:rPr>
            <a:t>3. </a:t>
          </a:r>
          <a:r>
            <a:rPr lang="en-US" sz="2400" dirty="0" err="1">
              <a:solidFill>
                <a:schemeClr val="bg1"/>
              </a:solidFill>
            </a:rPr>
            <a:t>Hx</a:t>
          </a:r>
          <a:r>
            <a:rPr lang="en-US" sz="2400" dirty="0">
              <a:solidFill>
                <a:schemeClr val="bg1"/>
              </a:solidFill>
            </a:rPr>
            <a:t>-Augmentation Mammoplasty?</a:t>
          </a:r>
        </a:p>
      </dgm:t>
    </dgm:pt>
    <dgm:pt modelId="{1655DCFF-87CD-4FA6-B737-482AB1D29A4E}" type="parTrans" cxnId="{FD10D74C-7711-4F02-B53F-C3167ED563CF}">
      <dgm:prSet/>
      <dgm:spPr/>
      <dgm:t>
        <a:bodyPr/>
        <a:lstStyle/>
        <a:p>
          <a:endParaRPr lang="en-US"/>
        </a:p>
      </dgm:t>
    </dgm:pt>
    <dgm:pt modelId="{118ECD55-AC4A-49EF-9C06-ED3327E0E66C}" type="sibTrans" cxnId="{FD10D74C-7711-4F02-B53F-C3167ED563CF}">
      <dgm:prSet/>
      <dgm:spPr/>
      <dgm:t>
        <a:bodyPr/>
        <a:lstStyle/>
        <a:p>
          <a:endParaRPr lang="en-US"/>
        </a:p>
      </dgm:t>
    </dgm:pt>
    <dgm:pt modelId="{C6925862-B997-4207-8774-6703404C3DB4}" type="pres">
      <dgm:prSet presAssocID="{B5007521-9B2D-4263-8CAD-AA79FA23AA3B}" presName="linear" presStyleCnt="0">
        <dgm:presLayoutVars>
          <dgm:animLvl val="lvl"/>
          <dgm:resizeHandles val="exact"/>
        </dgm:presLayoutVars>
      </dgm:prSet>
      <dgm:spPr/>
    </dgm:pt>
    <dgm:pt modelId="{7642FC9C-4788-458B-B284-E6480669B760}" type="pres">
      <dgm:prSet presAssocID="{6813C1EF-4B1C-41C9-AF86-4EED069EED8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A7353D6-846F-4AD1-8B37-BDCC6E3DCCEA}" type="pres">
      <dgm:prSet presAssocID="{6813C1EF-4B1C-41C9-AF86-4EED069EED82}" presName="childText" presStyleLbl="revTx" presStyleIdx="0" presStyleCnt="2">
        <dgm:presLayoutVars>
          <dgm:bulletEnabled val="1"/>
        </dgm:presLayoutVars>
      </dgm:prSet>
      <dgm:spPr/>
    </dgm:pt>
    <dgm:pt modelId="{4F335FBB-A09B-450C-A262-0D872ADAB194}" type="pres">
      <dgm:prSet presAssocID="{2E87CA85-1C0A-465F-B7E9-A7ACA2E75E8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116F9AE-994F-427F-97E6-7C06706592C8}" type="pres">
      <dgm:prSet presAssocID="{2E87CA85-1C0A-465F-B7E9-A7ACA2E75E8F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E9FE590B-AF01-4910-8ED6-BDB1263043B6}" type="presOf" srcId="{6813C1EF-4B1C-41C9-AF86-4EED069EED82}" destId="{7642FC9C-4788-458B-B284-E6480669B760}" srcOrd="0" destOrd="0" presId="urn:microsoft.com/office/officeart/2005/8/layout/vList2"/>
    <dgm:cxn modelId="{2BDE782D-B487-45E1-80E1-41554B949373}" type="presOf" srcId="{25536659-1E45-471E-A52D-42DC825D6A24}" destId="{8116F9AE-994F-427F-97E6-7C06706592C8}" srcOrd="0" destOrd="0" presId="urn:microsoft.com/office/officeart/2005/8/layout/vList2"/>
    <dgm:cxn modelId="{80CE1935-0F2F-4C54-92F3-2725C99428C1}" srcId="{2E87CA85-1C0A-465F-B7E9-A7ACA2E75E8F}" destId="{25536659-1E45-471E-A52D-42DC825D6A24}" srcOrd="0" destOrd="0" parTransId="{14E57A9E-E301-4012-83CE-6119BB4F6F2F}" sibTransId="{B7C5082B-3F80-4934-BBC8-B5E98EDDC426}"/>
    <dgm:cxn modelId="{7BE1C561-09ED-477F-8836-644B8673AC49}" srcId="{B5007521-9B2D-4263-8CAD-AA79FA23AA3B}" destId="{2E87CA85-1C0A-465F-B7E9-A7ACA2E75E8F}" srcOrd="1" destOrd="0" parTransId="{66952798-2A3F-4E14-8F45-831E42867309}" sibTransId="{F90BB859-B6B3-4E7C-8434-D0FD98EB9B65}"/>
    <dgm:cxn modelId="{AAAB9A69-26DB-46EE-BB25-F3E33D644B01}" type="presOf" srcId="{B8E4699E-545C-4B6A-A48F-97AF87B18468}" destId="{3A7353D6-846F-4AD1-8B37-BDCC6E3DCCEA}" srcOrd="0" destOrd="0" presId="urn:microsoft.com/office/officeart/2005/8/layout/vList2"/>
    <dgm:cxn modelId="{FD10D74C-7711-4F02-B53F-C3167ED563CF}" srcId="{2E87CA85-1C0A-465F-B7E9-A7ACA2E75E8F}" destId="{7B374FDC-D3EC-442A-9ADD-639F59F10EB4}" srcOrd="2" destOrd="0" parTransId="{1655DCFF-87CD-4FA6-B737-482AB1D29A4E}" sibTransId="{118ECD55-AC4A-49EF-9C06-ED3327E0E66C}"/>
    <dgm:cxn modelId="{05D9D551-E0DA-44EF-8F39-58E01772F6C8}" type="presOf" srcId="{B5007521-9B2D-4263-8CAD-AA79FA23AA3B}" destId="{C6925862-B997-4207-8774-6703404C3DB4}" srcOrd="0" destOrd="0" presId="urn:microsoft.com/office/officeart/2005/8/layout/vList2"/>
    <dgm:cxn modelId="{F7A52681-E17D-46D4-A8A8-B2907995825B}" type="presOf" srcId="{7B374FDC-D3EC-442A-9ADD-639F59F10EB4}" destId="{8116F9AE-994F-427F-97E6-7C06706592C8}" srcOrd="0" destOrd="2" presId="urn:microsoft.com/office/officeart/2005/8/layout/vList2"/>
    <dgm:cxn modelId="{1478F78F-06A6-493D-B819-9133C2ACC12C}" type="presOf" srcId="{1F8FF728-9CAA-4B02-8EAD-CC613E9E10E0}" destId="{8116F9AE-994F-427F-97E6-7C06706592C8}" srcOrd="0" destOrd="1" presId="urn:microsoft.com/office/officeart/2005/8/layout/vList2"/>
    <dgm:cxn modelId="{73E867BB-FC1F-47A2-9602-3759F97DFA6F}" type="presOf" srcId="{2E87CA85-1C0A-465F-B7E9-A7ACA2E75E8F}" destId="{4F335FBB-A09B-450C-A262-0D872ADAB194}" srcOrd="0" destOrd="0" presId="urn:microsoft.com/office/officeart/2005/8/layout/vList2"/>
    <dgm:cxn modelId="{63D0AFC0-196A-4911-91A4-045861795BD4}" srcId="{6813C1EF-4B1C-41C9-AF86-4EED069EED82}" destId="{B8E4699E-545C-4B6A-A48F-97AF87B18468}" srcOrd="0" destOrd="0" parTransId="{9F48E1D2-D638-4493-B1CA-B900557A30F6}" sibTransId="{9924693C-BA47-455F-9594-CBFFE5301B14}"/>
    <dgm:cxn modelId="{1B3F03EB-C8AC-4EC3-ABB8-68DA6CADD201}" srcId="{B5007521-9B2D-4263-8CAD-AA79FA23AA3B}" destId="{6813C1EF-4B1C-41C9-AF86-4EED069EED82}" srcOrd="0" destOrd="0" parTransId="{E2C16E28-6F7C-4ACC-8EAF-DED7CD407EE7}" sibTransId="{101A92E7-6F44-4940-8578-485544C18F4E}"/>
    <dgm:cxn modelId="{2E3209F2-163B-4D44-855C-E3D3B2F22707}" srcId="{2E87CA85-1C0A-465F-B7E9-A7ACA2E75E8F}" destId="{1F8FF728-9CAA-4B02-8EAD-CC613E9E10E0}" srcOrd="1" destOrd="0" parTransId="{6EE1602B-4F79-459F-8B5E-56D6FB98F9EF}" sibTransId="{E531075D-8702-43E4-A82C-DCBEBEA55A2A}"/>
    <dgm:cxn modelId="{825CA0D0-9B1E-4535-96B1-56AD76E4817F}" type="presParOf" srcId="{C6925862-B997-4207-8774-6703404C3DB4}" destId="{7642FC9C-4788-458B-B284-E6480669B760}" srcOrd="0" destOrd="0" presId="urn:microsoft.com/office/officeart/2005/8/layout/vList2"/>
    <dgm:cxn modelId="{106E235B-5E3B-4735-AC0C-D075E62BDD7D}" type="presParOf" srcId="{C6925862-B997-4207-8774-6703404C3DB4}" destId="{3A7353D6-846F-4AD1-8B37-BDCC6E3DCCEA}" srcOrd="1" destOrd="0" presId="urn:microsoft.com/office/officeart/2005/8/layout/vList2"/>
    <dgm:cxn modelId="{E87330A1-9EAA-4123-A785-62744A0677EE}" type="presParOf" srcId="{C6925862-B997-4207-8774-6703404C3DB4}" destId="{4F335FBB-A09B-450C-A262-0D872ADAB194}" srcOrd="2" destOrd="0" presId="urn:microsoft.com/office/officeart/2005/8/layout/vList2"/>
    <dgm:cxn modelId="{0819F33A-1EBE-468E-94B2-072D3EDEC2D5}" type="presParOf" srcId="{C6925862-B997-4207-8774-6703404C3DB4}" destId="{8116F9AE-994F-427F-97E6-7C06706592C8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6CF1BD-3A5A-4D9B-B8A7-0D50F2DDCBFB}">
      <dsp:nvSpPr>
        <dsp:cNvPr id="0" name=""/>
        <dsp:cNvSpPr/>
      </dsp:nvSpPr>
      <dsp:spPr>
        <a:xfrm>
          <a:off x="0" y="597203"/>
          <a:ext cx="3822189" cy="12168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Beverly London, MD, FACOG, MSCP</a:t>
          </a:r>
        </a:p>
      </dsp:txBody>
      <dsp:txXfrm>
        <a:off x="59399" y="656602"/>
        <a:ext cx="3703391" cy="10980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8F1C5B-1094-492F-9FF2-E1DB6F129ECD}">
      <dsp:nvSpPr>
        <dsp:cNvPr id="0" name=""/>
        <dsp:cNvSpPr/>
      </dsp:nvSpPr>
      <dsp:spPr>
        <a:xfrm>
          <a:off x="0" y="4984"/>
          <a:ext cx="6394331" cy="123771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solidFill>
                <a:srgbClr val="FF0000"/>
              </a:solidFill>
            </a:rPr>
            <a:t>1.4 million </a:t>
          </a:r>
          <a:r>
            <a:rPr lang="en-US" sz="3100" kern="1200" dirty="0"/>
            <a:t>Transgender Adults</a:t>
          </a:r>
        </a:p>
      </dsp:txBody>
      <dsp:txXfrm>
        <a:off x="60420" y="65404"/>
        <a:ext cx="6273491" cy="1116873"/>
      </dsp:txXfrm>
    </dsp:sp>
    <dsp:sp modelId="{0124F970-5A5D-4586-B07B-41274BAB2D06}">
      <dsp:nvSpPr>
        <dsp:cNvPr id="0" name=""/>
        <dsp:cNvSpPr/>
      </dsp:nvSpPr>
      <dsp:spPr>
        <a:xfrm>
          <a:off x="0" y="1331978"/>
          <a:ext cx="6394331" cy="123771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1.2 million Non-Binary US Adults (42% identify as transgender)</a:t>
          </a:r>
        </a:p>
      </dsp:txBody>
      <dsp:txXfrm>
        <a:off x="60420" y="1392398"/>
        <a:ext cx="6273491" cy="1116873"/>
      </dsp:txXfrm>
    </dsp:sp>
    <dsp:sp modelId="{73F6C8E7-B826-4B28-99FE-11C353C1B12B}">
      <dsp:nvSpPr>
        <dsp:cNvPr id="0" name=""/>
        <dsp:cNvSpPr/>
      </dsp:nvSpPr>
      <dsp:spPr>
        <a:xfrm>
          <a:off x="0" y="2658971"/>
          <a:ext cx="6394331" cy="123771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150,000  Transgender Adolescents  (Age 13 – 17)</a:t>
          </a:r>
        </a:p>
      </dsp:txBody>
      <dsp:txXfrm>
        <a:off x="60420" y="2719391"/>
        <a:ext cx="6273491" cy="111687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F9ED46-ADC3-4A88-9007-144E0389371C}">
      <dsp:nvSpPr>
        <dsp:cNvPr id="0" name=""/>
        <dsp:cNvSpPr/>
      </dsp:nvSpPr>
      <dsp:spPr>
        <a:xfrm rot="5400000">
          <a:off x="3369728" y="-1260871"/>
          <a:ext cx="828140" cy="3561222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Primary care</a:t>
          </a:r>
        </a:p>
      </dsp:txBody>
      <dsp:txXfrm rot="-5400000">
        <a:off x="2003187" y="146096"/>
        <a:ext cx="3520796" cy="747288"/>
      </dsp:txXfrm>
    </dsp:sp>
    <dsp:sp modelId="{3EF3F7FD-331B-4A4E-AD34-1DEAC0E1C46B}">
      <dsp:nvSpPr>
        <dsp:cNvPr id="0" name=""/>
        <dsp:cNvSpPr/>
      </dsp:nvSpPr>
      <dsp:spPr>
        <a:xfrm>
          <a:off x="0" y="2152"/>
          <a:ext cx="2003187" cy="103517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General Healthcare needs</a:t>
          </a:r>
        </a:p>
      </dsp:txBody>
      <dsp:txXfrm>
        <a:off x="50533" y="52685"/>
        <a:ext cx="1902121" cy="934109"/>
      </dsp:txXfrm>
    </dsp:sp>
    <dsp:sp modelId="{C64970D7-0D18-4A58-B899-5F4B94808D1C}">
      <dsp:nvSpPr>
        <dsp:cNvPr id="0" name=""/>
        <dsp:cNvSpPr/>
      </dsp:nvSpPr>
      <dsp:spPr>
        <a:xfrm rot="5400000">
          <a:off x="3369728" y="-173937"/>
          <a:ext cx="828140" cy="3561222"/>
        </a:xfrm>
        <a:prstGeom prst="round2SameRect">
          <a:avLst/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Primary care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Endocrinology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Ob/Gyn &amp; Repro Endo</a:t>
          </a:r>
          <a:endParaRPr lang="en-US" sz="1400" kern="1200" dirty="0"/>
        </a:p>
      </dsp:txBody>
      <dsp:txXfrm rot="-5400000">
        <a:off x="2003187" y="1233030"/>
        <a:ext cx="3520796" cy="747288"/>
      </dsp:txXfrm>
    </dsp:sp>
    <dsp:sp modelId="{CF165237-A711-4E39-B5FE-3FD1B3309F17}">
      <dsp:nvSpPr>
        <dsp:cNvPr id="0" name=""/>
        <dsp:cNvSpPr/>
      </dsp:nvSpPr>
      <dsp:spPr>
        <a:xfrm>
          <a:off x="0" y="1089086"/>
          <a:ext cx="2003187" cy="1035175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Gender –Affirming Hormone care</a:t>
          </a:r>
        </a:p>
      </dsp:txBody>
      <dsp:txXfrm>
        <a:off x="50533" y="1139619"/>
        <a:ext cx="1902121" cy="934109"/>
      </dsp:txXfrm>
    </dsp:sp>
    <dsp:sp modelId="{51EBC2CD-EFCF-46CE-8172-7C18D55FB7AD}">
      <dsp:nvSpPr>
        <dsp:cNvPr id="0" name=""/>
        <dsp:cNvSpPr/>
      </dsp:nvSpPr>
      <dsp:spPr>
        <a:xfrm rot="5400000">
          <a:off x="3369728" y="912996"/>
          <a:ext cx="828140" cy="3561222"/>
        </a:xfrm>
        <a:prstGeom prst="round2SameRect">
          <a:avLst/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Plastic Surgery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Urology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Ob/Gyn</a:t>
          </a:r>
          <a:endParaRPr lang="en-US" sz="1400" kern="1200" dirty="0"/>
        </a:p>
      </dsp:txBody>
      <dsp:txXfrm rot="-5400000">
        <a:off x="2003187" y="2319963"/>
        <a:ext cx="3520796" cy="747288"/>
      </dsp:txXfrm>
    </dsp:sp>
    <dsp:sp modelId="{90ED4424-D9E6-4E9D-899B-07FE2BB65F9A}">
      <dsp:nvSpPr>
        <dsp:cNvPr id="0" name=""/>
        <dsp:cNvSpPr/>
      </dsp:nvSpPr>
      <dsp:spPr>
        <a:xfrm>
          <a:off x="0" y="2176019"/>
          <a:ext cx="2003187" cy="1035175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Gender –Affirming Surgical care</a:t>
          </a:r>
        </a:p>
      </dsp:txBody>
      <dsp:txXfrm>
        <a:off x="50533" y="2226552"/>
        <a:ext cx="1902121" cy="934109"/>
      </dsp:txXfrm>
    </dsp:sp>
    <dsp:sp modelId="{36C7CB89-1C88-4F2B-BE26-7B164EC1F570}">
      <dsp:nvSpPr>
        <dsp:cNvPr id="0" name=""/>
        <dsp:cNvSpPr/>
      </dsp:nvSpPr>
      <dsp:spPr>
        <a:xfrm rot="5400000">
          <a:off x="3369728" y="1999930"/>
          <a:ext cx="828140" cy="3561222"/>
        </a:xfrm>
        <a:prstGeom prst="round2Same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Speech Pathology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Mental Health Providers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Social work</a:t>
          </a:r>
          <a:endParaRPr lang="en-US" sz="1400" kern="1200" dirty="0"/>
        </a:p>
      </dsp:txBody>
      <dsp:txXfrm rot="-5400000">
        <a:off x="2003187" y="3406897"/>
        <a:ext cx="3520796" cy="747288"/>
      </dsp:txXfrm>
    </dsp:sp>
    <dsp:sp modelId="{19595118-EECE-4DC1-AC73-D2F3004B9F77}">
      <dsp:nvSpPr>
        <dsp:cNvPr id="0" name=""/>
        <dsp:cNvSpPr/>
      </dsp:nvSpPr>
      <dsp:spPr>
        <a:xfrm>
          <a:off x="0" y="3262953"/>
          <a:ext cx="2003187" cy="1035175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Other Team Members</a:t>
          </a:r>
        </a:p>
      </dsp:txBody>
      <dsp:txXfrm>
        <a:off x="50533" y="3313486"/>
        <a:ext cx="1902121" cy="93410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DC2991-D322-4CB0-A33D-0A61DBBBE555}">
      <dsp:nvSpPr>
        <dsp:cNvPr id="0" name=""/>
        <dsp:cNvSpPr/>
      </dsp:nvSpPr>
      <dsp:spPr>
        <a:xfrm>
          <a:off x="4255" y="1134298"/>
          <a:ext cx="2559583" cy="3071499"/>
        </a:xfrm>
        <a:prstGeom prst="roundRect">
          <a:avLst>
            <a:gd name="adj" fmla="val 5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164592" rIns="213360" bIns="0" numCol="1" spcCol="1270" anchor="t" anchorCtr="0">
          <a:noAutofit/>
        </a:bodyPr>
        <a:lstStyle/>
        <a:p>
          <a:pPr marL="0" lvl="0" indent="0" algn="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800" kern="1200" dirty="0">
            <a:solidFill>
              <a:schemeClr val="bg1"/>
            </a:solidFill>
          </a:endParaRPr>
        </a:p>
      </dsp:txBody>
      <dsp:txXfrm rot="16200000">
        <a:off x="-999101" y="2137654"/>
        <a:ext cx="2518629" cy="511916"/>
      </dsp:txXfrm>
    </dsp:sp>
    <dsp:sp modelId="{EB5D8C55-99FD-456E-9597-15F8567FB072}">
      <dsp:nvSpPr>
        <dsp:cNvPr id="0" name=""/>
        <dsp:cNvSpPr/>
      </dsp:nvSpPr>
      <dsp:spPr>
        <a:xfrm>
          <a:off x="516171" y="1134298"/>
          <a:ext cx="1906889" cy="3071499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flat" dir="t"/>
        </a:scene3d>
        <a:sp3d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164592" rIns="0" bIns="0" numCol="1" spcCol="1270" anchor="t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He</a:t>
          </a:r>
        </a:p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Him                                                                           </a:t>
          </a:r>
        </a:p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His</a:t>
          </a:r>
        </a:p>
      </dsp:txBody>
      <dsp:txXfrm>
        <a:off x="516171" y="1134298"/>
        <a:ext cx="1906889" cy="3071499"/>
      </dsp:txXfrm>
    </dsp:sp>
    <dsp:sp modelId="{4355A917-5C0D-429A-9452-8D4247927E04}">
      <dsp:nvSpPr>
        <dsp:cNvPr id="0" name=""/>
        <dsp:cNvSpPr/>
      </dsp:nvSpPr>
      <dsp:spPr>
        <a:xfrm>
          <a:off x="2653423" y="1134298"/>
          <a:ext cx="2559583" cy="3071499"/>
        </a:xfrm>
        <a:prstGeom prst="roundRect">
          <a:avLst>
            <a:gd name="adj" fmla="val 5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164592" rIns="213360" bIns="0" numCol="1" spcCol="1270" anchor="t" anchorCtr="0">
          <a:noAutofit/>
        </a:bodyPr>
        <a:lstStyle/>
        <a:p>
          <a:pPr marL="0" lvl="0" indent="0" algn="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800" kern="1200"/>
        </a:p>
      </dsp:txBody>
      <dsp:txXfrm rot="16200000">
        <a:off x="1650067" y="2137654"/>
        <a:ext cx="2518629" cy="511916"/>
      </dsp:txXfrm>
    </dsp:sp>
    <dsp:sp modelId="{0ECEB167-77E8-411A-B3D9-36FF3FFA0755}">
      <dsp:nvSpPr>
        <dsp:cNvPr id="0" name=""/>
        <dsp:cNvSpPr/>
      </dsp:nvSpPr>
      <dsp:spPr>
        <a:xfrm rot="5400000">
          <a:off x="2440509" y="3575637"/>
          <a:ext cx="451424" cy="383937"/>
        </a:xfrm>
        <a:prstGeom prst="flowChartExtra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CFECE730-BB6C-4EDF-8C8A-15275FEC6019}">
      <dsp:nvSpPr>
        <dsp:cNvPr id="0" name=""/>
        <dsp:cNvSpPr/>
      </dsp:nvSpPr>
      <dsp:spPr>
        <a:xfrm>
          <a:off x="3165340" y="1134298"/>
          <a:ext cx="1906889" cy="3071499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flat" dir="t"/>
        </a:scene3d>
        <a:sp3d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164592" rIns="0" bIns="0" numCol="1" spcCol="1270" anchor="t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They</a:t>
          </a:r>
        </a:p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Them</a:t>
          </a:r>
        </a:p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Their</a:t>
          </a:r>
        </a:p>
      </dsp:txBody>
      <dsp:txXfrm>
        <a:off x="3165340" y="1134298"/>
        <a:ext cx="1906889" cy="3071499"/>
      </dsp:txXfrm>
    </dsp:sp>
    <dsp:sp modelId="{60E64746-1E15-4674-A24C-2B1EBBD7E114}">
      <dsp:nvSpPr>
        <dsp:cNvPr id="0" name=""/>
        <dsp:cNvSpPr/>
      </dsp:nvSpPr>
      <dsp:spPr>
        <a:xfrm>
          <a:off x="5302592" y="1134298"/>
          <a:ext cx="2559583" cy="3071499"/>
        </a:xfrm>
        <a:prstGeom prst="roundRect">
          <a:avLst>
            <a:gd name="adj" fmla="val 5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164592" rIns="213360" bIns="0" numCol="1" spcCol="1270" anchor="t" anchorCtr="0">
          <a:noAutofit/>
        </a:bodyPr>
        <a:lstStyle/>
        <a:p>
          <a:pPr marL="0" lvl="0" indent="0" algn="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800" kern="1200"/>
        </a:p>
      </dsp:txBody>
      <dsp:txXfrm rot="16200000">
        <a:off x="4299236" y="2137654"/>
        <a:ext cx="2518629" cy="511916"/>
      </dsp:txXfrm>
    </dsp:sp>
    <dsp:sp modelId="{D95789B3-0B7F-460B-9255-6BD5B92AE8F8}">
      <dsp:nvSpPr>
        <dsp:cNvPr id="0" name=""/>
        <dsp:cNvSpPr/>
      </dsp:nvSpPr>
      <dsp:spPr>
        <a:xfrm rot="5400000">
          <a:off x="5089678" y="3575637"/>
          <a:ext cx="451424" cy="383937"/>
        </a:xfrm>
        <a:prstGeom prst="flowChartExtra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C60DC795-6F8A-4013-9561-E2F2B06A6A30}">
      <dsp:nvSpPr>
        <dsp:cNvPr id="0" name=""/>
        <dsp:cNvSpPr/>
      </dsp:nvSpPr>
      <dsp:spPr>
        <a:xfrm>
          <a:off x="5814509" y="1134298"/>
          <a:ext cx="1906889" cy="3071499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flat" dir="t"/>
        </a:scene3d>
        <a:sp3d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164592" rIns="0" bIns="0" numCol="1" spcCol="1270" anchor="t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She</a:t>
          </a:r>
        </a:p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Her</a:t>
          </a:r>
        </a:p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Hers</a:t>
          </a:r>
        </a:p>
      </dsp:txBody>
      <dsp:txXfrm>
        <a:off x="5814509" y="1134298"/>
        <a:ext cx="1906889" cy="3071499"/>
      </dsp:txXfrm>
    </dsp:sp>
    <dsp:sp modelId="{821E41CF-6DE2-4101-B8E4-DA7F4876B0EA}">
      <dsp:nvSpPr>
        <dsp:cNvPr id="0" name=""/>
        <dsp:cNvSpPr/>
      </dsp:nvSpPr>
      <dsp:spPr>
        <a:xfrm>
          <a:off x="7951761" y="1134298"/>
          <a:ext cx="2559583" cy="3071499"/>
        </a:xfrm>
        <a:prstGeom prst="roundRect">
          <a:avLst>
            <a:gd name="adj" fmla="val 5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164592" rIns="213360" bIns="0" numCol="1" spcCol="1270" anchor="t" anchorCtr="0">
          <a:noAutofit/>
        </a:bodyPr>
        <a:lstStyle/>
        <a:p>
          <a:pPr marL="0" lvl="0" indent="0" algn="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800" kern="1200"/>
        </a:p>
      </dsp:txBody>
      <dsp:txXfrm rot="16200000">
        <a:off x="6948404" y="2137654"/>
        <a:ext cx="2518629" cy="511916"/>
      </dsp:txXfrm>
    </dsp:sp>
    <dsp:sp modelId="{CDA0442B-ADB9-4739-92CD-1333AA8ED9E1}">
      <dsp:nvSpPr>
        <dsp:cNvPr id="0" name=""/>
        <dsp:cNvSpPr/>
      </dsp:nvSpPr>
      <dsp:spPr>
        <a:xfrm rot="5400000">
          <a:off x="7738847" y="3575637"/>
          <a:ext cx="451424" cy="383937"/>
        </a:xfrm>
        <a:prstGeom prst="flowChartExtra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B27A325F-6565-4F15-BF10-2D84D7A8A8F2}">
      <dsp:nvSpPr>
        <dsp:cNvPr id="0" name=""/>
        <dsp:cNvSpPr/>
      </dsp:nvSpPr>
      <dsp:spPr>
        <a:xfrm>
          <a:off x="8463678" y="1134298"/>
          <a:ext cx="1906889" cy="3071499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flat" dir="t"/>
        </a:scene3d>
        <a:sp3d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164592" rIns="0" bIns="0" numCol="1" spcCol="1270" anchor="t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Zie (Ze)</a:t>
          </a:r>
        </a:p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Hir</a:t>
          </a:r>
        </a:p>
      </dsp:txBody>
      <dsp:txXfrm>
        <a:off x="8463678" y="1134298"/>
        <a:ext cx="1906889" cy="307149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10D3CF-6CAF-4D9F-91B4-3E86DDA2AFCE}">
      <dsp:nvSpPr>
        <dsp:cNvPr id="0" name=""/>
        <dsp:cNvSpPr/>
      </dsp:nvSpPr>
      <dsp:spPr>
        <a:xfrm>
          <a:off x="1796" y="836218"/>
          <a:ext cx="5423688" cy="216947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5816" tIns="174752" rIns="305816" bIns="174752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ACCEPTED             GENDER TERMINOLOGY</a:t>
          </a:r>
        </a:p>
      </dsp:txBody>
      <dsp:txXfrm>
        <a:off x="1796" y="836218"/>
        <a:ext cx="5423688" cy="2169475"/>
      </dsp:txXfrm>
    </dsp:sp>
    <dsp:sp modelId="{D9AF5F2F-E590-430C-B7C6-B0C1E68E877A}">
      <dsp:nvSpPr>
        <dsp:cNvPr id="0" name=""/>
        <dsp:cNvSpPr/>
      </dsp:nvSpPr>
      <dsp:spPr>
        <a:xfrm>
          <a:off x="1796" y="3005693"/>
          <a:ext cx="5423688" cy="259677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1. Transgender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2. Cross dresser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3. Personal Pronouns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4. Gender Affirming Surgery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5. Gender Incongruence</a:t>
          </a:r>
        </a:p>
      </dsp:txBody>
      <dsp:txXfrm>
        <a:off x="1796" y="3005693"/>
        <a:ext cx="5423688" cy="2596770"/>
      </dsp:txXfrm>
    </dsp:sp>
    <dsp:sp modelId="{F57EF76A-14CC-4B93-89FA-B47E49D41740}">
      <dsp:nvSpPr>
        <dsp:cNvPr id="0" name=""/>
        <dsp:cNvSpPr/>
      </dsp:nvSpPr>
      <dsp:spPr>
        <a:xfrm>
          <a:off x="6184801" y="830539"/>
          <a:ext cx="5444515" cy="219218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5816" tIns="174752" rIns="305816" bIns="174752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>
              <a:solidFill>
                <a:srgbClr val="FF0000"/>
              </a:solidFill>
            </a:rPr>
            <a:t>NO LONGER ACCEPTED</a:t>
          </a:r>
        </a:p>
      </dsp:txBody>
      <dsp:txXfrm>
        <a:off x="6184801" y="830539"/>
        <a:ext cx="5444515" cy="2192189"/>
      </dsp:txXfrm>
    </dsp:sp>
    <dsp:sp modelId="{560909BA-81C4-43A6-86F5-BE2901CA7FE8}">
      <dsp:nvSpPr>
        <dsp:cNvPr id="0" name=""/>
        <dsp:cNvSpPr/>
      </dsp:nvSpPr>
      <dsp:spPr>
        <a:xfrm>
          <a:off x="6195215" y="3011372"/>
          <a:ext cx="5423688" cy="259677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1. Transsexual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2. Transvestite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3. Preferred Pronouns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4. Gender Reassignment Surgery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5. Gender Dysphoria </a:t>
          </a:r>
        </a:p>
      </dsp:txBody>
      <dsp:txXfrm>
        <a:off x="6195215" y="3011372"/>
        <a:ext cx="5423688" cy="259677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12165D-707D-47BD-A917-9C94EF1F7353}">
      <dsp:nvSpPr>
        <dsp:cNvPr id="0" name=""/>
        <dsp:cNvSpPr/>
      </dsp:nvSpPr>
      <dsp:spPr>
        <a:xfrm>
          <a:off x="0" y="16987"/>
          <a:ext cx="8128000" cy="103135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>
              <a:solidFill>
                <a:srgbClr val="FF0000"/>
              </a:solidFill>
            </a:rPr>
            <a:t>Transvestite</a:t>
          </a:r>
        </a:p>
      </dsp:txBody>
      <dsp:txXfrm>
        <a:off x="50347" y="67334"/>
        <a:ext cx="8027306" cy="930660"/>
      </dsp:txXfrm>
    </dsp:sp>
    <dsp:sp modelId="{9C6D9FE3-2789-4607-B908-13FBECF08FC5}">
      <dsp:nvSpPr>
        <dsp:cNvPr id="0" name=""/>
        <dsp:cNvSpPr/>
      </dsp:nvSpPr>
      <dsp:spPr>
        <a:xfrm>
          <a:off x="0" y="1172182"/>
          <a:ext cx="8128000" cy="103135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Transgender</a:t>
          </a:r>
        </a:p>
      </dsp:txBody>
      <dsp:txXfrm>
        <a:off x="50347" y="1222529"/>
        <a:ext cx="8027306" cy="930660"/>
      </dsp:txXfrm>
    </dsp:sp>
    <dsp:sp modelId="{432320EF-96EB-4F44-B965-9BD1DB853A56}">
      <dsp:nvSpPr>
        <dsp:cNvPr id="0" name=""/>
        <dsp:cNvSpPr/>
      </dsp:nvSpPr>
      <dsp:spPr>
        <a:xfrm>
          <a:off x="0" y="2327377"/>
          <a:ext cx="8128000" cy="103135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Gender Incongruence</a:t>
          </a:r>
        </a:p>
      </dsp:txBody>
      <dsp:txXfrm>
        <a:off x="50347" y="2377724"/>
        <a:ext cx="8027306" cy="930660"/>
      </dsp:txXfrm>
    </dsp:sp>
    <dsp:sp modelId="{DFA16881-F360-4DCD-A88B-2B77E1D8CFF9}">
      <dsp:nvSpPr>
        <dsp:cNvPr id="0" name=""/>
        <dsp:cNvSpPr/>
      </dsp:nvSpPr>
      <dsp:spPr>
        <a:xfrm>
          <a:off x="0" y="3482572"/>
          <a:ext cx="8128000" cy="103135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Cross Dresser</a:t>
          </a:r>
        </a:p>
      </dsp:txBody>
      <dsp:txXfrm>
        <a:off x="50347" y="3532919"/>
        <a:ext cx="8027306" cy="93066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48A20B-E939-4361-B9D5-C61BE3603B6B}">
      <dsp:nvSpPr>
        <dsp:cNvPr id="0" name=""/>
        <dsp:cNvSpPr/>
      </dsp:nvSpPr>
      <dsp:spPr>
        <a:xfrm>
          <a:off x="0" y="35451"/>
          <a:ext cx="7287954" cy="9172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Each Person desires different </a:t>
          </a:r>
          <a:r>
            <a:rPr lang="en-US" sz="2300" kern="1200">
              <a:solidFill>
                <a:srgbClr val="9966FF"/>
              </a:solidFill>
            </a:rPr>
            <a:t>Outcomes</a:t>
          </a:r>
        </a:p>
      </dsp:txBody>
      <dsp:txXfrm>
        <a:off x="44778" y="80229"/>
        <a:ext cx="7198398" cy="827724"/>
      </dsp:txXfrm>
    </dsp:sp>
    <dsp:sp modelId="{5D73FF5E-2D2E-4E2C-9AA1-E087135D2708}">
      <dsp:nvSpPr>
        <dsp:cNvPr id="0" name=""/>
        <dsp:cNvSpPr/>
      </dsp:nvSpPr>
      <dsp:spPr>
        <a:xfrm>
          <a:off x="0" y="1093851"/>
          <a:ext cx="7287954" cy="9172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Medication + Surgery-Not required Parts of Transition</a:t>
          </a:r>
        </a:p>
      </dsp:txBody>
      <dsp:txXfrm>
        <a:off x="44778" y="1138629"/>
        <a:ext cx="7198398" cy="827724"/>
      </dsp:txXfrm>
    </dsp:sp>
    <dsp:sp modelId="{1315FD2F-F224-4FE8-A11E-47796772DAAE}">
      <dsp:nvSpPr>
        <dsp:cNvPr id="0" name=""/>
        <dsp:cNvSpPr/>
      </dsp:nvSpPr>
      <dsp:spPr>
        <a:xfrm>
          <a:off x="0" y="2152251"/>
          <a:ext cx="7287954" cy="9172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Legal Name Change: (Medications + Surgery not required)</a:t>
          </a:r>
        </a:p>
      </dsp:txBody>
      <dsp:txXfrm>
        <a:off x="44778" y="2197029"/>
        <a:ext cx="7198398" cy="827724"/>
      </dsp:txXfrm>
    </dsp:sp>
    <dsp:sp modelId="{6E6BA11F-BA08-461D-BC64-82E3E46B967E}">
      <dsp:nvSpPr>
        <dsp:cNvPr id="0" name=""/>
        <dsp:cNvSpPr/>
      </dsp:nvSpPr>
      <dsp:spPr>
        <a:xfrm>
          <a:off x="0" y="3210651"/>
          <a:ext cx="7287954" cy="9172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Legal Transition varies by State Law</a:t>
          </a:r>
        </a:p>
      </dsp:txBody>
      <dsp:txXfrm>
        <a:off x="44778" y="3255429"/>
        <a:ext cx="7198398" cy="827724"/>
      </dsp:txXfrm>
    </dsp:sp>
    <dsp:sp modelId="{38348AE2-4371-482E-B478-EA3B22ABABFC}">
      <dsp:nvSpPr>
        <dsp:cNvPr id="0" name=""/>
        <dsp:cNvSpPr/>
      </dsp:nvSpPr>
      <dsp:spPr>
        <a:xfrm>
          <a:off x="0" y="4269051"/>
          <a:ext cx="7287954" cy="9172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Name/Driver's License/Birth Certificate</a:t>
          </a:r>
        </a:p>
      </dsp:txBody>
      <dsp:txXfrm>
        <a:off x="44778" y="4313829"/>
        <a:ext cx="7198398" cy="82772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8F1C5B-1094-492F-9FF2-E1DB6F129ECD}">
      <dsp:nvSpPr>
        <dsp:cNvPr id="0" name=""/>
        <dsp:cNvSpPr/>
      </dsp:nvSpPr>
      <dsp:spPr>
        <a:xfrm>
          <a:off x="0" y="26275"/>
          <a:ext cx="6394331" cy="8845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Texas</a:t>
          </a:r>
        </a:p>
      </dsp:txBody>
      <dsp:txXfrm>
        <a:off x="43179" y="69454"/>
        <a:ext cx="6307973" cy="798162"/>
      </dsp:txXfrm>
    </dsp:sp>
    <dsp:sp modelId="{6B374DAA-5C18-4088-8CD7-9D8FB41BCC2B}">
      <dsp:nvSpPr>
        <dsp:cNvPr id="0" name=""/>
        <dsp:cNvSpPr/>
      </dsp:nvSpPr>
      <dsp:spPr>
        <a:xfrm>
          <a:off x="0" y="1014475"/>
          <a:ext cx="6394331" cy="8845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Florida</a:t>
          </a:r>
        </a:p>
      </dsp:txBody>
      <dsp:txXfrm>
        <a:off x="43179" y="1057654"/>
        <a:ext cx="6307973" cy="798162"/>
      </dsp:txXfrm>
    </dsp:sp>
    <dsp:sp modelId="{8963B29A-E4E1-4ECA-885F-96D53D8400EA}">
      <dsp:nvSpPr>
        <dsp:cNvPr id="0" name=""/>
        <dsp:cNvSpPr/>
      </dsp:nvSpPr>
      <dsp:spPr>
        <a:xfrm>
          <a:off x="0" y="2002675"/>
          <a:ext cx="6394331" cy="8845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Idaho</a:t>
          </a:r>
          <a:endParaRPr lang="en-US" sz="3600" kern="1200" dirty="0"/>
        </a:p>
      </dsp:txBody>
      <dsp:txXfrm>
        <a:off x="43179" y="2045854"/>
        <a:ext cx="6307973" cy="798162"/>
      </dsp:txXfrm>
    </dsp:sp>
    <dsp:sp modelId="{55B4BD46-1694-4E58-91B1-3700998498F3}">
      <dsp:nvSpPr>
        <dsp:cNvPr id="0" name=""/>
        <dsp:cNvSpPr/>
      </dsp:nvSpPr>
      <dsp:spPr>
        <a:xfrm>
          <a:off x="0" y="2990875"/>
          <a:ext cx="6394331" cy="8845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Kansas</a:t>
          </a:r>
          <a:endParaRPr lang="en-US" sz="3600" kern="1200" dirty="0"/>
        </a:p>
      </dsp:txBody>
      <dsp:txXfrm>
        <a:off x="43179" y="3034054"/>
        <a:ext cx="6307973" cy="79816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03A753-AB0D-423C-9E66-127B1CDDE62D}">
      <dsp:nvSpPr>
        <dsp:cNvPr id="0" name=""/>
        <dsp:cNvSpPr/>
      </dsp:nvSpPr>
      <dsp:spPr>
        <a:xfrm>
          <a:off x="0" y="25842"/>
          <a:ext cx="5698958" cy="1179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Texas </a:t>
          </a:r>
        </a:p>
      </dsp:txBody>
      <dsp:txXfrm>
        <a:off x="57572" y="83414"/>
        <a:ext cx="5583814" cy="1064216"/>
      </dsp:txXfrm>
    </dsp:sp>
    <dsp:sp modelId="{B27CE7ED-C287-408F-BF56-E75EE69B93FA}">
      <dsp:nvSpPr>
        <dsp:cNvPr id="0" name=""/>
        <dsp:cNvSpPr/>
      </dsp:nvSpPr>
      <dsp:spPr>
        <a:xfrm>
          <a:off x="0" y="1386642"/>
          <a:ext cx="5698958" cy="1179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Birth Certificate: No gender change unless resolving a clerical error from birth</a:t>
          </a:r>
        </a:p>
      </dsp:txBody>
      <dsp:txXfrm>
        <a:off x="57572" y="1444214"/>
        <a:ext cx="5583814" cy="1064216"/>
      </dsp:txXfrm>
    </dsp:sp>
    <dsp:sp modelId="{388A1577-5590-4A6B-8B42-F0895BA0F9F4}">
      <dsp:nvSpPr>
        <dsp:cNvPr id="0" name=""/>
        <dsp:cNvSpPr/>
      </dsp:nvSpPr>
      <dsp:spPr>
        <a:xfrm>
          <a:off x="0" y="2747442"/>
          <a:ext cx="5698958" cy="1179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Medicaid coverage for Gender therapy: </a:t>
          </a:r>
        </a:p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rgbClr val="FF0000"/>
              </a:solidFill>
            </a:rPr>
            <a:t>Banned </a:t>
          </a:r>
          <a:r>
            <a:rPr lang="en-US" sz="2200" kern="1200" dirty="0"/>
            <a:t>(surgery, hormone therapy)</a:t>
          </a:r>
        </a:p>
      </dsp:txBody>
      <dsp:txXfrm>
        <a:off x="57572" y="2805014"/>
        <a:ext cx="5583814" cy="1064216"/>
      </dsp:txXfrm>
    </dsp:sp>
    <dsp:sp modelId="{1D2A23B7-C863-4ED3-9C8E-C9AD887CA553}">
      <dsp:nvSpPr>
        <dsp:cNvPr id="0" name=""/>
        <dsp:cNvSpPr/>
      </dsp:nvSpPr>
      <dsp:spPr>
        <a:xfrm>
          <a:off x="0" y="4108242"/>
          <a:ext cx="5698958" cy="1179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Drivers License: Gender change prohibited</a:t>
          </a:r>
        </a:p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ID must match sex assigned at Birth</a:t>
          </a:r>
        </a:p>
      </dsp:txBody>
      <dsp:txXfrm>
        <a:off x="57572" y="4165814"/>
        <a:ext cx="5583814" cy="106421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868C85-A1F2-46D9-A391-2C2A9A6237F3}">
      <dsp:nvSpPr>
        <dsp:cNvPr id="0" name=""/>
        <dsp:cNvSpPr/>
      </dsp:nvSpPr>
      <dsp:spPr>
        <a:xfrm>
          <a:off x="0" y="15694"/>
          <a:ext cx="5678424" cy="11606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Illinois </a:t>
          </a:r>
        </a:p>
      </dsp:txBody>
      <dsp:txXfrm>
        <a:off x="56658" y="72352"/>
        <a:ext cx="5565108" cy="1047324"/>
      </dsp:txXfrm>
    </dsp:sp>
    <dsp:sp modelId="{DA1FF504-CD70-4D36-9287-F42FD2C71B00}">
      <dsp:nvSpPr>
        <dsp:cNvPr id="0" name=""/>
        <dsp:cNvSpPr/>
      </dsp:nvSpPr>
      <dsp:spPr>
        <a:xfrm>
          <a:off x="0" y="1354894"/>
          <a:ext cx="5678424" cy="11606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Birth Certificate: Self Attestation </a:t>
          </a:r>
        </a:p>
      </dsp:txBody>
      <dsp:txXfrm>
        <a:off x="56658" y="1411552"/>
        <a:ext cx="5565108" cy="1047324"/>
      </dsp:txXfrm>
    </dsp:sp>
    <dsp:sp modelId="{1C7DC556-F920-42E0-8CBB-8BBF2009EFB2}">
      <dsp:nvSpPr>
        <dsp:cNvPr id="0" name=""/>
        <dsp:cNvSpPr/>
      </dsp:nvSpPr>
      <dsp:spPr>
        <a:xfrm>
          <a:off x="0" y="2694094"/>
          <a:ext cx="5678424" cy="11606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Medicaid coverage for Gender therapy is </a:t>
          </a:r>
          <a:r>
            <a:rPr lang="en-US" sz="2000" kern="1200" dirty="0">
              <a:solidFill>
                <a:srgbClr val="00B050"/>
              </a:solidFill>
            </a:rPr>
            <a:t>Mandated </a:t>
          </a:r>
          <a:r>
            <a:rPr lang="en-US" sz="2000" kern="1200" dirty="0"/>
            <a:t> </a:t>
          </a:r>
        </a:p>
      </dsp:txBody>
      <dsp:txXfrm>
        <a:off x="56658" y="2750752"/>
        <a:ext cx="5565108" cy="1047324"/>
      </dsp:txXfrm>
    </dsp:sp>
    <dsp:sp modelId="{B265F81E-80CD-4DA0-A9BA-366AB8475804}">
      <dsp:nvSpPr>
        <dsp:cNvPr id="0" name=""/>
        <dsp:cNvSpPr/>
      </dsp:nvSpPr>
      <dsp:spPr>
        <a:xfrm>
          <a:off x="0" y="4033295"/>
          <a:ext cx="5678424" cy="11606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Drivers License: Self select:   M     F    X (non-binary)</a:t>
          </a:r>
        </a:p>
      </dsp:txBody>
      <dsp:txXfrm>
        <a:off x="56658" y="4089953"/>
        <a:ext cx="5565108" cy="104732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8F1C5B-1094-492F-9FF2-E1DB6F129ECD}">
      <dsp:nvSpPr>
        <dsp:cNvPr id="0" name=""/>
        <dsp:cNvSpPr/>
      </dsp:nvSpPr>
      <dsp:spPr>
        <a:xfrm>
          <a:off x="0" y="432895"/>
          <a:ext cx="6394331" cy="14718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DSM 5 – Gender Dysphoria</a:t>
          </a:r>
        </a:p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(</a:t>
          </a:r>
          <a:r>
            <a:rPr lang="en-US" sz="2800" kern="1200" dirty="0"/>
            <a:t>previously Gender Identity Disorder) </a:t>
          </a:r>
        </a:p>
      </dsp:txBody>
      <dsp:txXfrm>
        <a:off x="71850" y="504745"/>
        <a:ext cx="6250631" cy="1328160"/>
      </dsp:txXfrm>
    </dsp:sp>
    <dsp:sp modelId="{0124F970-5A5D-4586-B07B-41274BAB2D06}">
      <dsp:nvSpPr>
        <dsp:cNvPr id="0" name=""/>
        <dsp:cNvSpPr/>
      </dsp:nvSpPr>
      <dsp:spPr>
        <a:xfrm>
          <a:off x="0" y="1996915"/>
          <a:ext cx="6394331" cy="14718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World Heath Organization (WHO)</a:t>
          </a:r>
        </a:p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Gender Incongruence  ICD –F64.9</a:t>
          </a:r>
        </a:p>
      </dsp:txBody>
      <dsp:txXfrm>
        <a:off x="71850" y="2068765"/>
        <a:ext cx="6250631" cy="132816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077231-D793-424F-B193-1021CDDDD3EE}">
      <dsp:nvSpPr>
        <dsp:cNvPr id="0" name=""/>
        <dsp:cNvSpPr/>
      </dsp:nvSpPr>
      <dsp:spPr>
        <a:xfrm>
          <a:off x="733508" y="523278"/>
          <a:ext cx="1375070" cy="91717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6680" rIns="106680" bIns="10668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&gt; Age 40</a:t>
          </a:r>
        </a:p>
      </dsp:txBody>
      <dsp:txXfrm>
        <a:off x="953520" y="523278"/>
        <a:ext cx="1155059" cy="917172"/>
      </dsp:txXfrm>
    </dsp:sp>
    <dsp:sp modelId="{1530A60F-45AD-45B8-9B08-FA45EDC50647}">
      <dsp:nvSpPr>
        <dsp:cNvPr id="0" name=""/>
        <dsp:cNvSpPr/>
      </dsp:nvSpPr>
      <dsp:spPr>
        <a:xfrm>
          <a:off x="733508" y="1440451"/>
          <a:ext cx="1375070" cy="917172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6680" rIns="106680" bIns="10668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Fam Hx Ovarian Cancer</a:t>
          </a:r>
        </a:p>
      </dsp:txBody>
      <dsp:txXfrm>
        <a:off x="953520" y="1440451"/>
        <a:ext cx="1155059" cy="917172"/>
      </dsp:txXfrm>
    </dsp:sp>
    <dsp:sp modelId="{E351BC2C-5E8E-42C5-A14F-BC7EDCF6058C}">
      <dsp:nvSpPr>
        <dsp:cNvPr id="0" name=""/>
        <dsp:cNvSpPr/>
      </dsp:nvSpPr>
      <dsp:spPr>
        <a:xfrm>
          <a:off x="733508" y="2357623"/>
          <a:ext cx="1375070" cy="917172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6680" rIns="106680" bIns="10668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PMOS</a:t>
          </a:r>
        </a:p>
      </dsp:txBody>
      <dsp:txXfrm>
        <a:off x="953520" y="2357623"/>
        <a:ext cx="1155059" cy="917172"/>
      </dsp:txXfrm>
    </dsp:sp>
    <dsp:sp modelId="{CDBCB2C9-A747-4816-B199-49F0012A2560}">
      <dsp:nvSpPr>
        <dsp:cNvPr id="0" name=""/>
        <dsp:cNvSpPr/>
      </dsp:nvSpPr>
      <dsp:spPr>
        <a:xfrm>
          <a:off x="137" y="156593"/>
          <a:ext cx="916713" cy="91671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Pelvic</a:t>
          </a:r>
        </a:p>
      </dsp:txBody>
      <dsp:txXfrm>
        <a:off x="134387" y="290843"/>
        <a:ext cx="648213" cy="648213"/>
      </dsp:txXfrm>
    </dsp:sp>
    <dsp:sp modelId="{0F4F0437-7CB9-491F-BBD9-E76EC3294117}">
      <dsp:nvSpPr>
        <dsp:cNvPr id="0" name=""/>
        <dsp:cNvSpPr/>
      </dsp:nvSpPr>
      <dsp:spPr>
        <a:xfrm>
          <a:off x="3025293" y="523278"/>
          <a:ext cx="1375070" cy="917172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6680" rIns="106680" bIns="10668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Over 40</a:t>
          </a:r>
        </a:p>
      </dsp:txBody>
      <dsp:txXfrm>
        <a:off x="3245305" y="523278"/>
        <a:ext cx="1155059" cy="917172"/>
      </dsp:txXfrm>
    </dsp:sp>
    <dsp:sp modelId="{3760D8EC-6622-46E1-980B-6E8C2A1ABAD6}">
      <dsp:nvSpPr>
        <dsp:cNvPr id="0" name=""/>
        <dsp:cNvSpPr/>
      </dsp:nvSpPr>
      <dsp:spPr>
        <a:xfrm>
          <a:off x="3025293" y="1440451"/>
          <a:ext cx="1375070" cy="917172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6680" rIns="106680" bIns="10668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Diabetes or Hypertension</a:t>
          </a:r>
        </a:p>
      </dsp:txBody>
      <dsp:txXfrm>
        <a:off x="3245305" y="1440451"/>
        <a:ext cx="1155059" cy="917172"/>
      </dsp:txXfrm>
    </dsp:sp>
    <dsp:sp modelId="{4B9AB49C-153F-4CBB-AA33-C7D13BB67BEB}">
      <dsp:nvSpPr>
        <dsp:cNvPr id="0" name=""/>
        <dsp:cNvSpPr/>
      </dsp:nvSpPr>
      <dsp:spPr>
        <a:xfrm>
          <a:off x="3025293" y="2357623"/>
          <a:ext cx="1375070" cy="91717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6680" rIns="106680" bIns="10668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Unexplained Bleeding </a:t>
          </a:r>
        </a:p>
      </dsp:txBody>
      <dsp:txXfrm>
        <a:off x="3245305" y="2357623"/>
        <a:ext cx="1155059" cy="917172"/>
      </dsp:txXfrm>
    </dsp:sp>
    <dsp:sp modelId="{F1C2C304-4046-48AE-9AC1-0BF758F145AD}">
      <dsp:nvSpPr>
        <dsp:cNvPr id="0" name=""/>
        <dsp:cNvSpPr/>
      </dsp:nvSpPr>
      <dsp:spPr>
        <a:xfrm>
          <a:off x="3025293" y="3274795"/>
          <a:ext cx="1375070" cy="917172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6680" rIns="106680" bIns="10668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PMOS</a:t>
          </a:r>
        </a:p>
      </dsp:txBody>
      <dsp:txXfrm>
        <a:off x="3245305" y="3274795"/>
        <a:ext cx="1155059" cy="917172"/>
      </dsp:txXfrm>
    </dsp:sp>
    <dsp:sp modelId="{25F0E392-4419-413D-9838-833E514EFCF7}">
      <dsp:nvSpPr>
        <dsp:cNvPr id="0" name=""/>
        <dsp:cNvSpPr/>
      </dsp:nvSpPr>
      <dsp:spPr>
        <a:xfrm>
          <a:off x="3025293" y="4191968"/>
          <a:ext cx="1375070" cy="917172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6680" rIns="106680" bIns="10668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Obesity</a:t>
          </a:r>
        </a:p>
      </dsp:txBody>
      <dsp:txXfrm>
        <a:off x="3245305" y="4191968"/>
        <a:ext cx="1155059" cy="917172"/>
      </dsp:txXfrm>
    </dsp:sp>
    <dsp:sp modelId="{B40E9B83-EE53-4E28-B3EF-CC191BE36B3C}">
      <dsp:nvSpPr>
        <dsp:cNvPr id="0" name=""/>
        <dsp:cNvSpPr/>
      </dsp:nvSpPr>
      <dsp:spPr>
        <a:xfrm>
          <a:off x="2255345" y="156593"/>
          <a:ext cx="916713" cy="91671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Uterine Ca Risks</a:t>
          </a:r>
        </a:p>
      </dsp:txBody>
      <dsp:txXfrm>
        <a:off x="2389595" y="290843"/>
        <a:ext cx="648213" cy="648213"/>
      </dsp:txXfrm>
    </dsp:sp>
    <dsp:sp modelId="{E8FA5F3E-8B91-4279-BFAB-B20719EC27FE}">
      <dsp:nvSpPr>
        <dsp:cNvPr id="0" name=""/>
        <dsp:cNvSpPr/>
      </dsp:nvSpPr>
      <dsp:spPr>
        <a:xfrm>
          <a:off x="5317078" y="523278"/>
          <a:ext cx="1375070" cy="917172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6680" rIns="106680" bIns="10668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Older Transgender Patients</a:t>
          </a:r>
        </a:p>
      </dsp:txBody>
      <dsp:txXfrm>
        <a:off x="5537089" y="523278"/>
        <a:ext cx="1155059" cy="917172"/>
      </dsp:txXfrm>
    </dsp:sp>
    <dsp:sp modelId="{E310B5A3-1E61-4806-87E7-089782232049}">
      <dsp:nvSpPr>
        <dsp:cNvPr id="0" name=""/>
        <dsp:cNvSpPr/>
      </dsp:nvSpPr>
      <dsp:spPr>
        <a:xfrm>
          <a:off x="4583707" y="156593"/>
          <a:ext cx="916713" cy="91671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Vulva</a:t>
          </a:r>
        </a:p>
      </dsp:txBody>
      <dsp:txXfrm>
        <a:off x="4717957" y="290843"/>
        <a:ext cx="648213" cy="648213"/>
      </dsp:txXfrm>
    </dsp:sp>
    <dsp:sp modelId="{1E657521-07AD-4E81-B76D-7C32606F6D01}">
      <dsp:nvSpPr>
        <dsp:cNvPr id="0" name=""/>
        <dsp:cNvSpPr/>
      </dsp:nvSpPr>
      <dsp:spPr>
        <a:xfrm>
          <a:off x="7608863" y="523278"/>
          <a:ext cx="1375070" cy="917172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6680" rIns="106680" bIns="10668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High Risk HPV testing</a:t>
          </a:r>
        </a:p>
      </dsp:txBody>
      <dsp:txXfrm>
        <a:off x="7828874" y="523278"/>
        <a:ext cx="1155059" cy="917172"/>
      </dsp:txXfrm>
    </dsp:sp>
    <dsp:sp modelId="{6526DD72-4759-48F2-97EF-5FC3C757FD15}">
      <dsp:nvSpPr>
        <dsp:cNvPr id="0" name=""/>
        <dsp:cNvSpPr/>
      </dsp:nvSpPr>
      <dsp:spPr>
        <a:xfrm>
          <a:off x="7608863" y="1440451"/>
          <a:ext cx="1375070" cy="91717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6680" rIns="106680" bIns="10668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Testosterone causes Atrophy</a:t>
          </a:r>
        </a:p>
      </dsp:txBody>
      <dsp:txXfrm>
        <a:off x="7828874" y="1440451"/>
        <a:ext cx="1155059" cy="917172"/>
      </dsp:txXfrm>
    </dsp:sp>
    <dsp:sp modelId="{47D857E8-81D9-4F4A-B536-13F54A80C207}">
      <dsp:nvSpPr>
        <dsp:cNvPr id="0" name=""/>
        <dsp:cNvSpPr/>
      </dsp:nvSpPr>
      <dsp:spPr>
        <a:xfrm>
          <a:off x="7608863" y="2357623"/>
          <a:ext cx="1375070" cy="917172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6680" rIns="106680" bIns="10668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Can use Vaginal Estrogen</a:t>
          </a:r>
        </a:p>
      </dsp:txBody>
      <dsp:txXfrm>
        <a:off x="7828874" y="2357623"/>
        <a:ext cx="1155059" cy="917172"/>
      </dsp:txXfrm>
    </dsp:sp>
    <dsp:sp modelId="{4410FA08-AD4D-4368-9F6E-8AAA064A8282}">
      <dsp:nvSpPr>
        <dsp:cNvPr id="0" name=""/>
        <dsp:cNvSpPr/>
      </dsp:nvSpPr>
      <dsp:spPr>
        <a:xfrm>
          <a:off x="7608863" y="3274795"/>
          <a:ext cx="1375070" cy="917172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6680" rIns="106680" bIns="10668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Blind Pap- Label as Transgender</a:t>
          </a:r>
        </a:p>
      </dsp:txBody>
      <dsp:txXfrm>
        <a:off x="7828874" y="3274795"/>
        <a:ext cx="1155059" cy="917172"/>
      </dsp:txXfrm>
    </dsp:sp>
    <dsp:sp modelId="{77316ED1-B285-451B-80F5-86F0F98BC82F}">
      <dsp:nvSpPr>
        <dsp:cNvPr id="0" name=""/>
        <dsp:cNvSpPr/>
      </dsp:nvSpPr>
      <dsp:spPr>
        <a:xfrm>
          <a:off x="6875492" y="156593"/>
          <a:ext cx="916713" cy="91671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Cervix</a:t>
          </a:r>
        </a:p>
      </dsp:txBody>
      <dsp:txXfrm>
        <a:off x="7009742" y="290843"/>
        <a:ext cx="648213" cy="648213"/>
      </dsp:txXfrm>
    </dsp:sp>
    <dsp:sp modelId="{67C544B3-522B-430F-8A8B-919D622F0FF0}">
      <dsp:nvSpPr>
        <dsp:cNvPr id="0" name=""/>
        <dsp:cNvSpPr/>
      </dsp:nvSpPr>
      <dsp:spPr>
        <a:xfrm>
          <a:off x="9900648" y="523278"/>
          <a:ext cx="1375070" cy="917172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6680" rIns="106680" bIns="10668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As indicated</a:t>
          </a:r>
        </a:p>
      </dsp:txBody>
      <dsp:txXfrm>
        <a:off x="10120659" y="523278"/>
        <a:ext cx="1155059" cy="917172"/>
      </dsp:txXfrm>
    </dsp:sp>
    <dsp:sp modelId="{0C360358-95E8-4CE2-80DD-CC69A6A3FF0F}">
      <dsp:nvSpPr>
        <dsp:cNvPr id="0" name=""/>
        <dsp:cNvSpPr/>
      </dsp:nvSpPr>
      <dsp:spPr>
        <a:xfrm>
          <a:off x="9167277" y="156593"/>
          <a:ext cx="916713" cy="91671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Anal</a:t>
          </a:r>
        </a:p>
      </dsp:txBody>
      <dsp:txXfrm>
        <a:off x="9301527" y="290843"/>
        <a:ext cx="648213" cy="648213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5E96D3-9F56-4B87-A923-01E4BB473C2F}">
      <dsp:nvSpPr>
        <dsp:cNvPr id="0" name=""/>
        <dsp:cNvSpPr/>
      </dsp:nvSpPr>
      <dsp:spPr>
        <a:xfrm>
          <a:off x="0" y="33091"/>
          <a:ext cx="9321800" cy="10553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Menstrual suppression</a:t>
          </a:r>
        </a:p>
      </dsp:txBody>
      <dsp:txXfrm>
        <a:off x="51517" y="84608"/>
        <a:ext cx="9218766" cy="952306"/>
      </dsp:txXfrm>
    </dsp:sp>
    <dsp:sp modelId="{A45951D8-433A-43AA-9E03-656497DA237A}">
      <dsp:nvSpPr>
        <dsp:cNvPr id="0" name=""/>
        <dsp:cNvSpPr/>
      </dsp:nvSpPr>
      <dsp:spPr>
        <a:xfrm>
          <a:off x="0" y="1215151"/>
          <a:ext cx="9321800" cy="10553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Medical transition</a:t>
          </a:r>
        </a:p>
      </dsp:txBody>
      <dsp:txXfrm>
        <a:off x="51517" y="1266668"/>
        <a:ext cx="9218766" cy="952306"/>
      </dsp:txXfrm>
    </dsp:sp>
    <dsp:sp modelId="{CCBAA5E1-9CB2-44F5-85A3-79CA1E84E8F4}">
      <dsp:nvSpPr>
        <dsp:cNvPr id="0" name=""/>
        <dsp:cNvSpPr/>
      </dsp:nvSpPr>
      <dsp:spPr>
        <a:xfrm>
          <a:off x="0" y="2397211"/>
          <a:ext cx="9321800" cy="10553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Surgical Transition</a:t>
          </a:r>
        </a:p>
      </dsp:txBody>
      <dsp:txXfrm>
        <a:off x="51517" y="2448728"/>
        <a:ext cx="9218766" cy="952306"/>
      </dsp:txXfrm>
    </dsp:sp>
    <dsp:sp modelId="{D7C409A2-27F7-4274-AF54-C83897A366E3}">
      <dsp:nvSpPr>
        <dsp:cNvPr id="0" name=""/>
        <dsp:cNvSpPr/>
      </dsp:nvSpPr>
      <dsp:spPr>
        <a:xfrm>
          <a:off x="0" y="3452551"/>
          <a:ext cx="9321800" cy="728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5967" tIns="55880" rIns="312928" bIns="55880" numCol="1" spcCol="1270" anchor="t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3400" kern="1200"/>
        </a:p>
      </dsp:txBody>
      <dsp:txXfrm>
        <a:off x="0" y="3452551"/>
        <a:ext cx="9321800" cy="72864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E4A44F-04C7-4BA5-B528-A216FFBE499C}">
      <dsp:nvSpPr>
        <dsp:cNvPr id="0" name=""/>
        <dsp:cNvSpPr/>
      </dsp:nvSpPr>
      <dsp:spPr>
        <a:xfrm>
          <a:off x="0" y="13305"/>
          <a:ext cx="11405937" cy="11992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True</a:t>
          </a:r>
        </a:p>
      </dsp:txBody>
      <dsp:txXfrm>
        <a:off x="58543" y="71848"/>
        <a:ext cx="11288851" cy="1082164"/>
      </dsp:txXfrm>
    </dsp:sp>
    <dsp:sp modelId="{562B3D39-4D40-4A72-8FA2-2FF035CC30D3}">
      <dsp:nvSpPr>
        <dsp:cNvPr id="0" name=""/>
        <dsp:cNvSpPr/>
      </dsp:nvSpPr>
      <dsp:spPr>
        <a:xfrm>
          <a:off x="0" y="1212555"/>
          <a:ext cx="11405937" cy="82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2138" tIns="63500" rIns="355600" bIns="63500" numCol="1" spcCol="1270" anchor="t" anchorCtr="0">
          <a:noAutofit/>
        </a:bodyPr>
        <a:lstStyle/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3900" kern="1200"/>
        </a:p>
      </dsp:txBody>
      <dsp:txXfrm>
        <a:off x="0" y="1212555"/>
        <a:ext cx="11405937" cy="828000"/>
      </dsp:txXfrm>
    </dsp:sp>
    <dsp:sp modelId="{3F2A9ACE-5F2C-4044-8EA7-7A050E63B610}">
      <dsp:nvSpPr>
        <dsp:cNvPr id="0" name=""/>
        <dsp:cNvSpPr/>
      </dsp:nvSpPr>
      <dsp:spPr>
        <a:xfrm>
          <a:off x="0" y="2050176"/>
          <a:ext cx="11405937" cy="11992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>
              <a:solidFill>
                <a:srgbClr val="FF0000"/>
              </a:solidFill>
            </a:rPr>
            <a:t>False</a:t>
          </a:r>
        </a:p>
      </dsp:txBody>
      <dsp:txXfrm>
        <a:off x="58543" y="2108719"/>
        <a:ext cx="11288851" cy="1082164"/>
      </dsp:txXfrm>
    </dsp:sp>
    <dsp:sp modelId="{E73A8F2F-CC82-48AB-A8C8-4AE2F0D4E350}">
      <dsp:nvSpPr>
        <dsp:cNvPr id="0" name=""/>
        <dsp:cNvSpPr/>
      </dsp:nvSpPr>
      <dsp:spPr>
        <a:xfrm>
          <a:off x="0" y="3239805"/>
          <a:ext cx="11405937" cy="82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2138" tIns="63500" rIns="355600" bIns="63500" numCol="1" spcCol="1270" anchor="t" anchorCtr="0">
          <a:noAutofit/>
        </a:bodyPr>
        <a:lstStyle/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3900" kern="1200"/>
        </a:p>
      </dsp:txBody>
      <dsp:txXfrm>
        <a:off x="0" y="3239805"/>
        <a:ext cx="11405937" cy="82800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9138E6-1644-4ADA-8B76-02779281C17A}">
      <dsp:nvSpPr>
        <dsp:cNvPr id="0" name=""/>
        <dsp:cNvSpPr/>
      </dsp:nvSpPr>
      <dsp:spPr>
        <a:xfrm>
          <a:off x="0" y="15991"/>
          <a:ext cx="5157787" cy="112729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Breast buds</a:t>
          </a:r>
        </a:p>
      </dsp:txBody>
      <dsp:txXfrm>
        <a:off x="55030" y="71021"/>
        <a:ext cx="5047727" cy="1017235"/>
      </dsp:txXfrm>
    </dsp:sp>
    <dsp:sp modelId="{277943DD-E79D-48BE-93D9-2DBF94F19D93}">
      <dsp:nvSpPr>
        <dsp:cNvPr id="0" name=""/>
        <dsp:cNvSpPr/>
      </dsp:nvSpPr>
      <dsp:spPr>
        <a:xfrm>
          <a:off x="0" y="1278646"/>
          <a:ext cx="5157787" cy="112729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Areola</a:t>
          </a:r>
        </a:p>
      </dsp:txBody>
      <dsp:txXfrm>
        <a:off x="55030" y="1333676"/>
        <a:ext cx="5047727" cy="1017235"/>
      </dsp:txXfrm>
    </dsp:sp>
    <dsp:sp modelId="{9D9912E7-445C-4F01-AACE-517C00B61A8C}">
      <dsp:nvSpPr>
        <dsp:cNvPr id="0" name=""/>
        <dsp:cNvSpPr/>
      </dsp:nvSpPr>
      <dsp:spPr>
        <a:xfrm>
          <a:off x="0" y="2541301"/>
          <a:ext cx="5157787" cy="112729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Sparse Pubic hair </a:t>
          </a:r>
        </a:p>
      </dsp:txBody>
      <dsp:txXfrm>
        <a:off x="55030" y="2596331"/>
        <a:ext cx="5047727" cy="1017235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21ABBC-62EF-4A77-9FCD-78E6ECFDE84D}">
      <dsp:nvSpPr>
        <dsp:cNvPr id="0" name=""/>
        <dsp:cNvSpPr/>
      </dsp:nvSpPr>
      <dsp:spPr>
        <a:xfrm>
          <a:off x="0" y="15991"/>
          <a:ext cx="5183188" cy="112729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 dirty="0"/>
            <a:t>Scrotum enlarges</a:t>
          </a:r>
        </a:p>
      </dsp:txBody>
      <dsp:txXfrm>
        <a:off x="55030" y="71021"/>
        <a:ext cx="5073128" cy="1017235"/>
      </dsp:txXfrm>
    </dsp:sp>
    <dsp:sp modelId="{7F965F3F-0C27-413F-A70F-855053921238}">
      <dsp:nvSpPr>
        <dsp:cNvPr id="0" name=""/>
        <dsp:cNvSpPr/>
      </dsp:nvSpPr>
      <dsp:spPr>
        <a:xfrm>
          <a:off x="0" y="1278646"/>
          <a:ext cx="5183188" cy="112729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 dirty="0"/>
            <a:t>Testicles enlarge</a:t>
          </a:r>
        </a:p>
      </dsp:txBody>
      <dsp:txXfrm>
        <a:off x="55030" y="1333676"/>
        <a:ext cx="5073128" cy="1017235"/>
      </dsp:txXfrm>
    </dsp:sp>
    <dsp:sp modelId="{8713E67E-2199-465E-B26D-ACAE0CC76B51}">
      <dsp:nvSpPr>
        <dsp:cNvPr id="0" name=""/>
        <dsp:cNvSpPr/>
      </dsp:nvSpPr>
      <dsp:spPr>
        <a:xfrm>
          <a:off x="0" y="2541301"/>
          <a:ext cx="5183188" cy="112729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Sparse Pubic hair</a:t>
          </a:r>
        </a:p>
      </dsp:txBody>
      <dsp:txXfrm>
        <a:off x="55030" y="2596331"/>
        <a:ext cx="5073128" cy="1017235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5E96D3-9F56-4B87-A923-01E4BB473C2F}">
      <dsp:nvSpPr>
        <dsp:cNvPr id="0" name=""/>
        <dsp:cNvSpPr/>
      </dsp:nvSpPr>
      <dsp:spPr>
        <a:xfrm>
          <a:off x="0" y="4021"/>
          <a:ext cx="9321800" cy="7675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rgbClr val="9966FF"/>
              </a:solidFill>
            </a:rPr>
            <a:t>GNRH Agonists </a:t>
          </a:r>
          <a:r>
            <a:rPr lang="en-US" sz="3200" kern="1200" dirty="0"/>
            <a:t>– Main puberty blocker</a:t>
          </a:r>
        </a:p>
      </dsp:txBody>
      <dsp:txXfrm>
        <a:off x="37467" y="41488"/>
        <a:ext cx="9246866" cy="692586"/>
      </dsp:txXfrm>
    </dsp:sp>
    <dsp:sp modelId="{A45951D8-433A-43AA-9E03-656497DA237A}">
      <dsp:nvSpPr>
        <dsp:cNvPr id="0" name=""/>
        <dsp:cNvSpPr/>
      </dsp:nvSpPr>
      <dsp:spPr>
        <a:xfrm>
          <a:off x="0" y="863701"/>
          <a:ext cx="9321800" cy="7675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Inhibits LH &amp; FSH secretion</a:t>
          </a:r>
        </a:p>
      </dsp:txBody>
      <dsp:txXfrm>
        <a:off x="37467" y="901168"/>
        <a:ext cx="9246866" cy="692586"/>
      </dsp:txXfrm>
    </dsp:sp>
    <dsp:sp modelId="{CCBAA5E1-9CB2-44F5-85A3-79CA1E84E8F4}">
      <dsp:nvSpPr>
        <dsp:cNvPr id="0" name=""/>
        <dsp:cNvSpPr/>
      </dsp:nvSpPr>
      <dsp:spPr>
        <a:xfrm>
          <a:off x="0" y="1723381"/>
          <a:ext cx="9321800" cy="7675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Decreased gonadal sex steroids- Pre puberty</a:t>
          </a:r>
        </a:p>
      </dsp:txBody>
      <dsp:txXfrm>
        <a:off x="37467" y="1760848"/>
        <a:ext cx="9246866" cy="692586"/>
      </dsp:txXfrm>
    </dsp:sp>
    <dsp:sp modelId="{7D2B593F-5893-44B1-8971-012D99C52AAB}">
      <dsp:nvSpPr>
        <dsp:cNvPr id="0" name=""/>
        <dsp:cNvSpPr/>
      </dsp:nvSpPr>
      <dsp:spPr>
        <a:xfrm>
          <a:off x="0" y="2583061"/>
          <a:ext cx="9321800" cy="7675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Decreased risk to bones – If using Cross Sex Hormones</a:t>
          </a:r>
        </a:p>
      </dsp:txBody>
      <dsp:txXfrm>
        <a:off x="37467" y="2620528"/>
        <a:ext cx="9246866" cy="692586"/>
      </dsp:txXfrm>
    </dsp:sp>
    <dsp:sp modelId="{459442BF-F607-4A54-B2A7-DC3CB52D04E3}">
      <dsp:nvSpPr>
        <dsp:cNvPr id="0" name=""/>
        <dsp:cNvSpPr/>
      </dsp:nvSpPr>
      <dsp:spPr>
        <a:xfrm>
          <a:off x="0" y="3442741"/>
          <a:ext cx="9321800" cy="7675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Cross sex Hormones are usually started Age 13</a:t>
          </a:r>
          <a:endParaRPr lang="en-US" sz="3200" kern="1200" dirty="0"/>
        </a:p>
      </dsp:txBody>
      <dsp:txXfrm>
        <a:off x="37467" y="3480208"/>
        <a:ext cx="9246866" cy="692586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12165D-707D-47BD-A917-9C94EF1F7353}">
      <dsp:nvSpPr>
        <dsp:cNvPr id="0" name=""/>
        <dsp:cNvSpPr/>
      </dsp:nvSpPr>
      <dsp:spPr>
        <a:xfrm>
          <a:off x="0" y="330518"/>
          <a:ext cx="8128000" cy="111230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After reaching Tanner Stage 2 development</a:t>
          </a:r>
        </a:p>
      </dsp:txBody>
      <dsp:txXfrm>
        <a:off x="54298" y="384816"/>
        <a:ext cx="8019404" cy="1003708"/>
      </dsp:txXfrm>
    </dsp:sp>
    <dsp:sp modelId="{9C6D9FE3-2789-4607-B908-13FBECF08FC5}">
      <dsp:nvSpPr>
        <dsp:cNvPr id="0" name=""/>
        <dsp:cNvSpPr/>
      </dsp:nvSpPr>
      <dsp:spPr>
        <a:xfrm>
          <a:off x="0" y="1709304"/>
          <a:ext cx="8128000" cy="111230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After establishing a diagnosis of Transgender identity</a:t>
          </a:r>
        </a:p>
      </dsp:txBody>
      <dsp:txXfrm>
        <a:off x="54298" y="1763602"/>
        <a:ext cx="8019404" cy="1003708"/>
      </dsp:txXfrm>
    </dsp:sp>
    <dsp:sp modelId="{432320EF-96EB-4F44-B965-9BD1DB853A56}">
      <dsp:nvSpPr>
        <dsp:cNvPr id="0" name=""/>
        <dsp:cNvSpPr/>
      </dsp:nvSpPr>
      <dsp:spPr>
        <a:xfrm>
          <a:off x="0" y="2902249"/>
          <a:ext cx="8128000" cy="111230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rgbClr val="FF0000"/>
              </a:solidFill>
            </a:rPr>
            <a:t>After an established diagnosis of Transgender identity and has reached Tanner Stage 2 development</a:t>
          </a:r>
        </a:p>
      </dsp:txBody>
      <dsp:txXfrm>
        <a:off x="54298" y="2956547"/>
        <a:ext cx="8019404" cy="1003708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12165D-707D-47BD-A917-9C94EF1F7353}">
      <dsp:nvSpPr>
        <dsp:cNvPr id="0" name=""/>
        <dsp:cNvSpPr/>
      </dsp:nvSpPr>
      <dsp:spPr>
        <a:xfrm>
          <a:off x="0" y="296637"/>
          <a:ext cx="10982425" cy="1216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>
              <a:solidFill>
                <a:srgbClr val="FF0000"/>
              </a:solidFill>
            </a:rPr>
            <a:t>True </a:t>
          </a:r>
          <a:r>
            <a:rPr lang="en-US" sz="4800" kern="1200">
              <a:solidFill>
                <a:schemeClr val="tx1"/>
              </a:solidFill>
            </a:rPr>
            <a:t>(breasts, uterus, ovaries) </a:t>
          </a:r>
        </a:p>
      </dsp:txBody>
      <dsp:txXfrm>
        <a:off x="59399" y="356036"/>
        <a:ext cx="10863627" cy="1098002"/>
      </dsp:txXfrm>
    </dsp:sp>
    <dsp:sp modelId="{9C6D9FE3-2789-4607-B908-13FBECF08FC5}">
      <dsp:nvSpPr>
        <dsp:cNvPr id="0" name=""/>
        <dsp:cNvSpPr/>
      </dsp:nvSpPr>
      <dsp:spPr>
        <a:xfrm>
          <a:off x="0" y="2002922"/>
          <a:ext cx="10982425" cy="1216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False</a:t>
          </a:r>
        </a:p>
      </dsp:txBody>
      <dsp:txXfrm>
        <a:off x="59399" y="2062321"/>
        <a:ext cx="10863627" cy="1098002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DDCC20-664A-4B54-B5BE-8BB20C636BDA}">
      <dsp:nvSpPr>
        <dsp:cNvPr id="0" name=""/>
        <dsp:cNvSpPr/>
      </dsp:nvSpPr>
      <dsp:spPr>
        <a:xfrm>
          <a:off x="0" y="0"/>
          <a:ext cx="5717220" cy="137598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GOAL: </a:t>
          </a:r>
        </a:p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Decrease Frequency + Volume of </a:t>
          </a:r>
          <a:r>
            <a:rPr lang="en-US" sz="2000" kern="1200" dirty="0" err="1"/>
            <a:t>Menses</a:t>
          </a:r>
          <a:endParaRPr lang="en-US" sz="2000" kern="1200" dirty="0"/>
        </a:p>
      </dsp:txBody>
      <dsp:txXfrm>
        <a:off x="40301" y="40301"/>
        <a:ext cx="4116150" cy="1295387"/>
      </dsp:txXfrm>
    </dsp:sp>
    <dsp:sp modelId="{D622F6C9-825D-42FE-84A3-DE120B5BF888}">
      <dsp:nvSpPr>
        <dsp:cNvPr id="0" name=""/>
        <dsp:cNvSpPr/>
      </dsp:nvSpPr>
      <dsp:spPr>
        <a:xfrm>
          <a:off x="478817" y="1626168"/>
          <a:ext cx="5717220" cy="137598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Complete Amenorrhea may be difficult</a:t>
          </a:r>
        </a:p>
      </dsp:txBody>
      <dsp:txXfrm>
        <a:off x="519118" y="1666469"/>
        <a:ext cx="4263408" cy="1295387"/>
      </dsp:txXfrm>
    </dsp:sp>
    <dsp:sp modelId="{A69B1B69-6381-48A5-A4B7-86142DA8A1C9}">
      <dsp:nvSpPr>
        <dsp:cNvPr id="0" name=""/>
        <dsp:cNvSpPr/>
      </dsp:nvSpPr>
      <dsp:spPr>
        <a:xfrm>
          <a:off x="950487" y="3252337"/>
          <a:ext cx="5717220" cy="137598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Hormone Therapy doesn’t affect Future Fertility</a:t>
          </a:r>
        </a:p>
      </dsp:txBody>
      <dsp:txXfrm>
        <a:off x="990788" y="3292638"/>
        <a:ext cx="4270555" cy="1295387"/>
      </dsp:txXfrm>
    </dsp:sp>
    <dsp:sp modelId="{960F7AE8-9B82-4A8D-B909-E685342E9F53}">
      <dsp:nvSpPr>
        <dsp:cNvPr id="0" name=""/>
        <dsp:cNvSpPr/>
      </dsp:nvSpPr>
      <dsp:spPr>
        <a:xfrm>
          <a:off x="1429305" y="4878506"/>
          <a:ext cx="5717220" cy="137598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Hormone Therapy doesn’t increase Cancer risk </a:t>
          </a:r>
        </a:p>
      </dsp:txBody>
      <dsp:txXfrm>
        <a:off x="1469606" y="4918807"/>
        <a:ext cx="4263408" cy="1295387"/>
      </dsp:txXfrm>
    </dsp:sp>
    <dsp:sp modelId="{34F69A17-E96C-4317-9B27-881C7949201C}">
      <dsp:nvSpPr>
        <dsp:cNvPr id="0" name=""/>
        <dsp:cNvSpPr/>
      </dsp:nvSpPr>
      <dsp:spPr>
        <a:xfrm>
          <a:off x="4822827" y="1053882"/>
          <a:ext cx="894392" cy="894392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5024065" y="1053882"/>
        <a:ext cx="491916" cy="673030"/>
      </dsp:txXfrm>
    </dsp:sp>
    <dsp:sp modelId="{584023D4-646C-4800-89B8-F7EFC2355504}">
      <dsp:nvSpPr>
        <dsp:cNvPr id="0" name=""/>
        <dsp:cNvSpPr/>
      </dsp:nvSpPr>
      <dsp:spPr>
        <a:xfrm>
          <a:off x="5301645" y="2680051"/>
          <a:ext cx="894392" cy="894392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5502883" y="2680051"/>
        <a:ext cx="491916" cy="673030"/>
      </dsp:txXfrm>
    </dsp:sp>
    <dsp:sp modelId="{EC1F50ED-B1CD-40CD-B82E-884B9E022D16}">
      <dsp:nvSpPr>
        <dsp:cNvPr id="0" name=""/>
        <dsp:cNvSpPr/>
      </dsp:nvSpPr>
      <dsp:spPr>
        <a:xfrm>
          <a:off x="5773315" y="4306220"/>
          <a:ext cx="894392" cy="894392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5974553" y="4306220"/>
        <a:ext cx="491916" cy="673030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46C043-9AF7-4ECC-9D44-29FFEC460CD6}">
      <dsp:nvSpPr>
        <dsp:cNvPr id="0" name=""/>
        <dsp:cNvSpPr/>
      </dsp:nvSpPr>
      <dsp:spPr>
        <a:xfrm>
          <a:off x="488554" y="471"/>
          <a:ext cx="2038424" cy="122305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Combined OCPS: Daily                         up to 88% Amenorrhea</a:t>
          </a:r>
        </a:p>
      </dsp:txBody>
      <dsp:txXfrm>
        <a:off x="488554" y="471"/>
        <a:ext cx="2038424" cy="1223054"/>
      </dsp:txXfrm>
    </dsp:sp>
    <dsp:sp modelId="{C294B9AE-C5D4-415D-BBE7-B8F7BF9C2906}">
      <dsp:nvSpPr>
        <dsp:cNvPr id="0" name=""/>
        <dsp:cNvSpPr/>
      </dsp:nvSpPr>
      <dsp:spPr>
        <a:xfrm>
          <a:off x="2730821" y="471"/>
          <a:ext cx="2038424" cy="122305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Transdermal: Weekly           Adhesive problems</a:t>
          </a:r>
        </a:p>
      </dsp:txBody>
      <dsp:txXfrm>
        <a:off x="2730821" y="471"/>
        <a:ext cx="2038424" cy="1223054"/>
      </dsp:txXfrm>
    </dsp:sp>
    <dsp:sp modelId="{00A7C66C-918A-42E7-BE60-E2CE258B81DB}">
      <dsp:nvSpPr>
        <dsp:cNvPr id="0" name=""/>
        <dsp:cNvSpPr/>
      </dsp:nvSpPr>
      <dsp:spPr>
        <a:xfrm>
          <a:off x="488554" y="1427368"/>
          <a:ext cx="2038424" cy="122305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Vaginal Ring: Monthly            High Amenorrhea rate</a:t>
          </a:r>
        </a:p>
      </dsp:txBody>
      <dsp:txXfrm>
        <a:off x="488554" y="1427368"/>
        <a:ext cx="2038424" cy="1223054"/>
      </dsp:txXfrm>
    </dsp:sp>
    <dsp:sp modelId="{A307A013-54D6-43FF-B2F5-4B7B516B00C0}">
      <dsp:nvSpPr>
        <dsp:cNvPr id="0" name=""/>
        <dsp:cNvSpPr/>
      </dsp:nvSpPr>
      <dsp:spPr>
        <a:xfrm>
          <a:off x="2730821" y="1427368"/>
          <a:ext cx="2038424" cy="122305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Oral Progestins: Daily</a:t>
          </a:r>
        </a:p>
      </dsp:txBody>
      <dsp:txXfrm>
        <a:off x="2730821" y="1427368"/>
        <a:ext cx="2038424" cy="1223054"/>
      </dsp:txXfrm>
    </dsp:sp>
    <dsp:sp modelId="{0D33324F-9FA0-44BB-B171-9AA11841C0E5}">
      <dsp:nvSpPr>
        <dsp:cNvPr id="0" name=""/>
        <dsp:cNvSpPr/>
      </dsp:nvSpPr>
      <dsp:spPr>
        <a:xfrm>
          <a:off x="488554" y="2854265"/>
          <a:ext cx="2038424" cy="122305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Depo Provera:    11-13 weeks       Weight gain  Affects Bones</a:t>
          </a:r>
        </a:p>
      </dsp:txBody>
      <dsp:txXfrm>
        <a:off x="488554" y="2854265"/>
        <a:ext cx="2038424" cy="1223054"/>
      </dsp:txXfrm>
    </dsp:sp>
    <dsp:sp modelId="{573ADF8E-9111-41E5-A2F5-97A3CF392A8B}">
      <dsp:nvSpPr>
        <dsp:cNvPr id="0" name=""/>
        <dsp:cNvSpPr/>
      </dsp:nvSpPr>
      <dsp:spPr>
        <a:xfrm>
          <a:off x="2730821" y="2854265"/>
          <a:ext cx="2038424" cy="122305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Nexplanon:             3 – 5 yrs                   Only </a:t>
          </a:r>
          <a:r>
            <a:rPr lang="en-US" sz="1900" kern="1200" dirty="0">
              <a:solidFill>
                <a:srgbClr val="FF0000"/>
              </a:solidFill>
            </a:rPr>
            <a:t>22% </a:t>
          </a:r>
          <a:r>
            <a:rPr lang="en-US" sz="1900" kern="1200" dirty="0"/>
            <a:t>Amenorrhea  rate</a:t>
          </a:r>
        </a:p>
      </dsp:txBody>
      <dsp:txXfrm>
        <a:off x="2730821" y="2854265"/>
        <a:ext cx="2038424" cy="1223054"/>
      </dsp:txXfrm>
    </dsp:sp>
    <dsp:sp modelId="{CB90D9F5-09CC-499F-8554-D0152A7A7385}">
      <dsp:nvSpPr>
        <dsp:cNvPr id="0" name=""/>
        <dsp:cNvSpPr/>
      </dsp:nvSpPr>
      <dsp:spPr>
        <a:xfrm>
          <a:off x="488554" y="4281162"/>
          <a:ext cx="2038424" cy="122305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Progestin IUD:                          5-8 years           Cost/Insertion Pain 60%</a:t>
          </a:r>
        </a:p>
      </dsp:txBody>
      <dsp:txXfrm>
        <a:off x="488554" y="4281162"/>
        <a:ext cx="2038424" cy="1223054"/>
      </dsp:txXfrm>
    </dsp:sp>
    <dsp:sp modelId="{1581EB5C-61E8-4D11-A4E4-458207882D64}">
      <dsp:nvSpPr>
        <dsp:cNvPr id="0" name=""/>
        <dsp:cNvSpPr/>
      </dsp:nvSpPr>
      <dsp:spPr>
        <a:xfrm>
          <a:off x="2730821" y="4281162"/>
          <a:ext cx="2038424" cy="122305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GNRH agonist: Daily to  3 mo    High Amenorrhea rate</a:t>
          </a:r>
        </a:p>
      </dsp:txBody>
      <dsp:txXfrm>
        <a:off x="2730821" y="4281162"/>
        <a:ext cx="2038424" cy="1223054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12165D-707D-47BD-A917-9C94EF1F7353}">
      <dsp:nvSpPr>
        <dsp:cNvPr id="0" name=""/>
        <dsp:cNvSpPr/>
      </dsp:nvSpPr>
      <dsp:spPr>
        <a:xfrm>
          <a:off x="0" y="681240"/>
          <a:ext cx="8128000" cy="8634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3 months after starting Hormone therapy</a:t>
          </a:r>
        </a:p>
      </dsp:txBody>
      <dsp:txXfrm>
        <a:off x="42151" y="723391"/>
        <a:ext cx="8043698" cy="779158"/>
      </dsp:txXfrm>
    </dsp:sp>
    <dsp:sp modelId="{9C6D9FE3-2789-4607-B908-13FBECF08FC5}">
      <dsp:nvSpPr>
        <dsp:cNvPr id="0" name=""/>
        <dsp:cNvSpPr/>
      </dsp:nvSpPr>
      <dsp:spPr>
        <a:xfrm>
          <a:off x="0" y="1833727"/>
          <a:ext cx="8128000" cy="8634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6 months after starting Hormone therapy</a:t>
          </a:r>
        </a:p>
      </dsp:txBody>
      <dsp:txXfrm>
        <a:off x="42151" y="1875878"/>
        <a:ext cx="8043698" cy="779158"/>
      </dsp:txXfrm>
    </dsp:sp>
    <dsp:sp modelId="{432320EF-96EB-4F44-B965-9BD1DB853A56}">
      <dsp:nvSpPr>
        <dsp:cNvPr id="0" name=""/>
        <dsp:cNvSpPr/>
      </dsp:nvSpPr>
      <dsp:spPr>
        <a:xfrm>
          <a:off x="0" y="2800867"/>
          <a:ext cx="8128000" cy="8634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solidFill>
                <a:srgbClr val="FF0000"/>
              </a:solidFill>
            </a:rPr>
            <a:t>Before starting Hormone therapy</a:t>
          </a:r>
        </a:p>
      </dsp:txBody>
      <dsp:txXfrm>
        <a:off x="42151" y="2843018"/>
        <a:ext cx="8043698" cy="779158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E94993-0DCB-4381-A8D8-83EB8D1FD333}">
      <dsp:nvSpPr>
        <dsp:cNvPr id="0" name=""/>
        <dsp:cNvSpPr/>
      </dsp:nvSpPr>
      <dsp:spPr>
        <a:xfrm>
          <a:off x="0" y="350651"/>
          <a:ext cx="3791687" cy="891648"/>
        </a:xfrm>
        <a:prstGeom prst="roundRect">
          <a:avLst/>
        </a:prstGeom>
        <a:solidFill>
          <a:schemeClr val="accent6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GOALS:</a:t>
          </a:r>
        </a:p>
      </dsp:txBody>
      <dsp:txXfrm>
        <a:off x="43527" y="394178"/>
        <a:ext cx="3704633" cy="804594"/>
      </dsp:txXfrm>
    </dsp:sp>
    <dsp:sp modelId="{A2A7AC66-1E4F-4107-B154-843200E7659D}">
      <dsp:nvSpPr>
        <dsp:cNvPr id="0" name=""/>
        <dsp:cNvSpPr/>
      </dsp:nvSpPr>
      <dsp:spPr>
        <a:xfrm>
          <a:off x="0" y="1195263"/>
          <a:ext cx="5181600" cy="2852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516" tIns="46990" rIns="263144" bIns="46990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900" kern="1200"/>
            <a:t>Facial Hair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900" kern="1200"/>
            <a:t>Deeper Voice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900" kern="1200"/>
            <a:t>Increasing Body Hair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900" kern="1200"/>
            <a:t>Muscle Mass</a:t>
          </a:r>
        </a:p>
      </dsp:txBody>
      <dsp:txXfrm>
        <a:off x="0" y="1195263"/>
        <a:ext cx="5181600" cy="2852460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7BD0D5-0646-4A12-B300-9A4445A64F3B}">
      <dsp:nvSpPr>
        <dsp:cNvPr id="0" name=""/>
        <dsp:cNvSpPr/>
      </dsp:nvSpPr>
      <dsp:spPr>
        <a:xfrm rot="5400000">
          <a:off x="1536222" y="875135"/>
          <a:ext cx="4100691" cy="3375593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Increased Libido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Change in Sweat/Odor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SubQ Fat Redistribution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Recessed Hairline/Baldness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Cessation of Menses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Vaginal Atrophy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Increased Clitoral Size </a:t>
          </a:r>
        </a:p>
      </dsp:txBody>
      <dsp:txXfrm rot="-5400000">
        <a:off x="1898771" y="677370"/>
        <a:ext cx="3210810" cy="3771125"/>
      </dsp:txXfrm>
    </dsp:sp>
    <dsp:sp modelId="{41B27098-6380-4F02-A0CC-7797690AB453}">
      <dsp:nvSpPr>
        <dsp:cNvPr id="0" name=""/>
        <dsp:cNvSpPr/>
      </dsp:nvSpPr>
      <dsp:spPr>
        <a:xfrm>
          <a:off x="0" y="0"/>
          <a:ext cx="1898771" cy="512586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SIDE EFFECTS: Hormone Therapy</a:t>
          </a:r>
        </a:p>
      </dsp:txBody>
      <dsp:txXfrm>
        <a:off x="92690" y="92690"/>
        <a:ext cx="1713391" cy="4940484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23DA78-8114-468E-8CCD-F88739CA206D}">
      <dsp:nvSpPr>
        <dsp:cNvPr id="0" name=""/>
        <dsp:cNvSpPr/>
      </dsp:nvSpPr>
      <dsp:spPr>
        <a:xfrm>
          <a:off x="0" y="532733"/>
          <a:ext cx="6019800" cy="361188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>
              <a:solidFill>
                <a:srgbClr val="FF0000"/>
              </a:solidFill>
            </a:rPr>
            <a:t>CONTRAINDICATIONS</a:t>
          </a:r>
          <a:r>
            <a:rPr lang="en-US" sz="3000" kern="1200" dirty="0"/>
            <a:t>:</a:t>
          </a:r>
        </a:p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tx1"/>
              </a:solidFill>
            </a:rPr>
            <a:t>1.Unstable Coronary Artery Disease                                 2.Polycythemia (HCT &gt; 55%)                                        3.Current Pregnancy</a:t>
          </a:r>
        </a:p>
      </dsp:txBody>
      <dsp:txXfrm>
        <a:off x="105788" y="638521"/>
        <a:ext cx="5808224" cy="3400304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D5C8D8-6C66-40F1-B0A1-FE59252A06BD}">
      <dsp:nvSpPr>
        <dsp:cNvPr id="0" name=""/>
        <dsp:cNvSpPr/>
      </dsp:nvSpPr>
      <dsp:spPr>
        <a:xfrm>
          <a:off x="0" y="1955"/>
          <a:ext cx="601980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6E6BF2-0F4F-436B-A10A-57060F42B8E2}">
      <dsp:nvSpPr>
        <dsp:cNvPr id="0" name=""/>
        <dsp:cNvSpPr/>
      </dsp:nvSpPr>
      <dsp:spPr>
        <a:xfrm>
          <a:off x="0" y="1955"/>
          <a:ext cx="6019801" cy="13017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0" tIns="228600" rIns="228600" bIns="228600" numCol="1" spcCol="1270" anchor="t" anchorCtr="0">
          <a:noAutofit/>
        </a:bodyPr>
        <a:lstStyle/>
        <a:p>
          <a:pPr marL="0" lvl="0" indent="0" algn="l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kern="1200">
              <a:solidFill>
                <a:schemeClr val="bg1"/>
              </a:solidFill>
            </a:rPr>
            <a:t>LAB STUDIES:</a:t>
          </a:r>
        </a:p>
      </dsp:txBody>
      <dsp:txXfrm>
        <a:off x="0" y="1955"/>
        <a:ext cx="6019801" cy="1301722"/>
      </dsp:txXfrm>
    </dsp:sp>
    <dsp:sp modelId="{AB3C3014-CA17-46C9-921F-84728BF12DE5}">
      <dsp:nvSpPr>
        <dsp:cNvPr id="0" name=""/>
        <dsp:cNvSpPr/>
      </dsp:nvSpPr>
      <dsp:spPr>
        <a:xfrm>
          <a:off x="0" y="1303677"/>
          <a:ext cx="601980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3AAE1B-8DC0-450E-A451-9105DA89A992}">
      <dsp:nvSpPr>
        <dsp:cNvPr id="0" name=""/>
        <dsp:cNvSpPr/>
      </dsp:nvSpPr>
      <dsp:spPr>
        <a:xfrm>
          <a:off x="0" y="1303677"/>
          <a:ext cx="6013922" cy="13647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solidFill>
                <a:schemeClr val="bg1"/>
              </a:solidFill>
            </a:rPr>
            <a:t>1. Lipid panel: HDL + Triglycerides </a:t>
          </a:r>
        </a:p>
      </dsp:txBody>
      <dsp:txXfrm>
        <a:off x="0" y="1303677"/>
        <a:ext cx="6013922" cy="1364764"/>
      </dsp:txXfrm>
    </dsp:sp>
    <dsp:sp modelId="{D33185A2-2439-4AAB-A15B-3FE01E917DA0}">
      <dsp:nvSpPr>
        <dsp:cNvPr id="0" name=""/>
        <dsp:cNvSpPr/>
      </dsp:nvSpPr>
      <dsp:spPr>
        <a:xfrm>
          <a:off x="0" y="2668442"/>
          <a:ext cx="601980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E98065-0B67-495F-99DF-F592CB589529}">
      <dsp:nvSpPr>
        <dsp:cNvPr id="0" name=""/>
        <dsp:cNvSpPr/>
      </dsp:nvSpPr>
      <dsp:spPr>
        <a:xfrm>
          <a:off x="0" y="2668442"/>
          <a:ext cx="6019801" cy="13017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solidFill>
                <a:schemeClr val="bg1"/>
              </a:solidFill>
            </a:rPr>
            <a:t>2. Hematocrit q 3 mo x 1 yr/          Then q 6 mo</a:t>
          </a:r>
        </a:p>
      </dsp:txBody>
      <dsp:txXfrm>
        <a:off x="0" y="2668442"/>
        <a:ext cx="6019801" cy="1301722"/>
      </dsp:txXfrm>
    </dsp:sp>
    <dsp:sp modelId="{6C455812-F7DE-494E-8F11-DDD1BBA5DB6C}">
      <dsp:nvSpPr>
        <dsp:cNvPr id="0" name=""/>
        <dsp:cNvSpPr/>
      </dsp:nvSpPr>
      <dsp:spPr>
        <a:xfrm>
          <a:off x="0" y="3970165"/>
          <a:ext cx="601980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6C3D15-9EA8-4F1C-A1EF-040948153364}">
      <dsp:nvSpPr>
        <dsp:cNvPr id="0" name=""/>
        <dsp:cNvSpPr/>
      </dsp:nvSpPr>
      <dsp:spPr>
        <a:xfrm>
          <a:off x="0" y="3970165"/>
          <a:ext cx="6019801" cy="13017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solidFill>
                <a:schemeClr val="bg1"/>
              </a:solidFill>
            </a:rPr>
            <a:t>3. Testosterone level-q 3 mo x 1 yr            </a:t>
          </a:r>
          <a:r>
            <a:rPr lang="en-US" sz="3200" kern="1200">
              <a:solidFill>
                <a:srgbClr val="FFFF00"/>
              </a:solidFill>
            </a:rPr>
            <a:t>Goal</a:t>
          </a:r>
          <a:r>
            <a:rPr lang="en-US" sz="3200" kern="1200">
              <a:solidFill>
                <a:schemeClr val="bg1"/>
              </a:solidFill>
            </a:rPr>
            <a:t>: 320-1000 ng/dl</a:t>
          </a:r>
        </a:p>
      </dsp:txBody>
      <dsp:txXfrm>
        <a:off x="0" y="3970165"/>
        <a:ext cx="6019801" cy="1301722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07A967-76F4-4D30-A50F-D2C2B737B826}">
      <dsp:nvSpPr>
        <dsp:cNvPr id="0" name=""/>
        <dsp:cNvSpPr/>
      </dsp:nvSpPr>
      <dsp:spPr>
        <a:xfrm>
          <a:off x="0" y="3512"/>
          <a:ext cx="5334871" cy="95848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     </a:t>
          </a:r>
          <a:r>
            <a:rPr lang="en-US" sz="3600" b="1" kern="1200"/>
            <a:t>Transmasculine</a:t>
          </a:r>
          <a:r>
            <a:rPr lang="en-US" sz="3600" kern="1200"/>
            <a:t>:                       </a:t>
          </a:r>
          <a:r>
            <a:rPr lang="en-US" sz="2800" kern="1200"/>
            <a:t>Fertility and Pregnancy</a:t>
          </a:r>
        </a:p>
      </dsp:txBody>
      <dsp:txXfrm>
        <a:off x="46789" y="50301"/>
        <a:ext cx="5241293" cy="864907"/>
      </dsp:txXfrm>
    </dsp:sp>
    <dsp:sp modelId="{97BB12B7-89CA-40B8-B639-ECDBC20345BA}">
      <dsp:nvSpPr>
        <dsp:cNvPr id="0" name=""/>
        <dsp:cNvSpPr/>
      </dsp:nvSpPr>
      <dsp:spPr>
        <a:xfrm>
          <a:off x="0" y="973731"/>
          <a:ext cx="5334871" cy="95848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Can achieve pregnancy : Stop </a:t>
          </a:r>
          <a:r>
            <a:rPr lang="en-US" sz="2000" kern="1200">
              <a:solidFill>
                <a:srgbClr val="00B050"/>
              </a:solidFill>
            </a:rPr>
            <a:t>Testosterone</a:t>
          </a:r>
          <a:r>
            <a:rPr lang="en-US" sz="2000" kern="1200"/>
            <a:t> 1st</a:t>
          </a:r>
        </a:p>
      </dsp:txBody>
      <dsp:txXfrm>
        <a:off x="46789" y="1020520"/>
        <a:ext cx="5241293" cy="864907"/>
      </dsp:txXfrm>
    </dsp:sp>
    <dsp:sp modelId="{2BB40BBD-9312-400C-8577-811DAEF96BF5}">
      <dsp:nvSpPr>
        <dsp:cNvPr id="0" name=""/>
        <dsp:cNvSpPr/>
      </dsp:nvSpPr>
      <dsp:spPr>
        <a:xfrm>
          <a:off x="0" y="1942750"/>
          <a:ext cx="5334871" cy="95848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Partner Insemination/Donor Sperm</a:t>
          </a:r>
        </a:p>
      </dsp:txBody>
      <dsp:txXfrm>
        <a:off x="46789" y="1989539"/>
        <a:ext cx="5241293" cy="864907"/>
      </dsp:txXfrm>
    </dsp:sp>
    <dsp:sp modelId="{7F7CDBD3-26A9-481A-9DB8-7A9D3DE4B369}">
      <dsp:nvSpPr>
        <dsp:cNvPr id="0" name=""/>
        <dsp:cNvSpPr/>
      </dsp:nvSpPr>
      <dsp:spPr>
        <a:xfrm>
          <a:off x="0" y="2911769"/>
          <a:ext cx="5334871" cy="95848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Carry pregnancy themselves  </a:t>
          </a:r>
          <a:r>
            <a:rPr lang="en-US" sz="2000" b="1" kern="1200"/>
            <a:t>or</a:t>
          </a:r>
        </a:p>
      </dsp:txBody>
      <dsp:txXfrm>
        <a:off x="46789" y="2958558"/>
        <a:ext cx="5241293" cy="864907"/>
      </dsp:txXfrm>
    </dsp:sp>
    <dsp:sp modelId="{1DC22360-A8BC-40EE-9748-EBF0FC178F6A}">
      <dsp:nvSpPr>
        <dsp:cNvPr id="0" name=""/>
        <dsp:cNvSpPr/>
      </dsp:nvSpPr>
      <dsp:spPr>
        <a:xfrm>
          <a:off x="0" y="3880788"/>
          <a:ext cx="5334871" cy="95848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IVF with embryo transfer to a Partner / Surrogate</a:t>
          </a:r>
        </a:p>
      </dsp:txBody>
      <dsp:txXfrm>
        <a:off x="46789" y="3927577"/>
        <a:ext cx="5241293" cy="864907"/>
      </dsp:txXfrm>
    </dsp:sp>
    <dsp:sp modelId="{9166C9FD-9E5D-45FC-A0B8-2ABE3BD0C3EC}">
      <dsp:nvSpPr>
        <dsp:cNvPr id="0" name=""/>
        <dsp:cNvSpPr/>
      </dsp:nvSpPr>
      <dsp:spPr>
        <a:xfrm>
          <a:off x="0" y="4849806"/>
          <a:ext cx="5334871" cy="95848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Pregnancy: Can Trigger </a:t>
          </a:r>
          <a:r>
            <a:rPr lang="en-US" sz="2000" kern="1200">
              <a:solidFill>
                <a:srgbClr val="FF0000"/>
              </a:solidFill>
            </a:rPr>
            <a:t>Dysphoria</a:t>
          </a:r>
          <a:r>
            <a:rPr lang="en-US" sz="2000" kern="1200"/>
            <a:t> or Isolation</a:t>
          </a:r>
        </a:p>
      </dsp:txBody>
      <dsp:txXfrm>
        <a:off x="46789" y="4896595"/>
        <a:ext cx="5241293" cy="864907"/>
      </dsp:txXfrm>
    </dsp:sp>
    <dsp:sp modelId="{94FEBA1E-2751-40A8-95C5-1D8D3F276F95}">
      <dsp:nvSpPr>
        <dsp:cNvPr id="0" name=""/>
        <dsp:cNvSpPr/>
      </dsp:nvSpPr>
      <dsp:spPr>
        <a:xfrm>
          <a:off x="0" y="5818825"/>
          <a:ext cx="5334871" cy="95848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No Testosterone - </a:t>
          </a:r>
          <a:r>
            <a:rPr lang="en-US" sz="2000" kern="1200">
              <a:solidFill>
                <a:srgbClr val="0070C0"/>
              </a:solidFill>
            </a:rPr>
            <a:t>Chest feeding </a:t>
          </a:r>
          <a:r>
            <a:rPr lang="en-US" sz="2000" kern="1200"/>
            <a:t>planned</a:t>
          </a:r>
        </a:p>
      </dsp:txBody>
      <dsp:txXfrm>
        <a:off x="46789" y="5865614"/>
        <a:ext cx="5241293" cy="864907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1DEFAB-BEFC-44EE-8CDB-C71204409616}">
      <dsp:nvSpPr>
        <dsp:cNvPr id="0" name=""/>
        <dsp:cNvSpPr/>
      </dsp:nvSpPr>
      <dsp:spPr>
        <a:xfrm>
          <a:off x="1808812" y="126"/>
          <a:ext cx="1743371" cy="87168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530" tIns="33020" rIns="4953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SIDE EFFECTS:</a:t>
          </a:r>
        </a:p>
      </dsp:txBody>
      <dsp:txXfrm>
        <a:off x="1834343" y="25657"/>
        <a:ext cx="1692309" cy="820623"/>
      </dsp:txXfrm>
    </dsp:sp>
    <dsp:sp modelId="{3EC1E11A-F023-4ACD-9912-EE241CDC9757}">
      <dsp:nvSpPr>
        <dsp:cNvPr id="0" name=""/>
        <dsp:cNvSpPr/>
      </dsp:nvSpPr>
      <dsp:spPr>
        <a:xfrm>
          <a:off x="1983150" y="871812"/>
          <a:ext cx="174337" cy="6537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53764"/>
              </a:lnTo>
              <a:lnTo>
                <a:pt x="174337" y="653764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BFA90C-1189-4068-9DDE-CEFC0ABCEBBF}">
      <dsp:nvSpPr>
        <dsp:cNvPr id="0" name=""/>
        <dsp:cNvSpPr/>
      </dsp:nvSpPr>
      <dsp:spPr>
        <a:xfrm>
          <a:off x="2157487" y="1089733"/>
          <a:ext cx="1394696" cy="87168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Breast Growth</a:t>
          </a:r>
        </a:p>
      </dsp:txBody>
      <dsp:txXfrm>
        <a:off x="2183018" y="1115264"/>
        <a:ext cx="1343634" cy="820623"/>
      </dsp:txXfrm>
    </dsp:sp>
    <dsp:sp modelId="{F569AA27-90C9-4137-B043-8D47EC5CD925}">
      <dsp:nvSpPr>
        <dsp:cNvPr id="0" name=""/>
        <dsp:cNvSpPr/>
      </dsp:nvSpPr>
      <dsp:spPr>
        <a:xfrm>
          <a:off x="1983150" y="871812"/>
          <a:ext cx="174337" cy="17433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43371"/>
              </a:lnTo>
              <a:lnTo>
                <a:pt x="174337" y="1743371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572984-FA62-4F2A-8B17-60A79D62296C}">
      <dsp:nvSpPr>
        <dsp:cNvPr id="0" name=""/>
        <dsp:cNvSpPr/>
      </dsp:nvSpPr>
      <dsp:spPr>
        <a:xfrm>
          <a:off x="2157487" y="2179340"/>
          <a:ext cx="1394696" cy="87168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Decreased Erectile Function</a:t>
          </a:r>
        </a:p>
      </dsp:txBody>
      <dsp:txXfrm>
        <a:off x="2183018" y="2204871"/>
        <a:ext cx="1343634" cy="820623"/>
      </dsp:txXfrm>
    </dsp:sp>
    <dsp:sp modelId="{5F24DBF2-1D81-47B3-946C-6901B4EF8D6D}">
      <dsp:nvSpPr>
        <dsp:cNvPr id="0" name=""/>
        <dsp:cNvSpPr/>
      </dsp:nvSpPr>
      <dsp:spPr>
        <a:xfrm>
          <a:off x="1983150" y="871812"/>
          <a:ext cx="174337" cy="28329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32978"/>
              </a:lnTo>
              <a:lnTo>
                <a:pt x="174337" y="2832978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77649E-E8D7-4713-9F53-D618CE0B6854}">
      <dsp:nvSpPr>
        <dsp:cNvPr id="0" name=""/>
        <dsp:cNvSpPr/>
      </dsp:nvSpPr>
      <dsp:spPr>
        <a:xfrm>
          <a:off x="2157487" y="3268947"/>
          <a:ext cx="1394696" cy="87168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Increased Body Fat</a:t>
          </a:r>
        </a:p>
      </dsp:txBody>
      <dsp:txXfrm>
        <a:off x="2183018" y="3294478"/>
        <a:ext cx="1343634" cy="820623"/>
      </dsp:txXfrm>
    </dsp:sp>
    <dsp:sp modelId="{BC4665D7-E698-4A80-8CD9-91C98CFFA719}">
      <dsp:nvSpPr>
        <dsp:cNvPr id="0" name=""/>
        <dsp:cNvSpPr/>
      </dsp:nvSpPr>
      <dsp:spPr>
        <a:xfrm>
          <a:off x="1983150" y="871812"/>
          <a:ext cx="174337" cy="39225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22584"/>
              </a:lnTo>
              <a:lnTo>
                <a:pt x="174337" y="3922584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D83F9C-915A-457E-88D1-F8E34A18196D}">
      <dsp:nvSpPr>
        <dsp:cNvPr id="0" name=""/>
        <dsp:cNvSpPr/>
      </dsp:nvSpPr>
      <dsp:spPr>
        <a:xfrm>
          <a:off x="2157487" y="4358554"/>
          <a:ext cx="1394696" cy="87168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Decreased Testicular Size</a:t>
          </a:r>
        </a:p>
      </dsp:txBody>
      <dsp:txXfrm>
        <a:off x="2183018" y="4384085"/>
        <a:ext cx="1343634" cy="820623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3DCDF2-E319-428A-8B80-77F165EE9F75}">
      <dsp:nvSpPr>
        <dsp:cNvPr id="0" name=""/>
        <dsp:cNvSpPr/>
      </dsp:nvSpPr>
      <dsp:spPr>
        <a:xfrm>
          <a:off x="0" y="0"/>
          <a:ext cx="6019800" cy="361188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>
              <a:solidFill>
                <a:srgbClr val="FF0000"/>
              </a:solidFill>
            </a:rPr>
            <a:t>CONTRAINDICATIONS</a:t>
          </a:r>
          <a:r>
            <a:rPr lang="en-US" sz="3000" kern="1200" dirty="0"/>
            <a:t>:</a:t>
          </a:r>
        </a:p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Cardiovascular –possibly VTE </a:t>
          </a:r>
        </a:p>
      </dsp:txBody>
      <dsp:txXfrm>
        <a:off x="105788" y="105788"/>
        <a:ext cx="5808224" cy="3400304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D5C8D8-6C66-40F1-B0A1-FE59252A06BD}">
      <dsp:nvSpPr>
        <dsp:cNvPr id="0" name=""/>
        <dsp:cNvSpPr/>
      </dsp:nvSpPr>
      <dsp:spPr>
        <a:xfrm>
          <a:off x="0" y="950"/>
          <a:ext cx="586165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6E6BF2-0F4F-436B-A10A-57060F42B8E2}">
      <dsp:nvSpPr>
        <dsp:cNvPr id="0" name=""/>
        <dsp:cNvSpPr/>
      </dsp:nvSpPr>
      <dsp:spPr>
        <a:xfrm>
          <a:off x="0" y="950"/>
          <a:ext cx="5861651" cy="632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>
              <a:solidFill>
                <a:schemeClr val="bg1"/>
              </a:solidFill>
            </a:rPr>
            <a:t>LAB STUDIES:</a:t>
          </a:r>
        </a:p>
      </dsp:txBody>
      <dsp:txXfrm>
        <a:off x="0" y="950"/>
        <a:ext cx="5861651" cy="632720"/>
      </dsp:txXfrm>
    </dsp:sp>
    <dsp:sp modelId="{AB3C3014-CA17-46C9-921F-84728BF12DE5}">
      <dsp:nvSpPr>
        <dsp:cNvPr id="0" name=""/>
        <dsp:cNvSpPr/>
      </dsp:nvSpPr>
      <dsp:spPr>
        <a:xfrm>
          <a:off x="0" y="633671"/>
          <a:ext cx="586165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3AAE1B-8DC0-450E-A451-9105DA89A992}">
      <dsp:nvSpPr>
        <dsp:cNvPr id="0" name=""/>
        <dsp:cNvSpPr/>
      </dsp:nvSpPr>
      <dsp:spPr>
        <a:xfrm>
          <a:off x="0" y="633671"/>
          <a:ext cx="5855926" cy="66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solidFill>
                <a:schemeClr val="bg1"/>
              </a:solidFill>
            </a:rPr>
            <a:t>1. Estradiol</a:t>
          </a:r>
        </a:p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solidFill>
                <a:schemeClr val="bg1"/>
              </a:solidFill>
            </a:rPr>
            <a:t>2. Total Testosterone</a:t>
          </a:r>
        </a:p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solidFill>
                <a:schemeClr val="bg1"/>
              </a:solidFill>
            </a:rPr>
            <a:t>3. Sex Hormone Binding Globulin</a:t>
          </a:r>
        </a:p>
      </dsp:txBody>
      <dsp:txXfrm>
        <a:off x="0" y="633671"/>
        <a:ext cx="5855926" cy="663363"/>
      </dsp:txXfrm>
    </dsp:sp>
    <dsp:sp modelId="{D33185A2-2439-4AAB-A15B-3FE01E917DA0}">
      <dsp:nvSpPr>
        <dsp:cNvPr id="0" name=""/>
        <dsp:cNvSpPr/>
      </dsp:nvSpPr>
      <dsp:spPr>
        <a:xfrm>
          <a:off x="0" y="1297034"/>
          <a:ext cx="586165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E98065-0B67-495F-99DF-F592CB589529}">
      <dsp:nvSpPr>
        <dsp:cNvPr id="0" name=""/>
        <dsp:cNvSpPr/>
      </dsp:nvSpPr>
      <dsp:spPr>
        <a:xfrm>
          <a:off x="0" y="1297034"/>
          <a:ext cx="5861651" cy="632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>
            <a:solidFill>
              <a:schemeClr val="bg1"/>
            </a:solidFill>
          </a:endParaRPr>
        </a:p>
      </dsp:txBody>
      <dsp:txXfrm>
        <a:off x="0" y="1297034"/>
        <a:ext cx="5861651" cy="632720"/>
      </dsp:txXfrm>
    </dsp:sp>
    <dsp:sp modelId="{6C455812-F7DE-494E-8F11-DDD1BBA5DB6C}">
      <dsp:nvSpPr>
        <dsp:cNvPr id="0" name=""/>
        <dsp:cNvSpPr/>
      </dsp:nvSpPr>
      <dsp:spPr>
        <a:xfrm>
          <a:off x="0" y="1929755"/>
          <a:ext cx="586165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6C3D15-9EA8-4F1C-A1EF-040948153364}">
      <dsp:nvSpPr>
        <dsp:cNvPr id="0" name=""/>
        <dsp:cNvSpPr/>
      </dsp:nvSpPr>
      <dsp:spPr>
        <a:xfrm>
          <a:off x="0" y="1929755"/>
          <a:ext cx="5861651" cy="632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>
            <a:solidFill>
              <a:schemeClr val="bg1"/>
            </a:solidFill>
          </a:endParaRPr>
        </a:p>
      </dsp:txBody>
      <dsp:txXfrm>
        <a:off x="0" y="1929755"/>
        <a:ext cx="5861651" cy="632720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62572F-7EF8-4074-A305-49B4786B784C}">
      <dsp:nvSpPr>
        <dsp:cNvPr id="0" name=""/>
        <dsp:cNvSpPr/>
      </dsp:nvSpPr>
      <dsp:spPr>
        <a:xfrm>
          <a:off x="0" y="40838"/>
          <a:ext cx="5882206" cy="1113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If Gonads are retained                            - May need Assisted Reproduction</a:t>
          </a:r>
        </a:p>
      </dsp:txBody>
      <dsp:txXfrm>
        <a:off x="54373" y="95211"/>
        <a:ext cx="5773460" cy="1005094"/>
      </dsp:txXfrm>
    </dsp:sp>
    <dsp:sp modelId="{ED6DBDC2-AD2C-4106-A707-08E1F88D6E31}">
      <dsp:nvSpPr>
        <dsp:cNvPr id="0" name=""/>
        <dsp:cNvSpPr/>
      </dsp:nvSpPr>
      <dsp:spPr>
        <a:xfrm>
          <a:off x="0" y="1235318"/>
          <a:ext cx="5882206" cy="1113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Fertility may return                          after stopping Hormone therapy</a:t>
          </a:r>
        </a:p>
      </dsp:txBody>
      <dsp:txXfrm>
        <a:off x="54373" y="1289691"/>
        <a:ext cx="5773460" cy="1005094"/>
      </dsp:txXfrm>
    </dsp:sp>
    <dsp:sp modelId="{8EA448F5-07BF-4BD9-845F-00A306665346}">
      <dsp:nvSpPr>
        <dsp:cNvPr id="0" name=""/>
        <dsp:cNvSpPr/>
      </dsp:nvSpPr>
      <dsp:spPr>
        <a:xfrm>
          <a:off x="0" y="2429798"/>
          <a:ext cx="5882206" cy="1113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Long term Estrogen can cause Testicular damage</a:t>
          </a:r>
        </a:p>
      </dsp:txBody>
      <dsp:txXfrm>
        <a:off x="54373" y="2484171"/>
        <a:ext cx="5773460" cy="1005094"/>
      </dsp:txXfrm>
    </dsp:sp>
    <dsp:sp modelId="{37A1A381-F604-43F4-9EB1-D0921D0D9A4F}">
      <dsp:nvSpPr>
        <dsp:cNvPr id="0" name=""/>
        <dsp:cNvSpPr/>
      </dsp:nvSpPr>
      <dsp:spPr>
        <a:xfrm>
          <a:off x="0" y="3624278"/>
          <a:ext cx="5882206" cy="1113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Do Sperm Banking                           before Starting Hormones </a:t>
          </a:r>
        </a:p>
      </dsp:txBody>
      <dsp:txXfrm>
        <a:off x="54373" y="3678651"/>
        <a:ext cx="5773460" cy="1005094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1312AC-DAB1-4A7C-815B-9D27FB28E1FB}">
      <dsp:nvSpPr>
        <dsp:cNvPr id="0" name=""/>
        <dsp:cNvSpPr/>
      </dsp:nvSpPr>
      <dsp:spPr>
        <a:xfrm>
          <a:off x="164279" y="1511572"/>
          <a:ext cx="1311111" cy="131111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24A439-5BE5-4D68-9706-B1275C9AD766}">
      <dsp:nvSpPr>
        <dsp:cNvPr id="0" name=""/>
        <dsp:cNvSpPr/>
      </dsp:nvSpPr>
      <dsp:spPr>
        <a:xfrm>
          <a:off x="439612" y="1786905"/>
          <a:ext cx="760444" cy="7604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43DAD5-90EA-4FEB-B25D-91B159057E53}">
      <dsp:nvSpPr>
        <dsp:cNvPr id="0" name=""/>
        <dsp:cNvSpPr/>
      </dsp:nvSpPr>
      <dsp:spPr>
        <a:xfrm>
          <a:off x="1756343" y="1511572"/>
          <a:ext cx="3090478" cy="13111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No need to stop Hormone therapy </a:t>
          </a:r>
        </a:p>
      </dsp:txBody>
      <dsp:txXfrm>
        <a:off x="1756343" y="1511572"/>
        <a:ext cx="3090478" cy="1311111"/>
      </dsp:txXfrm>
    </dsp:sp>
    <dsp:sp modelId="{3B1F747F-5112-48BC-BFE5-1D4E01948315}">
      <dsp:nvSpPr>
        <dsp:cNvPr id="0" name=""/>
        <dsp:cNvSpPr/>
      </dsp:nvSpPr>
      <dsp:spPr>
        <a:xfrm>
          <a:off x="5385314" y="1511572"/>
          <a:ext cx="1311111" cy="131111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6044D2-89E4-418D-AA5F-F4C3A1DBA0D8}">
      <dsp:nvSpPr>
        <dsp:cNvPr id="0" name=""/>
        <dsp:cNvSpPr/>
      </dsp:nvSpPr>
      <dsp:spPr>
        <a:xfrm>
          <a:off x="5660647" y="1786905"/>
          <a:ext cx="760444" cy="7604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ADDDCE-9B4B-4D5A-9630-8A736961756B}">
      <dsp:nvSpPr>
        <dsp:cNvPr id="0" name=""/>
        <dsp:cNvSpPr/>
      </dsp:nvSpPr>
      <dsp:spPr>
        <a:xfrm>
          <a:off x="6977378" y="1511572"/>
          <a:ext cx="3090478" cy="13111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Before or After Surgery </a:t>
          </a:r>
        </a:p>
      </dsp:txBody>
      <dsp:txXfrm>
        <a:off x="6977378" y="1511572"/>
        <a:ext cx="3090478" cy="1311111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F625D6-ACFE-4D6F-9EBE-86E7EF953E55}">
      <dsp:nvSpPr>
        <dsp:cNvPr id="0" name=""/>
        <dsp:cNvSpPr/>
      </dsp:nvSpPr>
      <dsp:spPr>
        <a:xfrm>
          <a:off x="0" y="9640"/>
          <a:ext cx="7051637" cy="122023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Necessary if Gender incongruence is present</a:t>
          </a:r>
        </a:p>
      </dsp:txBody>
      <dsp:txXfrm>
        <a:off x="59567" y="69207"/>
        <a:ext cx="6932503" cy="1101102"/>
      </dsp:txXfrm>
    </dsp:sp>
    <dsp:sp modelId="{7855E1BE-3E08-4B87-B5A5-9DAD21F07B96}">
      <dsp:nvSpPr>
        <dsp:cNvPr id="0" name=""/>
        <dsp:cNvSpPr/>
      </dsp:nvSpPr>
      <dsp:spPr>
        <a:xfrm>
          <a:off x="0" y="1293237"/>
          <a:ext cx="7051637" cy="122023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Consider Vaginal hysterectomy</a:t>
          </a:r>
        </a:p>
      </dsp:txBody>
      <dsp:txXfrm>
        <a:off x="59567" y="1352804"/>
        <a:ext cx="6932503" cy="1101102"/>
      </dsp:txXfrm>
    </dsp:sp>
    <dsp:sp modelId="{CCB2193D-7577-4210-8986-C7CB9A107161}">
      <dsp:nvSpPr>
        <dsp:cNvPr id="0" name=""/>
        <dsp:cNvSpPr/>
      </dsp:nvSpPr>
      <dsp:spPr>
        <a:xfrm>
          <a:off x="0" y="2576834"/>
          <a:ext cx="7051637" cy="122023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Ovarian removal depends on Fertility desire /Pt choice       </a:t>
          </a:r>
        </a:p>
      </dsp:txBody>
      <dsp:txXfrm>
        <a:off x="59567" y="2636401"/>
        <a:ext cx="6932503" cy="1101102"/>
      </dsp:txXfrm>
    </dsp:sp>
    <dsp:sp modelId="{DC91C1C1-FA47-45F4-A4F5-2C8EDF847AB9}">
      <dsp:nvSpPr>
        <dsp:cNvPr id="0" name=""/>
        <dsp:cNvSpPr/>
      </dsp:nvSpPr>
      <dsp:spPr>
        <a:xfrm>
          <a:off x="0" y="3860431"/>
          <a:ext cx="7051637" cy="122023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Cardiovascular Health:                                                                                                         No studies have found increased Cardiovascular risk in the Transmasculine </a:t>
          </a:r>
        </a:p>
      </dsp:txBody>
      <dsp:txXfrm>
        <a:off x="59567" y="3919998"/>
        <a:ext cx="6932503" cy="1101102"/>
      </dsp:txXfrm>
    </dsp:sp>
    <dsp:sp modelId="{D6C949ED-B2D2-44A6-8FF4-BEAAD54137B1}">
      <dsp:nvSpPr>
        <dsp:cNvPr id="0" name=""/>
        <dsp:cNvSpPr/>
      </dsp:nvSpPr>
      <dsp:spPr>
        <a:xfrm>
          <a:off x="0" y="5144028"/>
          <a:ext cx="7051637" cy="122023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Bone Health:                                                                                         Testosterone can prevent Bone demineralization</a:t>
          </a:r>
        </a:p>
      </dsp:txBody>
      <dsp:txXfrm>
        <a:off x="59567" y="5203595"/>
        <a:ext cx="6932503" cy="1101102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0B1F26-1344-45E7-9DFC-5A021279B3FC}">
      <dsp:nvSpPr>
        <dsp:cNvPr id="0" name=""/>
        <dsp:cNvSpPr/>
      </dsp:nvSpPr>
      <dsp:spPr>
        <a:xfrm>
          <a:off x="0" y="18873"/>
          <a:ext cx="5946212" cy="52767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Mental Health</a:t>
          </a:r>
        </a:p>
      </dsp:txBody>
      <dsp:txXfrm>
        <a:off x="25759" y="44632"/>
        <a:ext cx="5894694" cy="476152"/>
      </dsp:txXfrm>
    </dsp:sp>
    <dsp:sp modelId="{CDDC3E1B-F588-45D9-8949-922C1C6AEB24}">
      <dsp:nvSpPr>
        <dsp:cNvPr id="0" name=""/>
        <dsp:cNvSpPr/>
      </dsp:nvSpPr>
      <dsp:spPr>
        <a:xfrm>
          <a:off x="0" y="609903"/>
          <a:ext cx="5946212" cy="52767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Screen for Intimate Partner Violence</a:t>
          </a:r>
        </a:p>
      </dsp:txBody>
      <dsp:txXfrm>
        <a:off x="25759" y="635662"/>
        <a:ext cx="5894694" cy="476152"/>
      </dsp:txXfrm>
    </dsp:sp>
    <dsp:sp modelId="{FA46B6D5-A781-49C2-9CEF-B231FD9FBF80}">
      <dsp:nvSpPr>
        <dsp:cNvPr id="0" name=""/>
        <dsp:cNvSpPr/>
      </dsp:nvSpPr>
      <dsp:spPr>
        <a:xfrm>
          <a:off x="0" y="1200933"/>
          <a:ext cx="5946212" cy="52767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Depression</a:t>
          </a:r>
        </a:p>
      </dsp:txBody>
      <dsp:txXfrm>
        <a:off x="25759" y="1226692"/>
        <a:ext cx="5894694" cy="476152"/>
      </dsp:txXfrm>
    </dsp:sp>
    <dsp:sp modelId="{AF8DDB84-6C23-4ABB-93FB-41D4AB414C69}">
      <dsp:nvSpPr>
        <dsp:cNvPr id="0" name=""/>
        <dsp:cNvSpPr/>
      </dsp:nvSpPr>
      <dsp:spPr>
        <a:xfrm>
          <a:off x="0" y="1791963"/>
          <a:ext cx="5946212" cy="52767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Substance Abuse</a:t>
          </a:r>
        </a:p>
      </dsp:txBody>
      <dsp:txXfrm>
        <a:off x="25759" y="1817722"/>
        <a:ext cx="5894694" cy="476152"/>
      </dsp:txXfrm>
    </dsp:sp>
    <dsp:sp modelId="{9AFCA39E-AFC3-43C0-B8CA-B3F883511D9B}">
      <dsp:nvSpPr>
        <dsp:cNvPr id="0" name=""/>
        <dsp:cNvSpPr/>
      </dsp:nvSpPr>
      <dsp:spPr>
        <a:xfrm>
          <a:off x="0" y="2382993"/>
          <a:ext cx="5946212" cy="52767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Cancer</a:t>
          </a:r>
        </a:p>
      </dsp:txBody>
      <dsp:txXfrm>
        <a:off x="25759" y="2408752"/>
        <a:ext cx="5894694" cy="476152"/>
      </dsp:txXfrm>
    </dsp:sp>
    <dsp:sp modelId="{01FFB68C-C5E9-4B1A-B7FA-332D13E70398}">
      <dsp:nvSpPr>
        <dsp:cNvPr id="0" name=""/>
        <dsp:cNvSpPr/>
      </dsp:nvSpPr>
      <dsp:spPr>
        <a:xfrm>
          <a:off x="0" y="2974023"/>
          <a:ext cx="5946212" cy="52767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STD screening</a:t>
          </a:r>
        </a:p>
      </dsp:txBody>
      <dsp:txXfrm>
        <a:off x="25759" y="2999782"/>
        <a:ext cx="5894694" cy="476152"/>
      </dsp:txXfrm>
    </dsp:sp>
    <dsp:sp modelId="{1BDDB5A7-F1A6-492B-97E7-26F97DDAE109}">
      <dsp:nvSpPr>
        <dsp:cNvPr id="0" name=""/>
        <dsp:cNvSpPr/>
      </dsp:nvSpPr>
      <dsp:spPr>
        <a:xfrm>
          <a:off x="0" y="3565053"/>
          <a:ext cx="5946212" cy="52767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Immunization –including HPV</a:t>
          </a:r>
        </a:p>
      </dsp:txBody>
      <dsp:txXfrm>
        <a:off x="25759" y="3590812"/>
        <a:ext cx="5894694" cy="476152"/>
      </dsp:txXfrm>
    </dsp:sp>
    <dsp:sp modelId="{D9699888-1B16-43F4-9AFF-67CB589D373B}">
      <dsp:nvSpPr>
        <dsp:cNvPr id="0" name=""/>
        <dsp:cNvSpPr/>
      </dsp:nvSpPr>
      <dsp:spPr>
        <a:xfrm>
          <a:off x="0" y="4156083"/>
          <a:ext cx="5946212" cy="52767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 </a:t>
          </a:r>
          <a:r>
            <a:rPr lang="en-US" sz="2200" kern="1200" dirty="0">
              <a:solidFill>
                <a:srgbClr val="FF0000"/>
              </a:solidFill>
            </a:rPr>
            <a:t>40% </a:t>
          </a:r>
          <a:r>
            <a:rPr lang="en-US" sz="2200" kern="1200" dirty="0"/>
            <a:t>of Transgender pts – Attempt Suicide</a:t>
          </a:r>
        </a:p>
      </dsp:txBody>
      <dsp:txXfrm>
        <a:off x="25759" y="4181842"/>
        <a:ext cx="5894694" cy="476152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749B6F-103E-41BF-8FE6-16D5FC170AD0}">
      <dsp:nvSpPr>
        <dsp:cNvPr id="0" name=""/>
        <dsp:cNvSpPr/>
      </dsp:nvSpPr>
      <dsp:spPr>
        <a:xfrm>
          <a:off x="0" y="4484"/>
          <a:ext cx="6249271" cy="8985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Cancer Screening:</a:t>
          </a:r>
        </a:p>
      </dsp:txBody>
      <dsp:txXfrm>
        <a:off x="43864" y="48348"/>
        <a:ext cx="6161543" cy="810832"/>
      </dsp:txXfrm>
    </dsp:sp>
    <dsp:sp modelId="{932B387E-F7F5-4AF5-A96E-17E8CC414FA9}">
      <dsp:nvSpPr>
        <dsp:cNvPr id="0" name=""/>
        <dsp:cNvSpPr/>
      </dsp:nvSpPr>
      <dsp:spPr>
        <a:xfrm>
          <a:off x="0" y="903044"/>
          <a:ext cx="6249271" cy="794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414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>
              <a:solidFill>
                <a:schemeClr val="bg1"/>
              </a:solidFill>
            </a:rPr>
            <a:t>A Neovagina doesn’t need Cervical ca screen</a:t>
          </a:r>
        </a:p>
      </dsp:txBody>
      <dsp:txXfrm>
        <a:off x="0" y="903044"/>
        <a:ext cx="6249271" cy="794880"/>
      </dsp:txXfrm>
    </dsp:sp>
    <dsp:sp modelId="{0734F1C7-D502-41BE-A96B-E0750E4AAA88}">
      <dsp:nvSpPr>
        <dsp:cNvPr id="0" name=""/>
        <dsp:cNvSpPr/>
      </dsp:nvSpPr>
      <dsp:spPr>
        <a:xfrm>
          <a:off x="0" y="1697924"/>
          <a:ext cx="6249271" cy="8985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Prostate Cancer screening:</a:t>
          </a:r>
        </a:p>
      </dsp:txBody>
      <dsp:txXfrm>
        <a:off x="43864" y="1741788"/>
        <a:ext cx="6161543" cy="810832"/>
      </dsp:txXfrm>
    </dsp:sp>
    <dsp:sp modelId="{3D20B2DB-80B3-4267-A656-ECC72CB73B01}">
      <dsp:nvSpPr>
        <dsp:cNvPr id="0" name=""/>
        <dsp:cNvSpPr/>
      </dsp:nvSpPr>
      <dsp:spPr>
        <a:xfrm>
          <a:off x="0" y="2596484"/>
          <a:ext cx="6249271" cy="794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414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>
              <a:solidFill>
                <a:schemeClr val="bg1"/>
              </a:solidFill>
            </a:rPr>
            <a:t>Higher risk: Hormone therapy after Age 50</a:t>
          </a:r>
        </a:p>
      </dsp:txBody>
      <dsp:txXfrm>
        <a:off x="0" y="2596484"/>
        <a:ext cx="6249271" cy="794880"/>
      </dsp:txXfrm>
    </dsp:sp>
    <dsp:sp modelId="{A9F26F28-84F6-4FB3-8FFD-A6451E44B2DC}">
      <dsp:nvSpPr>
        <dsp:cNvPr id="0" name=""/>
        <dsp:cNvSpPr/>
      </dsp:nvSpPr>
      <dsp:spPr>
        <a:xfrm>
          <a:off x="0" y="3391364"/>
          <a:ext cx="6249271" cy="8985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Breast Cancer screening</a:t>
          </a:r>
        </a:p>
      </dsp:txBody>
      <dsp:txXfrm>
        <a:off x="43864" y="3435228"/>
        <a:ext cx="6161543" cy="810832"/>
      </dsp:txXfrm>
    </dsp:sp>
    <dsp:sp modelId="{A4420AAA-BE21-497F-A3D9-C7EA612E1C0B}">
      <dsp:nvSpPr>
        <dsp:cNvPr id="0" name=""/>
        <dsp:cNvSpPr/>
      </dsp:nvSpPr>
      <dsp:spPr>
        <a:xfrm>
          <a:off x="0" y="4289924"/>
          <a:ext cx="6249271" cy="794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414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>
              <a:solidFill>
                <a:schemeClr val="bg1"/>
              </a:solidFill>
            </a:rPr>
            <a:t>After Age 50 + 5 yrs- Feminizing hormones</a:t>
          </a:r>
        </a:p>
      </dsp:txBody>
      <dsp:txXfrm>
        <a:off x="0" y="4289924"/>
        <a:ext cx="6249271" cy="794880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FFD5DE-D323-46BB-BFAE-0642622BE5CE}">
      <dsp:nvSpPr>
        <dsp:cNvPr id="0" name=""/>
        <dsp:cNvSpPr/>
      </dsp:nvSpPr>
      <dsp:spPr>
        <a:xfrm>
          <a:off x="0" y="92852"/>
          <a:ext cx="6040242" cy="7675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Breast </a:t>
          </a:r>
          <a:r>
            <a:rPr lang="en-US" sz="3200" kern="1200"/>
            <a:t>cancer screening</a:t>
          </a:r>
          <a:endParaRPr lang="en-US" sz="3200" kern="1200" dirty="0"/>
        </a:p>
      </dsp:txBody>
      <dsp:txXfrm>
        <a:off x="37467" y="130319"/>
        <a:ext cx="5965308" cy="692586"/>
      </dsp:txXfrm>
    </dsp:sp>
    <dsp:sp modelId="{50EC18AB-9145-46C9-B216-84359CD32B00}">
      <dsp:nvSpPr>
        <dsp:cNvPr id="0" name=""/>
        <dsp:cNvSpPr/>
      </dsp:nvSpPr>
      <dsp:spPr>
        <a:xfrm>
          <a:off x="0" y="860372"/>
          <a:ext cx="6040242" cy="1225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1778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 dirty="0" err="1">
              <a:solidFill>
                <a:schemeClr val="bg1"/>
              </a:solidFill>
            </a:rPr>
            <a:t>Hx</a:t>
          </a:r>
          <a:r>
            <a:rPr lang="en-US" sz="2500" kern="1200" dirty="0">
              <a:solidFill>
                <a:schemeClr val="bg1"/>
              </a:solidFill>
            </a:rPr>
            <a:t> mastectomy vs Breast reduction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 dirty="0">
              <a:solidFill>
                <a:schemeClr val="bg1"/>
              </a:solidFill>
            </a:rPr>
            <a:t>Genetic counseling-Fam </a:t>
          </a:r>
          <a:r>
            <a:rPr lang="en-US" sz="2500" kern="1200" dirty="0" err="1">
              <a:solidFill>
                <a:schemeClr val="bg1"/>
              </a:solidFill>
            </a:rPr>
            <a:t>hx</a:t>
          </a:r>
          <a:r>
            <a:rPr lang="en-US" sz="2500" kern="1200" dirty="0">
              <a:solidFill>
                <a:schemeClr val="bg1"/>
              </a:solidFill>
            </a:rPr>
            <a:t>  Breast/Ovarian ca</a:t>
          </a:r>
        </a:p>
      </dsp:txBody>
      <dsp:txXfrm>
        <a:off x="0" y="860372"/>
        <a:ext cx="6040242" cy="1225440"/>
      </dsp:txXfrm>
    </dsp:sp>
    <dsp:sp modelId="{9C102F68-7C65-457A-B7BD-27CC38A74547}">
      <dsp:nvSpPr>
        <dsp:cNvPr id="0" name=""/>
        <dsp:cNvSpPr/>
      </dsp:nvSpPr>
      <dsp:spPr>
        <a:xfrm>
          <a:off x="0" y="2085812"/>
          <a:ext cx="6040242" cy="7675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Cervical cancer screening   </a:t>
          </a:r>
        </a:p>
      </dsp:txBody>
      <dsp:txXfrm>
        <a:off x="37467" y="2123279"/>
        <a:ext cx="5965308" cy="692586"/>
      </dsp:txXfrm>
    </dsp:sp>
    <dsp:sp modelId="{1D328E6D-5188-4B73-B356-707DF4D58D10}">
      <dsp:nvSpPr>
        <dsp:cNvPr id="0" name=""/>
        <dsp:cNvSpPr/>
      </dsp:nvSpPr>
      <dsp:spPr>
        <a:xfrm>
          <a:off x="0" y="2853332"/>
          <a:ext cx="6040242" cy="861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1778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 dirty="0">
              <a:solidFill>
                <a:schemeClr val="bg1"/>
              </a:solidFill>
            </a:rPr>
            <a:t>Self collection (&gt;Age 30)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 dirty="0">
              <a:solidFill>
                <a:schemeClr val="bg1"/>
              </a:solidFill>
            </a:rPr>
            <a:t>Primary HPV testing</a:t>
          </a:r>
        </a:p>
      </dsp:txBody>
      <dsp:txXfrm>
        <a:off x="0" y="2853332"/>
        <a:ext cx="6040242" cy="861120"/>
      </dsp:txXfrm>
    </dsp:sp>
    <dsp:sp modelId="{9E758A55-8314-4C71-97ED-3AD8816931A4}">
      <dsp:nvSpPr>
        <dsp:cNvPr id="0" name=""/>
        <dsp:cNvSpPr/>
      </dsp:nvSpPr>
      <dsp:spPr>
        <a:xfrm>
          <a:off x="0" y="3714452"/>
          <a:ext cx="6040242" cy="7675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Uterine Ca Screening:</a:t>
          </a:r>
        </a:p>
      </dsp:txBody>
      <dsp:txXfrm>
        <a:off x="37467" y="3751919"/>
        <a:ext cx="5965308" cy="692586"/>
      </dsp:txXfrm>
    </dsp:sp>
    <dsp:sp modelId="{8DCBF715-A02C-4E2B-8F96-E56AB8BACBB1}">
      <dsp:nvSpPr>
        <dsp:cNvPr id="0" name=""/>
        <dsp:cNvSpPr/>
      </dsp:nvSpPr>
      <dsp:spPr>
        <a:xfrm>
          <a:off x="0" y="4481972"/>
          <a:ext cx="6040242" cy="861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1778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 dirty="0">
              <a:solidFill>
                <a:schemeClr val="bg1"/>
              </a:solidFill>
            </a:rPr>
            <a:t>Not needed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 dirty="0">
              <a:solidFill>
                <a:schemeClr val="bg1"/>
              </a:solidFill>
            </a:rPr>
            <a:t>Endometrium atrophic with Testosterone</a:t>
          </a:r>
        </a:p>
      </dsp:txBody>
      <dsp:txXfrm>
        <a:off x="0" y="4481972"/>
        <a:ext cx="6040242" cy="861120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028DC2-115B-4AC5-A6B6-E2C757A0C57B}">
      <dsp:nvSpPr>
        <dsp:cNvPr id="0" name=""/>
        <dsp:cNvSpPr/>
      </dsp:nvSpPr>
      <dsp:spPr>
        <a:xfrm>
          <a:off x="0" y="479133"/>
          <a:ext cx="6500302" cy="64759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kern="1200" baseline="0" dirty="0"/>
            <a:t>1. Consider Sex assigned at Birth + Anatomy</a:t>
          </a:r>
          <a:endParaRPr lang="en-US" sz="2700" kern="1200" dirty="0"/>
        </a:p>
      </dsp:txBody>
      <dsp:txXfrm>
        <a:off x="31613" y="510746"/>
        <a:ext cx="6437076" cy="584369"/>
      </dsp:txXfrm>
    </dsp:sp>
    <dsp:sp modelId="{CA3E0081-17B7-4BEA-AB29-E935826776D3}">
      <dsp:nvSpPr>
        <dsp:cNvPr id="0" name=""/>
        <dsp:cNvSpPr/>
      </dsp:nvSpPr>
      <dsp:spPr>
        <a:xfrm>
          <a:off x="0" y="1204488"/>
          <a:ext cx="6500302" cy="64759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kern="1200" baseline="0"/>
            <a:t>2. Length of Hormone use</a:t>
          </a:r>
          <a:endParaRPr lang="en-US" sz="2700" kern="1200"/>
        </a:p>
      </dsp:txBody>
      <dsp:txXfrm>
        <a:off x="31613" y="1236101"/>
        <a:ext cx="6437076" cy="584369"/>
      </dsp:txXfrm>
    </dsp:sp>
    <dsp:sp modelId="{BF18586A-41A9-4ABB-A910-5BA8EE7C2A32}">
      <dsp:nvSpPr>
        <dsp:cNvPr id="0" name=""/>
        <dsp:cNvSpPr/>
      </dsp:nvSpPr>
      <dsp:spPr>
        <a:xfrm>
          <a:off x="0" y="1929844"/>
          <a:ext cx="6500302" cy="64759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kern="1200" baseline="0"/>
            <a:t>3. Type of Hormone regimen</a:t>
          </a:r>
          <a:endParaRPr lang="en-US" sz="2700" kern="1200"/>
        </a:p>
      </dsp:txBody>
      <dsp:txXfrm>
        <a:off x="31613" y="1961457"/>
        <a:ext cx="6437076" cy="584369"/>
      </dsp:txXfrm>
    </dsp:sp>
    <dsp:sp modelId="{893BFB6B-7245-412F-91EA-F2F9CF4BE923}">
      <dsp:nvSpPr>
        <dsp:cNvPr id="0" name=""/>
        <dsp:cNvSpPr/>
      </dsp:nvSpPr>
      <dsp:spPr>
        <a:xfrm>
          <a:off x="0" y="2655199"/>
          <a:ext cx="6500302" cy="64759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kern="1200" baseline="0" dirty="0"/>
            <a:t>4. Switch to Transdermal Estrogen</a:t>
          </a:r>
          <a:endParaRPr lang="en-US" sz="2700" kern="1200" dirty="0"/>
        </a:p>
      </dsp:txBody>
      <dsp:txXfrm>
        <a:off x="31613" y="2686812"/>
        <a:ext cx="6437076" cy="584369"/>
      </dsp:txXfrm>
    </dsp:sp>
    <dsp:sp modelId="{0F848A43-19F6-4D3F-8BCB-FA66A3CFAA9A}">
      <dsp:nvSpPr>
        <dsp:cNvPr id="0" name=""/>
        <dsp:cNvSpPr/>
      </dsp:nvSpPr>
      <dsp:spPr>
        <a:xfrm>
          <a:off x="0" y="3380554"/>
          <a:ext cx="6500302" cy="64759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kern="1200" baseline="0"/>
            <a:t>5. Lifelong Anticoagulation -VTE </a:t>
          </a:r>
          <a:r>
            <a:rPr lang="en-US" sz="2700" kern="1200"/>
            <a:t>H</a:t>
          </a:r>
          <a:r>
            <a:rPr lang="en-US" sz="2700" b="0" i="0" kern="1200" baseline="0"/>
            <a:t>x</a:t>
          </a:r>
          <a:endParaRPr lang="en-US" sz="2700" kern="1200"/>
        </a:p>
      </dsp:txBody>
      <dsp:txXfrm>
        <a:off x="31613" y="3412167"/>
        <a:ext cx="6437076" cy="584369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42FC9C-4788-458B-B284-E6480669B760}">
      <dsp:nvSpPr>
        <dsp:cNvPr id="0" name=""/>
        <dsp:cNvSpPr/>
      </dsp:nvSpPr>
      <dsp:spPr>
        <a:xfrm>
          <a:off x="0" y="30896"/>
          <a:ext cx="4807131" cy="1216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BREAST CANCER RISKS:</a:t>
          </a:r>
        </a:p>
      </dsp:txBody>
      <dsp:txXfrm>
        <a:off x="59399" y="90295"/>
        <a:ext cx="4688333" cy="1098002"/>
      </dsp:txXfrm>
    </dsp:sp>
    <dsp:sp modelId="{3A7353D6-846F-4AD1-8B37-BDCC6E3DCCEA}">
      <dsp:nvSpPr>
        <dsp:cNvPr id="0" name=""/>
        <dsp:cNvSpPr/>
      </dsp:nvSpPr>
      <dsp:spPr>
        <a:xfrm>
          <a:off x="0" y="1247696"/>
          <a:ext cx="4807131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626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>
              <a:solidFill>
                <a:schemeClr val="bg1"/>
              </a:solidFill>
            </a:rPr>
            <a:t>Same guidelines as Cisgender</a:t>
          </a:r>
        </a:p>
      </dsp:txBody>
      <dsp:txXfrm>
        <a:off x="0" y="1247696"/>
        <a:ext cx="4807131" cy="1076400"/>
      </dsp:txXfrm>
    </dsp:sp>
    <dsp:sp modelId="{4F335FBB-A09B-450C-A262-0D872ADAB194}">
      <dsp:nvSpPr>
        <dsp:cNvPr id="0" name=""/>
        <dsp:cNvSpPr/>
      </dsp:nvSpPr>
      <dsp:spPr>
        <a:xfrm>
          <a:off x="0" y="2324096"/>
          <a:ext cx="4807131" cy="1216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CAVEATS:</a:t>
          </a:r>
        </a:p>
      </dsp:txBody>
      <dsp:txXfrm>
        <a:off x="59399" y="2383495"/>
        <a:ext cx="4688333" cy="1098002"/>
      </dsp:txXfrm>
    </dsp:sp>
    <dsp:sp modelId="{8116F9AE-994F-427F-97E6-7C06706592C8}">
      <dsp:nvSpPr>
        <dsp:cNvPr id="0" name=""/>
        <dsp:cNvSpPr/>
      </dsp:nvSpPr>
      <dsp:spPr>
        <a:xfrm>
          <a:off x="0" y="3540896"/>
          <a:ext cx="4807131" cy="1648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626" tIns="35560" rIns="199136" bIns="3556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 dirty="0">
              <a:solidFill>
                <a:schemeClr val="bg1"/>
              </a:solidFill>
            </a:rPr>
            <a:t>1</a:t>
          </a:r>
          <a:r>
            <a:rPr lang="en-US" sz="2400" kern="1200" dirty="0">
              <a:solidFill>
                <a:schemeClr val="bg1"/>
              </a:solidFill>
            </a:rPr>
            <a:t>. Current Estrogen dosage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>
              <a:solidFill>
                <a:schemeClr val="bg1"/>
              </a:solidFill>
            </a:rPr>
            <a:t>2. When were Hormones started?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>
              <a:solidFill>
                <a:schemeClr val="bg1"/>
              </a:solidFill>
            </a:rPr>
            <a:t>3. </a:t>
          </a:r>
          <a:r>
            <a:rPr lang="en-US" sz="2400" kern="1200" dirty="0" err="1">
              <a:solidFill>
                <a:schemeClr val="bg1"/>
              </a:solidFill>
            </a:rPr>
            <a:t>Hx</a:t>
          </a:r>
          <a:r>
            <a:rPr lang="en-US" sz="2400" kern="1200" dirty="0">
              <a:solidFill>
                <a:schemeClr val="bg1"/>
              </a:solidFill>
            </a:rPr>
            <a:t>-Augmentation Mammoplasty?</a:t>
          </a:r>
        </a:p>
      </dsp:txBody>
      <dsp:txXfrm>
        <a:off x="0" y="3540896"/>
        <a:ext cx="4807131" cy="16482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5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#11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#1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1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7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#1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#4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#4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3d4#2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#20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#4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#2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#2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#5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#5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#7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3d4#3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#11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#2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#3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#3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#3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#3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2#1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3#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#3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#3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#30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#8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4#2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421A8F-8AA6-41AF-8E2E-EE9A59E9DFAB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C8789B-A5DF-407F-B05A-4DB1A0A99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346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A2F7AE-2EA7-4D84-8E0E-BA15E21EC30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3037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A2F7AE-2EA7-4D84-8E0E-BA15E21EC30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7320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1F7C9-5002-DFF1-C897-37DA728C55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0F2C7D-99B8-2CB1-CB9A-F6FF86BE2E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981F9-5B33-38B3-6A04-29AD85558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D0C1E-57FA-4CE4-AEDA-62AA61A4223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89ECC2-6F3D-5F19-90CB-7F860F261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39340-A859-E5C6-9720-DB530D1A9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823F8-B1FB-4B1A-82AB-9BA290123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947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6890D-6195-011D-228E-6F20A4D81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0B654-F26F-C5E0-CD9C-35C5E351E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F1E14-CE2F-D17C-EF86-18F2D4CE6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D0C1E-57FA-4CE4-AEDA-62AA61A4223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D6CBE-76D5-BC0B-08E9-D4254E34A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B5F1D-3CD8-D4E7-58A3-8163D67CC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823F8-B1FB-4B1A-82AB-9BA290123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587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6082A-1A94-4D1B-4699-0CB29303E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49F0D-3911-32C2-0B1E-A9B8250B8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17385-6E2B-ECEF-E2E6-7C4AE34D0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D0C1E-57FA-4CE4-AEDA-62AA61A4223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4DBC9-A957-48B3-68EC-F8441C9B8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74994-71BC-8A49-18E3-90A2AF21F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823F8-B1FB-4B1A-82AB-9BA290123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963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AB8C4-15DD-F814-E8E3-54EB11E50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23B09-768B-1C9D-9771-D0852646C1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274977-8ADA-DA9A-096B-262D139F2D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ED36E5-7581-027B-FCFE-EAB4C1C3A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D0C1E-57FA-4CE4-AEDA-62AA61A4223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090921-F7CB-EBBF-4CAD-76C471D95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5084F7-C91F-00FF-C718-463394BC5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823F8-B1FB-4B1A-82AB-9BA290123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977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72D78-9124-C7D6-84EA-0D0A04215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4B3849-0A20-C9E6-FA0E-D6922FD8E8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368437-39A2-826E-BA3F-1208FD8FB1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F8A4CB-AD84-E2DC-A41C-9991172BDD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0920C0-CE20-2BC9-ED9E-E542ECC6E4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D2B146-663D-4265-20DA-DB56B6729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D0C1E-57FA-4CE4-AEDA-62AA61A4223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D19422-4742-F4E3-B195-6608549F8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44D29D-E7A3-733E-99B7-1302CF2E4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823F8-B1FB-4B1A-82AB-9BA290123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724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5E4CB-31FB-3840-EF4B-E38D18ADF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D58A41-BBA3-DDB9-F67A-FD467668E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D0C1E-57FA-4CE4-AEDA-62AA61A4223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49C8B6-C236-0FB5-DACB-A1694F4B9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317249-DCE3-356E-ABE8-F2A67FBF7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823F8-B1FB-4B1A-82AB-9BA290123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279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F9EF98-8F80-5597-3796-90522984D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D0C1E-57FA-4CE4-AEDA-62AA61A4223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C1C098-4A69-E545-3632-A10AFC617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049A3-6B6A-9389-D468-98BD1CB98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823F8-B1FB-4B1A-82AB-9BA290123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825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58A5F-25B1-9B16-F605-186BFD7A8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7601B-3677-0A58-7B26-1589C71BFF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FD965-753C-E057-044E-0F96792AAD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420091-148E-3460-F4C3-D076970DD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D0C1E-57FA-4CE4-AEDA-62AA61A4223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E99B48-49C5-4650-AD4A-819BB2799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02FF9E-321D-9EE8-CA4D-9231579F3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823F8-B1FB-4B1A-82AB-9BA290123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286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FF32B-6D80-B91B-1789-90D3A11C3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4D0745-C545-4F99-8A6A-E54DCDFD65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C577BF-5AB0-4DC3-DE74-757ABAB202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D1D320-C2F7-9610-5795-0A5D8666E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D0C1E-57FA-4CE4-AEDA-62AA61A4223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043E51-9C56-0C51-E606-1B0C24853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40359A-AEC9-0269-04EB-9F529F83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823F8-B1FB-4B1A-82AB-9BA290123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538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BF3FC-364E-6BAC-35F2-C6CCF2836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431D5D-8494-F583-36A5-125B5783DD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89A48-B749-7180-B3BF-CE0BF6DF9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D0C1E-57FA-4CE4-AEDA-62AA61A4223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5F837-F7CC-2867-49A8-EB800D99D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FE816-787C-3C88-5B2B-691DE024B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823F8-B1FB-4B1A-82AB-9BA290123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625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C587BF-DB43-AAD4-DBBC-0EB3EDA392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1D8891-2B66-1124-9E30-E85A90554F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C3672-F474-FBDC-0556-F73B42AEE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D0C1E-57FA-4CE4-AEDA-62AA61A4223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BA3ED-39B5-70A9-A4C5-F9244137F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F652A-1394-2D60-2819-4A120722A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823F8-B1FB-4B1A-82AB-9BA290123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976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5DB49-8F1A-41E8-8BB9-6DF89D056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D0885-EE72-408E-94F3-F5C5AED69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2EADFB-8AF9-45AA-BC47-5E74AA40D7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8374EF-FBD9-4260-A21A-F7A90AAEC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3C78C-23AE-426A-A727-D3E3467EEEAF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0BF3FC-81BE-41CF-B375-2F2E0FCAA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BBC7C3-E075-417D-B816-4945A8835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5B5EE-FFFD-4700-BEE6-F3925281AF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5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660772-1690-4C2C-ABAF-6B4A26905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3C78C-23AE-426A-A727-D3E3467EEEAF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53F925-BE39-4536-9FA2-6AC2F7A6A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AD056F-FDC7-405E-99F6-54A36842A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5B5EE-FFFD-4700-BEE6-F3925281AF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92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00412-8217-405C-BB1E-772697FBB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F2B69-B959-4C61-9161-86CB32FCD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11ED0-72A7-4DA5-A6A3-352CA091B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3C78C-23AE-426A-A727-D3E3467EEEAF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3E816-52D5-4805-B0EE-884F28641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639DB-B60E-4A23-ABD1-BB5987E71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5B5EE-FFFD-4700-BEE6-F3925281AF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020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799D3-4D99-48E8-89F4-CEB9833F1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DEB1F-902C-4DBE-9644-B7B43A9B3D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6B755D-E37F-4EFD-83FE-00602AA5A8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E0DC17-A85D-40A7-8E04-E9D5C34E0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3C78C-23AE-426A-A727-D3E3467EEEAF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01B7E5-AAFA-47AC-9D04-571DB7E35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D46E2E-E4DF-4BCE-AB6D-9BF17C0F0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5B5EE-FFFD-4700-BEE6-F3925281AF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177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11A75-AE80-4500-B25D-6E07E45B9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36452-129B-48F8-9C8E-485622B43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F2233E-C802-4A7F-8FDA-CF3BFE716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3C78C-23AE-426A-A727-D3E3467EEEAF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25785-2059-415B-B589-AE9D4ACCE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1A177-4AA9-48ED-8751-E55EFF064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5B5EE-FFFD-4700-BEE6-F3925281AF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616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4FE25-E3C5-452E-BBE5-A5DC33A81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D39140-AEE7-4BF7-BD9D-84E06C303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3C78C-23AE-426A-A727-D3E3467EEEAF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9AD2B0-17EB-439B-A05E-734B0DCC2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57CA6B-3EF5-4444-92B8-BDCF996F7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5B5EE-FFFD-4700-BEE6-F3925281AF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372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B3B84-8888-484E-9F70-113B84EB6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84581-3365-4D84-AF02-DC3EE2355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7D6755-0E4D-4760-8B23-C2F01BB25C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4DAE7E-A477-4EAC-9D1A-D1BA85A172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8BF46A-6AC1-436D-863C-1191282767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AE235C-01B6-49A6-8715-08E935408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3C78C-23AE-426A-A727-D3E3467EEEAF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E843C1-A087-4E21-B35F-55DDB3966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FBAD88-3561-49D8-B467-66D54766E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5B5EE-FFFD-4700-BEE6-F3925281AF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641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4CBF-1CB3-4FD4-8C7D-6E794752E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309EE6-B2AB-4AD3-A360-375F944E49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2540E-2BFA-4635-B840-32FDFF912E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28217-86C9-4D41-A1E4-77CC4C802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3C78C-23AE-426A-A727-D3E3467EEEAF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8727DA-BDE4-48C7-A57A-1D13E9E6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1BFFEF-6BAD-41A4-A474-A1A5508D6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5B5EE-FFFD-4700-BEE6-F3925281AF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70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4EDB8D-3CF8-FF69-65EF-EE426FDB9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730F69-6F7A-8212-D97C-3DECF396EB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9B835-AE5B-3106-0694-F4343B2248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AD0C1E-57FA-4CE4-AEDA-62AA61A4223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2CEC3A-DEFA-8FE2-633A-98C2E26935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A61F4-675D-C04E-33CE-BF5F39758E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D823F8-B1FB-4B1A-82AB-9BA290123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756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127B26-2414-4F1E-8AA0-63CF07319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4972F5-88EC-4982-87FB-645422782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415B7-DDA3-4B10-B57B-A1D138CF2A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33C78C-23AE-426A-A727-D3E3467EEEAF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18177-7E23-4A96-852D-EBA9356E44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97613-3BC3-4128-96FA-D9D859D86F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25B5EE-FFFD-4700-BEE6-F3925281AF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860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</p:sldLayoutIdLst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www.istockphoto.com/vector/lgbt-community-and-transgender-symbol-icon-gm1010375100-272324976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stockphoto.com/vector/lgbt-community-and-transgender-symbol-icon-gm1010375100-272324976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stockphoto.com/vector/lgbt-community-and-transgender-symbol-icon-gm1010375100-272324976" TargetMode="External"/><Relationship Id="rId3" Type="http://schemas.openxmlformats.org/officeDocument/2006/relationships/diagramLayout" Target="../diagrams/layout2.xml"/><Relationship Id="rId7" Type="http://schemas.openxmlformats.org/officeDocument/2006/relationships/image" Target="../media/image1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ydailynews.com/entertainment/gossip/transgender-actress-laverne-lands-time-cover-article-1.1809861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hyperlink" Target="https://www.istockphoto.com/vector/lgbt-community-and-transgender-symbol-icon-gm1010375100-272324976" TargetMode="External"/><Relationship Id="rId7" Type="http://schemas.openxmlformats.org/officeDocument/2006/relationships/diagramColors" Target="../diagrams/colors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stockphoto.com/vector/lgbt-community-and-transgender-symbol-icon-gm1010375100-272324976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stockphoto.com/vector/lgbt-community-and-transgender-symbol-icon-gm1010375100-272324976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6.jpe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stockphoto.com/vector/lgbt-community-and-transgender-symbol-icon-gm1010375100-272324976" TargetMode="External"/><Relationship Id="rId3" Type="http://schemas.openxmlformats.org/officeDocument/2006/relationships/diagramLayout" Target="../diagrams/layout8.xml"/><Relationship Id="rId7" Type="http://schemas.openxmlformats.org/officeDocument/2006/relationships/image" Target="../media/image8.jpe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.xml"/><Relationship Id="rId3" Type="http://schemas.openxmlformats.org/officeDocument/2006/relationships/diagramLayout" Target="../diagrams/layout9.xml"/><Relationship Id="rId7" Type="http://schemas.openxmlformats.org/officeDocument/2006/relationships/diagramData" Target="../diagrams/data10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9.xml"/><Relationship Id="rId11" Type="http://schemas.microsoft.com/office/2007/relationships/diagramDrawing" Target="../diagrams/drawing10.xml"/><Relationship Id="rId5" Type="http://schemas.openxmlformats.org/officeDocument/2006/relationships/diagramColors" Target="../diagrams/colors9.xml"/><Relationship Id="rId10" Type="http://schemas.openxmlformats.org/officeDocument/2006/relationships/diagramColors" Target="../diagrams/colors10.xml"/><Relationship Id="rId4" Type="http://schemas.openxmlformats.org/officeDocument/2006/relationships/diagramQuickStyle" Target="../diagrams/quickStyle9.xml"/><Relationship Id="rId9" Type="http://schemas.openxmlformats.org/officeDocument/2006/relationships/diagramQuickStyle" Target="../diagrams/quickStyle10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stockphoto.com/vector/lgbt-community-and-transgender-symbol-icon-gm1010375100-272324976" TargetMode="External"/><Relationship Id="rId3" Type="http://schemas.openxmlformats.org/officeDocument/2006/relationships/diagramLayout" Target="../diagrams/layout11.xml"/><Relationship Id="rId7" Type="http://schemas.openxmlformats.org/officeDocument/2006/relationships/image" Target="../media/image1.jpe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stockphoto.com/vector/lgbt-community-and-transgender-symbol-icon-gm1010375100-272324976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brightside.me/wonder-people/8-gorgeous-celebrities-who-underwent-gender-transformations-650110/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calaemploymentlawyer.com/federal-court-rules-that-title-vii-protects-transgender-individuals-from-discrimination-based-on-their-transgender-status/" TargetMode="Externa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calaemploymentlawyer.com/federal-court-rules-that-title-vii-protects-transgender-individuals-from-discrimination-based-on-their-transgender-status/" TargetMode="Externa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terest.com/tman2011/transgender-ftm/" TargetMode="Externa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terest.com/pin/150729918757942055/" TargetMode="Externa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stockphoto.com/vector/lgbt-community-and-transgender-symbol-icon-gm1010375100-272324976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6.xml"/><Relationship Id="rId3" Type="http://schemas.openxmlformats.org/officeDocument/2006/relationships/diagramLayout" Target="../diagrams/layout15.xml"/><Relationship Id="rId7" Type="http://schemas.openxmlformats.org/officeDocument/2006/relationships/diagramData" Target="../diagrams/data16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5.xml"/><Relationship Id="rId11" Type="http://schemas.microsoft.com/office/2007/relationships/diagramDrawing" Target="../diagrams/drawing16.xml"/><Relationship Id="rId5" Type="http://schemas.openxmlformats.org/officeDocument/2006/relationships/diagramColors" Target="../diagrams/colors15.xml"/><Relationship Id="rId10" Type="http://schemas.openxmlformats.org/officeDocument/2006/relationships/diagramColors" Target="../diagrams/colors16.xml"/><Relationship Id="rId4" Type="http://schemas.openxmlformats.org/officeDocument/2006/relationships/diagramQuickStyle" Target="../diagrams/quickStyle15.xml"/><Relationship Id="rId9" Type="http://schemas.openxmlformats.org/officeDocument/2006/relationships/diagramQuickStyle" Target="../diagrams/quickStyle1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7" Type="http://schemas.openxmlformats.org/officeDocument/2006/relationships/image" Target="../media/image16.jpeg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4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3.xml"/><Relationship Id="rId13" Type="http://schemas.microsoft.com/office/2007/relationships/diagramDrawing" Target="../diagrams/drawing24.xml"/><Relationship Id="rId3" Type="http://schemas.openxmlformats.org/officeDocument/2006/relationships/hyperlink" Target="https://grs-clinic.com/masculinizing-hormone-therapy/" TargetMode="External"/><Relationship Id="rId7" Type="http://schemas.openxmlformats.org/officeDocument/2006/relationships/diagramColors" Target="../diagrams/colors23.xml"/><Relationship Id="rId12" Type="http://schemas.openxmlformats.org/officeDocument/2006/relationships/diagramColors" Target="../diagrams/colors24.xm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5.xml"/><Relationship Id="rId6" Type="http://schemas.openxmlformats.org/officeDocument/2006/relationships/diagramQuickStyle" Target="../diagrams/quickStyle23.xml"/><Relationship Id="rId11" Type="http://schemas.openxmlformats.org/officeDocument/2006/relationships/diagramQuickStyle" Target="../diagrams/quickStyle24.xml"/><Relationship Id="rId5" Type="http://schemas.openxmlformats.org/officeDocument/2006/relationships/diagramLayout" Target="../diagrams/layout23.xml"/><Relationship Id="rId10" Type="http://schemas.openxmlformats.org/officeDocument/2006/relationships/diagramLayout" Target="../diagrams/layout24.xml"/><Relationship Id="rId4" Type="http://schemas.openxmlformats.org/officeDocument/2006/relationships/diagramData" Target="../diagrams/data23.xml"/><Relationship Id="rId9" Type="http://schemas.openxmlformats.org/officeDocument/2006/relationships/diagramData" Target="../diagrams/data24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6.xml"/><Relationship Id="rId3" Type="http://schemas.openxmlformats.org/officeDocument/2006/relationships/diagramLayout" Target="../diagrams/layout25.xml"/><Relationship Id="rId7" Type="http://schemas.openxmlformats.org/officeDocument/2006/relationships/diagramData" Target="../diagrams/data26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25.xml"/><Relationship Id="rId11" Type="http://schemas.microsoft.com/office/2007/relationships/diagramDrawing" Target="../diagrams/drawing26.xml"/><Relationship Id="rId5" Type="http://schemas.openxmlformats.org/officeDocument/2006/relationships/diagramColors" Target="../diagrams/colors25.xml"/><Relationship Id="rId10" Type="http://schemas.openxmlformats.org/officeDocument/2006/relationships/diagramColors" Target="../diagrams/colors26.xml"/><Relationship Id="rId4" Type="http://schemas.openxmlformats.org/officeDocument/2006/relationships/diagramQuickStyle" Target="../diagrams/quickStyle25.xml"/><Relationship Id="rId9" Type="http://schemas.openxmlformats.org/officeDocument/2006/relationships/diagramQuickStyle" Target="../diagrams/quickStyle2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7.xml"/><Relationship Id="rId7" Type="http://schemas.microsoft.com/office/2007/relationships/diagramDrawing" Target="../diagrams/drawing27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27.xml"/><Relationship Id="rId5" Type="http://schemas.openxmlformats.org/officeDocument/2006/relationships/diagramQuickStyle" Target="../diagrams/quickStyle27.xml"/><Relationship Id="rId4" Type="http://schemas.openxmlformats.org/officeDocument/2006/relationships/diagramLayout" Target="../diagrams/layout27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diagramLayout" Target="../diagrams/layout28.xml"/><Relationship Id="rId7" Type="http://schemas.openxmlformats.org/officeDocument/2006/relationships/image" Target="../media/image23.jpeg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0.xml"/><Relationship Id="rId3" Type="http://schemas.openxmlformats.org/officeDocument/2006/relationships/diagramLayout" Target="../diagrams/layout29.xml"/><Relationship Id="rId7" Type="http://schemas.openxmlformats.org/officeDocument/2006/relationships/diagramData" Target="../diagrams/data30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29.xml"/><Relationship Id="rId11" Type="http://schemas.microsoft.com/office/2007/relationships/diagramDrawing" Target="../diagrams/drawing30.xml"/><Relationship Id="rId5" Type="http://schemas.openxmlformats.org/officeDocument/2006/relationships/diagramColors" Target="../diagrams/colors29.xml"/><Relationship Id="rId10" Type="http://schemas.openxmlformats.org/officeDocument/2006/relationships/diagramColors" Target="../diagrams/colors30.xml"/><Relationship Id="rId4" Type="http://schemas.openxmlformats.org/officeDocument/2006/relationships/diagramQuickStyle" Target="../diagrams/quickStyle29.xml"/><Relationship Id="rId9" Type="http://schemas.openxmlformats.org/officeDocument/2006/relationships/diagramQuickStyle" Target="../diagrams/quickStyle3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ppliedmetabolics.com/testosterone-therapy-and-estrogen-side-effect-or-benefit-by-jerry-brainum/" TargetMode="External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1.xml"/><Relationship Id="rId7" Type="http://schemas.microsoft.com/office/2007/relationships/diagramDrawing" Target="../diagrams/drawing31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31.xml"/><Relationship Id="rId5" Type="http://schemas.openxmlformats.org/officeDocument/2006/relationships/diagramQuickStyle" Target="../diagrams/quickStyle31.xml"/><Relationship Id="rId4" Type="http://schemas.openxmlformats.org/officeDocument/2006/relationships/diagramLayout" Target="../diagrams/layout3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stockphoto.com/vector/lgbt-community-and-transgender-symbol-icon-gm1010375100-272324976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ravelclipboard.com/2020/07/08/unbelievable-celebrity-gender-transformations-and-how-they-look-before-and-after/" TargetMode="External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rewirenewsgroup.com/2020/06/29/how-to-find-a-gender-affirming-doctor/" TargetMode="External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9.xml"/></Relationships>
</file>

<file path=ppt/slides/_rels/slide6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7" Type="http://schemas.openxmlformats.org/officeDocument/2006/relationships/image" Target="../media/image37.png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Xnw6o1QgX6s" TargetMode="External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articles.mymeditravel.com/procedures/facial-feminization-surgery-ffs-procedure-description/" TargetMode="Externa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stockphoto.com/vector/lgbt-community-and-transgender-symbol-icon-gm1010375100-272324976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4.xml"/><Relationship Id="rId7" Type="http://schemas.microsoft.com/office/2007/relationships/diagramDrawing" Target="../diagrams/drawing34.xm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34.xml"/><Relationship Id="rId5" Type="http://schemas.openxmlformats.org/officeDocument/2006/relationships/diagramQuickStyle" Target="../diagrams/quickStyle34.xml"/><Relationship Id="rId4" Type="http://schemas.openxmlformats.org/officeDocument/2006/relationships/diagramLayout" Target="../diagrams/layout3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5.xml"/><Relationship Id="rId7" Type="http://schemas.openxmlformats.org/officeDocument/2006/relationships/image" Target="../media/image43.jpeg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5.xml"/><Relationship Id="rId5" Type="http://schemas.openxmlformats.org/officeDocument/2006/relationships/diagramColors" Target="../diagrams/colors35.xml"/><Relationship Id="rId4" Type="http://schemas.openxmlformats.org/officeDocument/2006/relationships/diagramQuickStyle" Target="../diagrams/quickStyle35.xml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1iHl_DHz6cw" TargetMode="External"/><Relationship Id="rId3" Type="http://schemas.openxmlformats.org/officeDocument/2006/relationships/diagramLayout" Target="../diagrams/layout36.xml"/><Relationship Id="rId7" Type="http://schemas.openxmlformats.org/officeDocument/2006/relationships/image" Target="../media/image44.jpeg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36.xml"/><Relationship Id="rId5" Type="http://schemas.openxmlformats.org/officeDocument/2006/relationships/diagramColors" Target="../diagrams/colors36.xml"/><Relationship Id="rId4" Type="http://schemas.openxmlformats.org/officeDocument/2006/relationships/diagramQuickStyle" Target="../diagrams/quickStyle36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7.xml"/><Relationship Id="rId7" Type="http://schemas.openxmlformats.org/officeDocument/2006/relationships/image" Target="../media/image45.jpeg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7.xml"/><Relationship Id="rId5" Type="http://schemas.openxmlformats.org/officeDocument/2006/relationships/diagramColors" Target="../diagrams/colors37.xml"/><Relationship Id="rId4" Type="http://schemas.openxmlformats.org/officeDocument/2006/relationships/diagramQuickStyle" Target="../diagrams/quickStyle37.xml"/></Relationships>
</file>

<file path=ppt/slides/_rels/slide7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8.xml"/><Relationship Id="rId3" Type="http://schemas.openxmlformats.org/officeDocument/2006/relationships/hyperlink" Target="https://www.popsugar.com/beauty/photo-gallery/37383400/image/37383401/1-HormonesTypically-first-step-transgender-woman" TargetMode="External"/><Relationship Id="rId7" Type="http://schemas.openxmlformats.org/officeDocument/2006/relationships/diagramColors" Target="../diagrams/colors38.xml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38.xml"/><Relationship Id="rId5" Type="http://schemas.openxmlformats.org/officeDocument/2006/relationships/diagramLayout" Target="../diagrams/layout38.xml"/><Relationship Id="rId4" Type="http://schemas.openxmlformats.org/officeDocument/2006/relationships/diagramData" Target="../diagrams/data38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5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hyperlink" Target="http://figuredrawingdotinfo.blogspot.com/2015/03/body-type-diagram.html" TargetMode="External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Content Placeholder 9" descr="Logo, company name&#10;&#10;Description automatically generated">
            <a:extLst>
              <a:ext uri="{FF2B5EF4-FFF2-40B4-BE49-F238E27FC236}">
                <a16:creationId xmlns:a16="http://schemas.microsoft.com/office/drawing/2014/main" id="{CB7913AE-2669-478E-921D-E4E6CA17B4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4538" b="14539"/>
          <a:stretch>
            <a:fillRect/>
          </a:stretch>
        </p:blipFill>
        <p:spPr>
          <a:xfrm>
            <a:off x="0" y="10"/>
            <a:ext cx="9655277" cy="685799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EF1856D-7103-4D77-828D-BF74D3ECD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1974" y="365125"/>
            <a:ext cx="5427407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TRANSGENDER</a:t>
            </a:r>
            <a:br>
              <a:rPr lang="en-US" sz="4000" dirty="0"/>
            </a:br>
            <a:r>
              <a:rPr lang="en-US" sz="4000" dirty="0"/>
              <a:t> AND</a:t>
            </a:r>
            <a:br>
              <a:rPr lang="en-US" sz="4000" dirty="0"/>
            </a:br>
            <a:r>
              <a:rPr lang="en-US" sz="4000" dirty="0"/>
              <a:t> GENDER DIVERSE CARE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B7703C7D-BA56-98C3-7BE9-BF85362F8A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80251100"/>
              </p:ext>
            </p:extLst>
          </p:nvPr>
        </p:nvGraphicFramePr>
        <p:xfrm>
          <a:off x="7531610" y="3765755"/>
          <a:ext cx="3822189" cy="24112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706432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14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EF1856D-7103-4D77-828D-BF74D3ECD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707671" cy="12256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>
                <a:solidFill>
                  <a:schemeClr val="bg1"/>
                </a:solidFill>
              </a:rPr>
              <a:t>Objectives</a:t>
            </a:r>
          </a:p>
        </p:txBody>
      </p:sp>
      <p:cxnSp>
        <p:nvCxnSpPr>
          <p:cNvPr id="28" name="Straight Connector 16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DCB916-2835-41C9-AE73-7904F355F1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8658" y="1909194"/>
            <a:ext cx="6394331" cy="3901670"/>
          </a:xfr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</a:rPr>
              <a:t>Definitions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</a:rPr>
              <a:t>Legal Transition challenges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</a:rPr>
              <a:t>Medical Transition: including Puberty Blocker and Reproductive challenges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</a:rPr>
              <a:t>Surgical Transition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</a:rPr>
              <a:t>Preventative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</p:txBody>
      </p:sp>
      <p:cxnSp>
        <p:nvCxnSpPr>
          <p:cNvPr id="29" name="Straight Connector 18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Content Placeholder 9" descr="Logo, company name&#10;&#10;Description automatically generated">
            <a:extLst>
              <a:ext uri="{FF2B5EF4-FFF2-40B4-BE49-F238E27FC236}">
                <a16:creationId xmlns:a16="http://schemas.microsoft.com/office/drawing/2014/main" id="{CB7913AE-2669-478E-921D-E4E6CA17B4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7291" r="10082"/>
          <a:stretch/>
        </p:blipFill>
        <p:spPr>
          <a:xfrm>
            <a:off x="6525453" y="10"/>
            <a:ext cx="566654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094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A861958-6A33-884F-A346-8B8A3C9F4DF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2127" y="643467"/>
            <a:ext cx="6219930" cy="371222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2400" dirty="0">
                <a:ln w="22225">
                  <a:solidFill>
                    <a:schemeClr val="tx1"/>
                  </a:solidFill>
                  <a:miter lim="800000"/>
                </a:ln>
              </a:rPr>
              <a:t>Transgender people comprise </a:t>
            </a:r>
            <a:br>
              <a:rPr lang="en-US" sz="2400" dirty="0">
                <a:ln w="22225">
                  <a:solidFill>
                    <a:schemeClr val="tx1"/>
                  </a:solidFill>
                  <a:miter lim="800000"/>
                </a:ln>
              </a:rPr>
            </a:br>
            <a:r>
              <a:rPr lang="en-US" sz="2400" dirty="0">
                <a:ln w="22225">
                  <a:solidFill>
                    <a:schemeClr val="tx1"/>
                  </a:solidFill>
                  <a:miter lim="800000"/>
                </a:ln>
              </a:rPr>
              <a:t>  </a:t>
            </a:r>
            <a:r>
              <a:rPr lang="en-US" sz="24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chemeClr val="accent6"/>
                </a:solidFill>
              </a:rPr>
              <a:t>&lt; 1 % </a:t>
            </a:r>
            <a:r>
              <a:rPr lang="en-US" sz="2400" dirty="0">
                <a:ln w="22225">
                  <a:solidFill>
                    <a:schemeClr val="tx1"/>
                  </a:solidFill>
                  <a:miter lim="800000"/>
                </a:ln>
              </a:rPr>
              <a:t>of the US Population</a:t>
            </a:r>
            <a:br>
              <a:rPr lang="en-US" sz="2400" dirty="0">
                <a:ln w="22225">
                  <a:solidFill>
                    <a:schemeClr val="tx1"/>
                  </a:solidFill>
                  <a:miter lim="800000"/>
                </a:ln>
              </a:rPr>
            </a:br>
            <a:br>
              <a:rPr lang="en-US" sz="2400" dirty="0">
                <a:ln w="22225">
                  <a:solidFill>
                    <a:schemeClr val="tx1"/>
                  </a:solidFill>
                  <a:miter lim="800000"/>
                </a:ln>
              </a:rPr>
            </a:br>
            <a:br>
              <a:rPr lang="en-US" sz="2400" dirty="0">
                <a:ln w="22225">
                  <a:solidFill>
                    <a:schemeClr val="tx1"/>
                  </a:solidFill>
                  <a:miter lim="800000"/>
                </a:ln>
              </a:rPr>
            </a:br>
            <a:br>
              <a:rPr lang="en-US" sz="2400" dirty="0">
                <a:ln w="22225">
                  <a:solidFill>
                    <a:schemeClr val="tx1"/>
                  </a:solidFill>
                  <a:miter lim="800000"/>
                </a:ln>
              </a:rPr>
            </a:br>
            <a:br>
              <a:rPr lang="en-US" sz="2400" dirty="0">
                <a:ln w="22225">
                  <a:solidFill>
                    <a:schemeClr val="tx1"/>
                  </a:solidFill>
                  <a:miter lim="800000"/>
                </a:ln>
              </a:rPr>
            </a:br>
            <a:br>
              <a:rPr lang="en-US" sz="2400" dirty="0">
                <a:ln w="22225">
                  <a:solidFill>
                    <a:schemeClr val="tx1"/>
                  </a:solidFill>
                  <a:miter lim="800000"/>
                </a:ln>
              </a:rPr>
            </a:br>
            <a:r>
              <a:rPr lang="en-US" sz="2400" dirty="0">
                <a:ln w="22225">
                  <a:solidFill>
                    <a:schemeClr val="tx1"/>
                  </a:solidFill>
                  <a:miter lim="800000"/>
                </a:ln>
              </a:rPr>
              <a:t>But:</a:t>
            </a:r>
            <a:br>
              <a:rPr lang="en-US" sz="2400" dirty="0">
                <a:ln w="22225">
                  <a:solidFill>
                    <a:schemeClr val="tx1"/>
                  </a:solidFill>
                  <a:miter lim="800000"/>
                </a:ln>
              </a:rPr>
            </a:br>
            <a:r>
              <a:rPr lang="en-US" sz="2400" dirty="0">
                <a:ln w="22225">
                  <a:solidFill>
                    <a:schemeClr val="tx1"/>
                  </a:solidFill>
                  <a:miter lim="800000"/>
                </a:ln>
              </a:rPr>
              <a:t>Up to </a:t>
            </a:r>
            <a:r>
              <a:rPr lang="en-US" sz="24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0000"/>
                </a:solidFill>
              </a:rPr>
              <a:t>26</a:t>
            </a:r>
            <a:r>
              <a:rPr lang="en-US" sz="2400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0000"/>
                </a:solidFill>
              </a:rPr>
              <a:t>%</a:t>
            </a:r>
            <a:r>
              <a:rPr lang="en-US" sz="24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0000"/>
                </a:solidFill>
              </a:rPr>
              <a:t> </a:t>
            </a:r>
            <a:r>
              <a:rPr lang="en-US" sz="2400" dirty="0">
                <a:ln w="22225">
                  <a:solidFill>
                    <a:schemeClr val="tx1"/>
                  </a:solidFill>
                  <a:miter lim="800000"/>
                </a:ln>
              </a:rPr>
              <a:t>of patients are refused care</a:t>
            </a:r>
            <a:br>
              <a:rPr lang="en-US" sz="2400" dirty="0">
                <a:ln w="22225">
                  <a:solidFill>
                    <a:schemeClr val="tx1"/>
                  </a:solidFill>
                  <a:miter lim="800000"/>
                </a:ln>
              </a:rPr>
            </a:br>
            <a:br>
              <a:rPr lang="en-US" sz="2400" dirty="0">
                <a:ln w="22225">
                  <a:solidFill>
                    <a:schemeClr val="tx1"/>
                  </a:solidFill>
                  <a:miter lim="800000"/>
                </a:ln>
              </a:rPr>
            </a:br>
            <a:endParaRPr lang="en-US" sz="2400" dirty="0">
              <a:ln w="22225">
                <a:solidFill>
                  <a:schemeClr val="tx1"/>
                </a:solidFill>
                <a:miter lim="800000"/>
              </a:ln>
            </a:endParaRPr>
          </a:p>
        </p:txBody>
      </p:sp>
      <p:pic>
        <p:nvPicPr>
          <p:cNvPr id="5" name="Picture Placeholder 4" descr="Asian Woman looking up ">
            <a:extLst>
              <a:ext uri="{FF2B5EF4-FFF2-40B4-BE49-F238E27FC236}">
                <a16:creationId xmlns:a16="http://schemas.microsoft.com/office/drawing/2014/main" id="{96F739D8-42CA-2C41-9523-E04D15B08C1B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358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2691958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44166-EAD5-CAFC-39C4-34A0F87F7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14">
            <a:extLst>
              <a:ext uri="{FF2B5EF4-FFF2-40B4-BE49-F238E27FC236}">
                <a16:creationId xmlns:a16="http://schemas.microsoft.com/office/drawing/2014/main" id="{65BE8140-5FD6-9DB3-C916-2FA956500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85A2E09-C9D7-4FA8-68BB-F482E2137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974" y="448721"/>
            <a:ext cx="5860026" cy="12256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How many Transgender people are in the US?</a:t>
            </a:r>
          </a:p>
        </p:txBody>
      </p:sp>
      <p:cxnSp>
        <p:nvCxnSpPr>
          <p:cNvPr id="28" name="Straight Connector 16">
            <a:extLst>
              <a:ext uri="{FF2B5EF4-FFF2-40B4-BE49-F238E27FC236}">
                <a16:creationId xmlns:a16="http://schemas.microsoft.com/office/drawing/2014/main" id="{7DDE8E5E-AE1B-D440-73B5-1AA800503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B30F458D-101E-C64F-89A2-836FCBFE4D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0137400"/>
              </p:ext>
            </p:extLst>
          </p:nvPr>
        </p:nvGraphicFramePr>
        <p:xfrm>
          <a:off x="78658" y="1909194"/>
          <a:ext cx="6394331" cy="39016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29" name="Straight Connector 18">
            <a:extLst>
              <a:ext uri="{FF2B5EF4-FFF2-40B4-BE49-F238E27FC236}">
                <a16:creationId xmlns:a16="http://schemas.microsoft.com/office/drawing/2014/main" id="{4C72BB52-1725-DF79-6185-C3918ED4D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Content Placeholder 9" descr="Logo, company name&#10;&#10;Description automatically generated">
            <a:extLst>
              <a:ext uri="{FF2B5EF4-FFF2-40B4-BE49-F238E27FC236}">
                <a16:creationId xmlns:a16="http://schemas.microsoft.com/office/drawing/2014/main" id="{CC29EC22-018C-3F6A-42E3-9ABEE593B5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rcRect l="7291" r="10082"/>
          <a:stretch/>
        </p:blipFill>
        <p:spPr>
          <a:xfrm>
            <a:off x="6525453" y="10"/>
            <a:ext cx="566654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017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6D039C9-DE68-4224-9329-61F8E7297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4139" y="448721"/>
            <a:ext cx="5742431" cy="7791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Barriers to Health Care:</a:t>
            </a:r>
          </a:p>
        </p:txBody>
      </p:sp>
      <p:pic>
        <p:nvPicPr>
          <p:cNvPr id="8" name="Content Placeholder 7" descr="Text&#10;&#10;Description automatically generated">
            <a:extLst>
              <a:ext uri="{FF2B5EF4-FFF2-40B4-BE49-F238E27FC236}">
                <a16:creationId xmlns:a16="http://schemas.microsoft.com/office/drawing/2014/main" id="{4420D743-7792-4899-9895-72A28588469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4897" r="4897"/>
          <a:stretch/>
        </p:blipFill>
        <p:spPr>
          <a:xfrm>
            <a:off x="1024454" y="0"/>
            <a:ext cx="4639746" cy="685800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098829-A378-426C-92A9-3F36519997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20087" y="1909192"/>
            <a:ext cx="6055940" cy="364771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1. Health Care Bias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2. Knowledge Deficit</a:t>
            </a:r>
          </a:p>
          <a:p>
            <a:pPr marL="0"/>
            <a:endParaRPr lang="en-US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3. Health Insurance Coverage                                                    - Hormone Therapy                                                                 - Supplies                                                                                - Mental Health Coverage                                               - Gender Affirmation surgery</a:t>
            </a:r>
          </a:p>
          <a:p>
            <a:endParaRPr lang="en-US" sz="2000" dirty="0">
              <a:solidFill>
                <a:schemeClr val="bg1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225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7C3DB3-33A5-23C0-6E89-1B33D3F87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Content Placeholder 9" descr="Logo, company name&#10;&#10;Description automatically generated">
            <a:extLst>
              <a:ext uri="{FF2B5EF4-FFF2-40B4-BE49-F238E27FC236}">
                <a16:creationId xmlns:a16="http://schemas.microsoft.com/office/drawing/2014/main" id="{7929E9D8-C95C-69F2-4F92-6AB2122C23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4539" b="14538"/>
          <a:stretch>
            <a:fillRect/>
          </a:stretch>
        </p:blipFill>
        <p:spPr>
          <a:xfrm>
            <a:off x="-192077" y="10"/>
            <a:ext cx="6052108" cy="685799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C772F2A-CD74-3673-322C-672D13030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9600" y="365125"/>
            <a:ext cx="5469781" cy="174881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dirty="0"/>
              <a:t>Who provides care for Transgender individuals?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52B33C78-D247-6711-3543-D21AC20981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63829464"/>
              </p:ext>
            </p:extLst>
          </p:nvPr>
        </p:nvGraphicFramePr>
        <p:xfrm>
          <a:off x="6292646" y="2192593"/>
          <a:ext cx="5564410" cy="4300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513976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51F721-C6CB-A792-CD75-60DCE5F45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A4D33B6-2161-3D8A-2F6F-781029DF7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37A5281-E7F9-5F3D-A230-00A519F76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988" y="385474"/>
            <a:ext cx="6356606" cy="18432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7200" dirty="0"/>
              <a:t>DEFINITIONS</a:t>
            </a:r>
          </a:p>
        </p:txBody>
      </p:sp>
      <p:pic>
        <p:nvPicPr>
          <p:cNvPr id="10" name="Content Placeholder 9" descr="Logo, company name&#10;&#10;Description automatically generated">
            <a:extLst>
              <a:ext uri="{FF2B5EF4-FFF2-40B4-BE49-F238E27FC236}">
                <a16:creationId xmlns:a16="http://schemas.microsoft.com/office/drawing/2014/main" id="{56F6DDA1-0377-DB27-8E76-751AE47292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2742" r="15544" b="2"/>
          <a:stretch>
            <a:fillRect/>
          </a:stretch>
        </p:blipFill>
        <p:spPr>
          <a:xfrm>
            <a:off x="7556409" y="557190"/>
            <a:ext cx="3995928" cy="557189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40888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5" name="Rectangle 9224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30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27" name="Rectangle 9226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220" name="Picture 4" descr="newthoughtcrime – the new thoughtcrime">
            <a:extLst>
              <a:ext uri="{FF2B5EF4-FFF2-40B4-BE49-F238E27FC236}">
                <a16:creationId xmlns:a16="http://schemas.microsoft.com/office/drawing/2014/main" id="{1CEC58FA-F9CC-4B1A-878A-CD1EAA060BDA}"/>
              </a:ext>
            </a:extLst>
          </p:cNvPr>
          <p:cNvPicPr>
            <a:picLocks noGrp="1" noChangeAspect="1" noChangeArrowheads="1"/>
          </p:cNvPicPr>
          <p:nvPr>
            <p:ph type="pic"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4" b="3184"/>
          <a:stretch>
            <a:fillRect/>
          </a:stretch>
        </p:blipFill>
        <p:spPr bwMode="auto">
          <a:xfrm>
            <a:off x="2034595" y="643467"/>
            <a:ext cx="8122809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3381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7094B-58E9-43F0-A760-9FD2BF394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1611"/>
          </a:xfrm>
        </p:spPr>
        <p:txBody>
          <a:bodyPr>
            <a:normAutofit fontScale="90000"/>
          </a:bodyPr>
          <a:lstStyle/>
          <a:p>
            <a:r>
              <a:rPr lang="en-US" sz="7200">
                <a:solidFill>
                  <a:schemeClr val="bg1"/>
                </a:solidFill>
              </a:rPr>
              <a:t>Personal Pronouns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D376310-A6D6-4961-AA77-F00F644CBF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0709140"/>
              </p:ext>
            </p:extLst>
          </p:nvPr>
        </p:nvGraphicFramePr>
        <p:xfrm>
          <a:off x="838200" y="1405563"/>
          <a:ext cx="10515600" cy="53400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13211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FE79C23-A5CC-EBD5-BDD9-52F8C27BEC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8983194"/>
              </p:ext>
            </p:extLst>
          </p:nvPr>
        </p:nvGraphicFramePr>
        <p:xfrm>
          <a:off x="418011" y="228600"/>
          <a:ext cx="11631114" cy="64386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3252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Rectangle 1030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5" name="Rectangle 1032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PPT - Chemotherapeutic Drugs - General Considerations - Ximei Wu Dept ...">
            <a:extLst>
              <a:ext uri="{FF2B5EF4-FFF2-40B4-BE49-F238E27FC236}">
                <a16:creationId xmlns:a16="http://schemas.microsoft.com/office/drawing/2014/main" id="{D3D213FC-5AC7-79E1-77E0-B6FC51720B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8912" y="381435"/>
            <a:ext cx="11312433" cy="5993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752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1048D-CF8E-CB39-1DFD-7A63E5344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35" y="365125"/>
            <a:ext cx="11444438" cy="1325563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Which one of these terms is no longer accepted?</a:t>
            </a:r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66340B34-A3A7-4169-EC2B-747B8FB3860A}"/>
              </a:ext>
            </a:extLst>
          </p:cNvPr>
          <p:cNvGraphicFramePr/>
          <p:nvPr/>
        </p:nvGraphicFramePr>
        <p:xfrm>
          <a:off x="2032000" y="1607419"/>
          <a:ext cx="8128000" cy="45309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90858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3ACCAA-ABE8-278E-560E-DB0810E41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09DD35D-A1AE-7440-0602-C4532B466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12C1936-9A44-565B-BE03-EC0E09E08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645" y="385474"/>
            <a:ext cx="8367252" cy="18432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dirty="0"/>
              <a:t>LEGAL TRANSITION CHALLENGES</a:t>
            </a:r>
          </a:p>
        </p:txBody>
      </p:sp>
      <p:pic>
        <p:nvPicPr>
          <p:cNvPr id="10" name="Content Placeholder 9" descr="Logo, company name&#10;&#10;Description automatically generated">
            <a:extLst>
              <a:ext uri="{FF2B5EF4-FFF2-40B4-BE49-F238E27FC236}">
                <a16:creationId xmlns:a16="http://schemas.microsoft.com/office/drawing/2014/main" id="{903E3ADF-6303-2CEF-9A27-8825F927D7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2742" r="15544" b="2"/>
          <a:stretch>
            <a:fillRect/>
          </a:stretch>
        </p:blipFill>
        <p:spPr>
          <a:xfrm>
            <a:off x="7556409" y="557190"/>
            <a:ext cx="3995928" cy="557189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464007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E7A24-E957-497D-8430-9DADA3B3F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079" y="370350"/>
            <a:ext cx="7061345" cy="82098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/>
              <a:t>Gender Transition: Individualized   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89678A9-35A8-2EA6-0264-4240A0438B4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997378550"/>
              </p:ext>
            </p:extLst>
          </p:nvPr>
        </p:nvGraphicFramePr>
        <p:xfrm>
          <a:off x="167205" y="1379438"/>
          <a:ext cx="7287954" cy="52217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Content Placeholder 5" descr="Gay man with Pride flag">
            <a:extLst>
              <a:ext uri="{FF2B5EF4-FFF2-40B4-BE49-F238E27FC236}">
                <a16:creationId xmlns:a16="http://schemas.microsoft.com/office/drawing/2014/main" id="{96156035-F3EC-4511-A00F-F38AA2EC0D6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52" r="22902" b="-1"/>
          <a:stretch/>
        </p:blipFill>
        <p:spPr>
          <a:xfrm>
            <a:off x="7552266" y="10"/>
            <a:ext cx="463973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5716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56FB14-7AE2-4C45-5F63-D145219AF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175" y="351692"/>
            <a:ext cx="10491076" cy="625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35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818E4-5246-DFAF-177F-1CF0826BB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14">
            <a:extLst>
              <a:ext uri="{FF2B5EF4-FFF2-40B4-BE49-F238E27FC236}">
                <a16:creationId xmlns:a16="http://schemas.microsoft.com/office/drawing/2014/main" id="{1B438F36-0AA1-17C7-D50E-467BE68C04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33F496-74AB-33EA-E797-00E44147E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59" y="245806"/>
            <a:ext cx="6017342" cy="142856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4 States Not Recommended for Transgender People -2026</a:t>
            </a:r>
          </a:p>
        </p:txBody>
      </p:sp>
      <p:cxnSp>
        <p:nvCxnSpPr>
          <p:cNvPr id="28" name="Straight Connector 16">
            <a:extLst>
              <a:ext uri="{FF2B5EF4-FFF2-40B4-BE49-F238E27FC236}">
                <a16:creationId xmlns:a16="http://schemas.microsoft.com/office/drawing/2014/main" id="{AE560C96-8782-9B25-4E70-8F6205C78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530B81F-97E2-071B-3E4D-95A8508F84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7077009"/>
              </p:ext>
            </p:extLst>
          </p:nvPr>
        </p:nvGraphicFramePr>
        <p:xfrm>
          <a:off x="78658" y="1909194"/>
          <a:ext cx="6394331" cy="39016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29" name="Straight Connector 18">
            <a:extLst>
              <a:ext uri="{FF2B5EF4-FFF2-40B4-BE49-F238E27FC236}">
                <a16:creationId xmlns:a16="http://schemas.microsoft.com/office/drawing/2014/main" id="{244E8D6F-B252-DB4C-F092-28146A31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Content Placeholder 9" descr="Logo, company name&#10;&#10;Description automatically generated">
            <a:extLst>
              <a:ext uri="{FF2B5EF4-FFF2-40B4-BE49-F238E27FC236}">
                <a16:creationId xmlns:a16="http://schemas.microsoft.com/office/drawing/2014/main" id="{FEBFF9F7-41B7-B31C-8AC8-2BF34183FC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rcRect l="7291" r="10082"/>
          <a:stretch/>
        </p:blipFill>
        <p:spPr>
          <a:xfrm>
            <a:off x="6525453" y="10"/>
            <a:ext cx="566654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5756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>
        <p:random/>
      </p:transition>
    </mc:Choice>
    <mc:Fallback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F1DD9-B6AB-4F0C-964E-5C10C285B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568" y="365126"/>
            <a:ext cx="11470106" cy="931236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Comparison- Legal Policies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1747860-F8F5-83A0-A76B-2076D2D2FE6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698105782"/>
              </p:ext>
            </p:extLst>
          </p:nvPr>
        </p:nvGraphicFramePr>
        <p:xfrm>
          <a:off x="81488" y="1296362"/>
          <a:ext cx="5698958" cy="53134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41F5BC9-23C7-DC67-805F-547B9A1F635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08745799"/>
              </p:ext>
            </p:extLst>
          </p:nvPr>
        </p:nvGraphicFramePr>
        <p:xfrm>
          <a:off x="6172200" y="1400176"/>
          <a:ext cx="5678424" cy="52096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42995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17AF0-1350-70B0-92A6-8BAC81F04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14">
            <a:extLst>
              <a:ext uri="{FF2B5EF4-FFF2-40B4-BE49-F238E27FC236}">
                <a16:creationId xmlns:a16="http://schemas.microsoft.com/office/drawing/2014/main" id="{4C0DB182-C9E5-BA80-786F-3D531F463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4FDDA5F-BA9F-97DD-CF61-35C87DF65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707671" cy="12256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Transgender Diagnostic  Classifications</a:t>
            </a:r>
          </a:p>
        </p:txBody>
      </p:sp>
      <p:cxnSp>
        <p:nvCxnSpPr>
          <p:cNvPr id="28" name="Straight Connector 16">
            <a:extLst>
              <a:ext uri="{FF2B5EF4-FFF2-40B4-BE49-F238E27FC236}">
                <a16:creationId xmlns:a16="http://schemas.microsoft.com/office/drawing/2014/main" id="{FBA272B7-A9CE-3230-070A-D9335DE25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9991853F-21A0-74FB-0654-6A0D1CA4D7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2080847"/>
              </p:ext>
            </p:extLst>
          </p:nvPr>
        </p:nvGraphicFramePr>
        <p:xfrm>
          <a:off x="78658" y="1909194"/>
          <a:ext cx="6394331" cy="39016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29" name="Straight Connector 18">
            <a:extLst>
              <a:ext uri="{FF2B5EF4-FFF2-40B4-BE49-F238E27FC236}">
                <a16:creationId xmlns:a16="http://schemas.microsoft.com/office/drawing/2014/main" id="{38B01274-3B1F-B20A-9D9D-6B7E15B1F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Content Placeholder 9" descr="Logo, company name&#10;&#10;Description automatically generated">
            <a:extLst>
              <a:ext uri="{FF2B5EF4-FFF2-40B4-BE49-F238E27FC236}">
                <a16:creationId xmlns:a16="http://schemas.microsoft.com/office/drawing/2014/main" id="{178E7396-F631-A8ED-BD2B-9EE24B7056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rcRect l="7291" r="10082"/>
          <a:stretch/>
        </p:blipFill>
        <p:spPr>
          <a:xfrm>
            <a:off x="6525453" y="10"/>
            <a:ext cx="566654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113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F51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346DAF-2062-9DD9-2E2A-AC13A363A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407" y="643467"/>
            <a:ext cx="9523186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6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09C659-7B0B-2F75-EA9D-3C979059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C19D392-F181-B48B-A8FD-01847647C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E5A73F-19CD-7927-E89D-6CFEE77B9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645" y="385474"/>
            <a:ext cx="8367252" cy="18432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dirty="0"/>
              <a:t>MEDICAL TRANSITION</a:t>
            </a:r>
          </a:p>
        </p:txBody>
      </p:sp>
      <p:pic>
        <p:nvPicPr>
          <p:cNvPr id="10" name="Content Placeholder 9" descr="Logo, company name&#10;&#10;Description automatically generated">
            <a:extLst>
              <a:ext uri="{FF2B5EF4-FFF2-40B4-BE49-F238E27FC236}">
                <a16:creationId xmlns:a16="http://schemas.microsoft.com/office/drawing/2014/main" id="{A79230B9-74D1-2FA0-8F9E-D269E478E9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2742" r="15544" b="2"/>
          <a:stretch>
            <a:fillRect/>
          </a:stretch>
        </p:blipFill>
        <p:spPr>
          <a:xfrm>
            <a:off x="7556409" y="557190"/>
            <a:ext cx="3995928" cy="557189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231146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wo people&#10;&#10;Description automatically generated with low confidence">
            <a:extLst>
              <a:ext uri="{FF2B5EF4-FFF2-40B4-BE49-F238E27FC236}">
                <a16:creationId xmlns:a16="http://schemas.microsoft.com/office/drawing/2014/main" id="{ED95730E-2B90-4F60-AF07-0DCA2143CD7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5334" r="1333"/>
          <a:stretch/>
        </p:blipFill>
        <p:spPr>
          <a:xfrm>
            <a:off x="-73132" y="-41791"/>
            <a:ext cx="12191980" cy="6857990"/>
          </a:xfrm>
          <a:prstGeom prst="rect">
            <a:avLst/>
          </a:prstGeom>
          <a:effectLst>
            <a:outerShdw blurRad="50800" dist="50800" dir="5400000" algn="ctr" rotWithShape="0">
              <a:schemeClr val="bg2">
                <a:lumMod val="90000"/>
              </a:schemeClr>
            </a:outerShdw>
          </a:effectLst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B3BAD04-E614-4C16-8360-019FCF004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23809"/>
            <a:ext cx="11016943" cy="2262375"/>
          </a:xfrm>
          <a:custGeom>
            <a:avLst/>
            <a:gdLst>
              <a:gd name="connsiteX0" fmla="*/ 0 w 11016943"/>
              <a:gd name="connsiteY0" fmla="*/ 0 h 2262375"/>
              <a:gd name="connsiteX1" fmla="*/ 9969166 w 11016943"/>
              <a:gd name="connsiteY1" fmla="*/ 0 h 2262375"/>
              <a:gd name="connsiteX2" fmla="*/ 11016943 w 11016943"/>
              <a:gd name="connsiteY2" fmla="*/ 2262375 h 2262375"/>
              <a:gd name="connsiteX3" fmla="*/ 4942050 w 11016943"/>
              <a:gd name="connsiteY3" fmla="*/ 2262375 h 2262375"/>
              <a:gd name="connsiteX4" fmla="*/ 4582160 w 11016943"/>
              <a:gd name="connsiteY4" fmla="*/ 2262375 h 2262375"/>
              <a:gd name="connsiteX5" fmla="*/ 0 w 11016943"/>
              <a:gd name="connsiteY5" fmla="*/ 2262375 h 2262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16943" h="2262375">
                <a:moveTo>
                  <a:pt x="0" y="0"/>
                </a:moveTo>
                <a:lnTo>
                  <a:pt x="9969166" y="0"/>
                </a:lnTo>
                <a:lnTo>
                  <a:pt x="11016943" y="2262375"/>
                </a:lnTo>
                <a:lnTo>
                  <a:pt x="4942050" y="2262375"/>
                </a:lnTo>
                <a:lnTo>
                  <a:pt x="4582160" y="2262375"/>
                </a:lnTo>
                <a:lnTo>
                  <a:pt x="0" y="2262375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F55044-9A0D-44F7-A756-28731A745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199861"/>
            <a:ext cx="8856059" cy="1336826"/>
          </a:xfrm>
          <a:effectLst>
            <a:outerShdw blurRad="50800" dist="50800" dir="5400000" algn="ctr" rotWithShape="0">
              <a:schemeClr val="bg2">
                <a:lumMod val="90000"/>
                <a:alpha val="19000"/>
              </a:schemeClr>
            </a:outerShdw>
          </a:effectLst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400">
                <a:solidFill>
                  <a:srgbClr val="FFFFFF"/>
                </a:solidFill>
              </a:rPr>
              <a:t> TRANSGENDER HISTORY +EXAM</a:t>
            </a:r>
          </a:p>
        </p:txBody>
      </p:sp>
    </p:spTree>
    <p:extLst>
      <p:ext uri="{BB962C8B-B14F-4D97-AF65-F5344CB8AC3E}">
        <p14:creationId xmlns:p14="http://schemas.microsoft.com/office/powerpoint/2010/main" val="2962428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F932E-3E43-40D1-90F8-2E0066CA5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>
                <a:solidFill>
                  <a:schemeClr val="bg1"/>
                </a:solidFill>
              </a:rPr>
              <a:t>Sexual and Reproductive History: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4184CD-FE94-4A66-B721-990B54892E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FFC000"/>
                </a:solidFill>
                <a:latin typeface="+mj-lt"/>
              </a:rPr>
              <a:t>TOP: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5FCFFA-E4CA-4BEA-BE05-898049EC87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380" y="2505075"/>
            <a:ext cx="5853196" cy="3684588"/>
          </a:xfrm>
        </p:spPr>
        <p:txBody>
          <a:bodyPr>
            <a:normAutofit fontScale="25000" lnSpcReduction="20000"/>
          </a:bodyPr>
          <a:lstStyle/>
          <a:p>
            <a:pPr algn="l" rtl="0" eaLnBrk="1" fontAlgn="t" latinLnBrk="0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8800" b="0" i="0" u="none" strike="noStrike" kern="1200">
                <a:solidFill>
                  <a:srgbClr val="000000"/>
                </a:solidFill>
                <a:effectLst/>
                <a:latin typeface="+mj-lt"/>
              </a:rPr>
              <a:t>Right sized binder</a:t>
            </a:r>
            <a:endParaRPr lang="en-US" sz="8800">
              <a:latin typeface="+mj-lt"/>
            </a:endParaRPr>
          </a:p>
          <a:p>
            <a:pPr marL="0" indent="0" algn="l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1" i="0" u="none" strike="noStrike" kern="1200">
                <a:solidFill>
                  <a:srgbClr val="FFFFFF"/>
                </a:solidFill>
                <a:effectLst/>
                <a:latin typeface="+mj-lt"/>
              </a:rPr>
              <a:t>1. Ask about Nipple discharge</a:t>
            </a:r>
          </a:p>
          <a:p>
            <a:pPr marL="1371600" indent="-1371600" algn="l" rtl="0" eaLnBrk="1" fontAlgn="t" latinLnBrk="0" hangingPunct="1"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9600">
              <a:latin typeface="+mj-lt"/>
            </a:endParaRPr>
          </a:p>
          <a:p>
            <a:pPr marL="0" indent="0" algn="l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1" i="0" u="none" strike="noStrike" kern="1200">
                <a:solidFill>
                  <a:srgbClr val="FFFFFF"/>
                </a:solidFill>
                <a:effectLst/>
                <a:latin typeface="+mj-lt"/>
              </a:rPr>
              <a:t>2. Any Lumps or Bumps</a:t>
            </a:r>
          </a:p>
          <a:p>
            <a:pPr marL="0" indent="0" algn="l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endParaRPr lang="en-US" sz="9600">
              <a:latin typeface="+mj-lt"/>
            </a:endParaRPr>
          </a:p>
          <a:p>
            <a:pPr marL="0" indent="0" algn="l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1" i="0" u="none" strike="noStrike" kern="1200">
                <a:solidFill>
                  <a:srgbClr val="FFFFFF"/>
                </a:solidFill>
                <a:effectLst/>
                <a:latin typeface="+mj-lt"/>
              </a:rPr>
              <a:t>3. Binding History</a:t>
            </a:r>
          </a:p>
          <a:p>
            <a:pPr marL="0" indent="0" algn="l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endParaRPr lang="en-US" sz="9600" b="1" i="0" u="none" strike="noStrike" kern="1200">
              <a:solidFill>
                <a:srgbClr val="FFFFFF"/>
              </a:solidFill>
              <a:effectLst/>
              <a:latin typeface="+mj-lt"/>
            </a:endParaRPr>
          </a:p>
          <a:p>
            <a:pPr algn="l" rtl="0" eaLnBrk="1" fontAlgn="t" latinLnBrk="0" hangingPunct="1"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Char char="-"/>
            </a:pPr>
            <a:endParaRPr lang="en-US" sz="8800" b="0" i="0" u="none" strike="noStrike">
              <a:solidFill>
                <a:schemeClr val="bg1"/>
              </a:solidFill>
              <a:effectLst/>
              <a:latin typeface="+mj-lt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8800" b="0" i="0" u="none" strike="noStrike" kern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Binding:</a:t>
            </a:r>
            <a:endParaRPr lang="en-US" sz="8800" b="0" i="0" u="none" strike="noStrike">
              <a:effectLst/>
              <a:latin typeface="Arial" panose="020B0604020202020204" pitchFamily="34" charset="0"/>
            </a:endParaRPr>
          </a:p>
          <a:p>
            <a:pPr marL="283464" indent="-283464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8000" b="0" i="0" u="none" strike="noStrike" kern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Right sized binder</a:t>
            </a:r>
            <a:endParaRPr lang="en-US" sz="8000" b="0" i="0" u="none" strike="noStrike">
              <a:effectLst/>
              <a:latin typeface="Arial" panose="020B0604020202020204" pitchFamily="34" charset="0"/>
            </a:endParaRPr>
          </a:p>
          <a:p>
            <a:pPr marL="283464" indent="-283464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8000" b="0" i="0" u="none" strike="noStrike" kern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Breathable fabric</a:t>
            </a:r>
            <a:endParaRPr lang="en-US" sz="8000" b="0" i="0" u="none" strike="noStrike">
              <a:effectLst/>
              <a:latin typeface="Arial" panose="020B0604020202020204" pitchFamily="34" charset="0"/>
            </a:endParaRPr>
          </a:p>
          <a:p>
            <a:pPr marL="283464" indent="-283464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8000" b="0" i="0" u="none" strike="noStrike" kern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Dry well after bathing-towel dry then blow dry on cool</a:t>
            </a:r>
            <a:endParaRPr lang="en-US" sz="80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8000" b="0" i="0" u="none" strike="noStrike" kern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Wrong Binder:</a:t>
            </a:r>
            <a:endParaRPr lang="en-US" sz="8000" b="0" i="0" u="none" strike="noStrike">
              <a:effectLst/>
              <a:latin typeface="Arial" panose="020B0604020202020204" pitchFamily="34" charset="0"/>
            </a:endParaRPr>
          </a:p>
          <a:p>
            <a:pPr marL="283464" indent="-283464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4200" b="0" i="0" u="none" strike="noStrike" kern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Can restrict blood flow</a:t>
            </a:r>
            <a:endParaRPr lang="en-US" sz="4200" b="0" i="0" u="none" strike="noStrike">
              <a:effectLst/>
              <a:latin typeface="Arial" panose="020B0604020202020204" pitchFamily="34" charset="0"/>
            </a:endParaRPr>
          </a:p>
          <a:p>
            <a:pPr marL="283464" indent="-283464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4200" b="0" i="0" u="none" strike="noStrike" kern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Can make it hard to breathe</a:t>
            </a:r>
            <a:endParaRPr lang="en-US" sz="4200" b="0" i="0" u="none" strike="noStrike">
              <a:effectLst/>
              <a:latin typeface="Arial" panose="020B0604020202020204" pitchFamily="34" charset="0"/>
            </a:endParaRPr>
          </a:p>
          <a:p>
            <a:pPr marL="283464" indent="-283464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4200" b="0" i="0" u="none" strike="noStrike" kern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Causes Rashes &amp; Bruising, Broken Ribs- especially Yeast</a:t>
            </a:r>
            <a:endParaRPr lang="en-US" sz="4200" b="0" i="0" u="none" strike="noStrike">
              <a:effectLst/>
              <a:latin typeface="Arial" panose="020B0604020202020204" pitchFamily="34" charset="0"/>
            </a:endParaRPr>
          </a:p>
          <a:p>
            <a:pPr marL="283464" indent="-283464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4200" b="0" i="0" u="none" strike="noStrike" kern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Breathable fabric</a:t>
            </a:r>
            <a:endParaRPr lang="en-US" sz="4200" b="0" i="0" u="none" strike="noStrike">
              <a:effectLst/>
              <a:latin typeface="Arial" panose="020B0604020202020204" pitchFamily="34" charset="0"/>
            </a:endParaRPr>
          </a:p>
          <a:p>
            <a:pPr marL="283464" indent="-283464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4200" b="0" i="0" u="none" strike="noStrike" kern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Dry well after bathing-towel dry then blow dry on cool</a:t>
            </a:r>
            <a:endParaRPr lang="en-US" sz="4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4200" b="0" i="0" u="none" strike="noStrike" kern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Wrong Binder:</a:t>
            </a:r>
            <a:endParaRPr lang="en-US" sz="4200" b="0" i="0" u="none" strike="noStrike">
              <a:effectLst/>
              <a:latin typeface="Arial" panose="020B0604020202020204" pitchFamily="34" charset="0"/>
            </a:endParaRPr>
          </a:p>
          <a:p>
            <a:pPr marL="283464" indent="-283464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4200" b="0" i="0" u="none" strike="noStrike" kern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Can restrict blood flow</a:t>
            </a:r>
            <a:endParaRPr lang="en-US" sz="4200" b="0" i="0" u="none" strike="noStrike">
              <a:effectLst/>
              <a:latin typeface="Arial" panose="020B0604020202020204" pitchFamily="34" charset="0"/>
            </a:endParaRPr>
          </a:p>
          <a:p>
            <a:pPr marL="283464" indent="-283464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4200" b="0" i="0" u="none" strike="noStrike" kern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Can make it hard to breathe</a:t>
            </a:r>
            <a:endParaRPr lang="en-US" sz="4200" b="0" i="0" u="none" strike="noStrike">
              <a:effectLst/>
              <a:latin typeface="Arial" panose="020B0604020202020204" pitchFamily="34" charset="0"/>
            </a:endParaRPr>
          </a:p>
          <a:p>
            <a:pPr marL="283464" indent="-283464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4200" b="0" i="0" u="none" strike="noStrike" kern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Causes Rashes &amp; Bruising, Broken Ribs- especially Yeast</a:t>
            </a:r>
            <a:endParaRPr lang="en-US" sz="4200" b="0" i="0" u="none" strike="noStrike">
              <a:effectLst/>
              <a:latin typeface="Arial" panose="020B0604020202020204" pitchFamily="34" charset="0"/>
            </a:endParaRPr>
          </a:p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B7522F-8062-473C-B268-B13D36C3E0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>
                <a:solidFill>
                  <a:srgbClr val="92D050"/>
                </a:solidFill>
                <a:latin typeface="+mj-lt"/>
              </a:rPr>
              <a:t>BOTTOM: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E96317-CB8A-4FE1-84A1-C41E72552B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505075"/>
            <a:ext cx="5799221" cy="3684588"/>
          </a:xfrm>
        </p:spPr>
        <p:txBody>
          <a:bodyPr>
            <a:normAutofit fontScale="25000" lnSpcReduction="20000"/>
          </a:bodyPr>
          <a:lstStyle/>
          <a:p>
            <a:pPr marL="514350" indent="-514350">
              <a:buAutoNum type="arabicPeriod"/>
            </a:pPr>
            <a:r>
              <a:rPr lang="en-US" sz="8800">
                <a:solidFill>
                  <a:schemeClr val="bg1"/>
                </a:solidFill>
              </a:rPr>
              <a:t>Genital itching , burning, unusual discharge</a:t>
            </a:r>
          </a:p>
          <a:p>
            <a:pPr marL="514350" indent="-514350">
              <a:buAutoNum type="arabicPeriod"/>
            </a:pPr>
            <a:r>
              <a:rPr lang="en-US" sz="8800">
                <a:solidFill>
                  <a:schemeClr val="bg1"/>
                </a:solidFill>
              </a:rPr>
              <a:t>Pelvic pain/Pelvic Pressure</a:t>
            </a:r>
          </a:p>
          <a:p>
            <a:pPr marL="514350" indent="-514350">
              <a:buAutoNum type="arabicPeriod"/>
            </a:pPr>
            <a:r>
              <a:rPr lang="en-US" sz="8800">
                <a:solidFill>
                  <a:schemeClr val="bg1"/>
                </a:solidFill>
              </a:rPr>
              <a:t>Burning w/Urination/Leakage</a:t>
            </a:r>
          </a:p>
          <a:p>
            <a:pPr marL="514350" indent="-514350">
              <a:buAutoNum type="arabicPeriod"/>
            </a:pPr>
            <a:r>
              <a:rPr lang="en-US" sz="8800">
                <a:solidFill>
                  <a:schemeClr val="bg1"/>
                </a:solidFill>
              </a:rPr>
              <a:t>Diarrhea /Constipation or Leakage of Stool</a:t>
            </a:r>
          </a:p>
          <a:p>
            <a:pPr marL="514350" indent="-514350">
              <a:buAutoNum type="arabicPeriod"/>
            </a:pPr>
            <a:r>
              <a:rPr lang="en-US" sz="8800">
                <a:solidFill>
                  <a:schemeClr val="bg1"/>
                </a:solidFill>
              </a:rPr>
              <a:t>Bleeding Pattern history</a:t>
            </a:r>
          </a:p>
          <a:p>
            <a:pPr marL="514350" indent="-514350">
              <a:buAutoNum type="arabicPeriod"/>
            </a:pPr>
            <a:r>
              <a:rPr lang="en-US" sz="8800">
                <a:solidFill>
                  <a:schemeClr val="bg1"/>
                </a:solidFill>
              </a:rPr>
              <a:t>Cervical Cancer Screening</a:t>
            </a:r>
          </a:p>
          <a:p>
            <a:pPr marL="514350" indent="-514350">
              <a:buAutoNum type="arabicPeriod"/>
            </a:pPr>
            <a:r>
              <a:rPr lang="en-US" sz="8800">
                <a:solidFill>
                  <a:schemeClr val="bg1"/>
                </a:solidFill>
              </a:rPr>
              <a:t>HPV Vaccination discussion</a:t>
            </a:r>
          </a:p>
          <a:p>
            <a:pPr marL="514350" indent="-514350">
              <a:buAutoNum type="arabicPeriod"/>
            </a:pPr>
            <a:r>
              <a:rPr lang="en-US" sz="8800">
                <a:solidFill>
                  <a:schemeClr val="bg1"/>
                </a:solidFill>
              </a:rPr>
              <a:t>STD Screening history</a:t>
            </a:r>
          </a:p>
          <a:p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4175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2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5C2C602-04D7-4A02-A939-5A7B03161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79" y="56147"/>
            <a:ext cx="6642184" cy="663516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b="1">
                <a:solidFill>
                  <a:schemeClr val="bg1"/>
                </a:solidFill>
              </a:rPr>
              <a:t>Sexual History:</a:t>
            </a:r>
            <a:br>
              <a:rPr lang="en-US" b="1">
                <a:solidFill>
                  <a:schemeClr val="bg1"/>
                </a:solidFill>
              </a:rPr>
            </a:br>
            <a:br>
              <a:rPr lang="en-US" sz="2800">
                <a:solidFill>
                  <a:schemeClr val="bg1"/>
                </a:solidFill>
              </a:rPr>
            </a:br>
            <a:r>
              <a:rPr lang="en-US" sz="2800">
                <a:solidFill>
                  <a:schemeClr val="bg1"/>
                </a:solidFill>
              </a:rPr>
              <a:t>1. </a:t>
            </a:r>
            <a:r>
              <a:rPr lang="en-US" sz="2800">
                <a:solidFill>
                  <a:srgbClr val="00B050"/>
                </a:solidFill>
              </a:rPr>
              <a:t>Who</a:t>
            </a:r>
            <a:r>
              <a:rPr lang="en-US" sz="2800">
                <a:solidFill>
                  <a:schemeClr val="bg1"/>
                </a:solidFill>
              </a:rPr>
              <a:t> do you have Sex with?</a:t>
            </a:r>
            <a:br>
              <a:rPr lang="en-US" sz="2800">
                <a:solidFill>
                  <a:schemeClr val="bg1"/>
                </a:solidFill>
              </a:rPr>
            </a:br>
            <a:br>
              <a:rPr lang="en-US" sz="2800">
                <a:solidFill>
                  <a:schemeClr val="bg1"/>
                </a:solidFill>
              </a:rPr>
            </a:br>
            <a:br>
              <a:rPr lang="en-US" sz="2800">
                <a:solidFill>
                  <a:schemeClr val="bg1"/>
                </a:solidFill>
              </a:rPr>
            </a:br>
            <a:r>
              <a:rPr lang="en-US" sz="2800">
                <a:solidFill>
                  <a:schemeClr val="bg1"/>
                </a:solidFill>
              </a:rPr>
              <a:t>2. What parts (</a:t>
            </a:r>
            <a:r>
              <a:rPr lang="en-US" sz="2800">
                <a:solidFill>
                  <a:srgbClr val="FFFF00"/>
                </a:solidFill>
              </a:rPr>
              <a:t>Anatomy</a:t>
            </a:r>
            <a:r>
              <a:rPr lang="en-US" sz="2800">
                <a:solidFill>
                  <a:schemeClr val="bg1"/>
                </a:solidFill>
              </a:rPr>
              <a:t>) do they have?</a:t>
            </a:r>
            <a:br>
              <a:rPr lang="en-US" sz="2800">
                <a:solidFill>
                  <a:schemeClr val="bg1"/>
                </a:solidFill>
              </a:rPr>
            </a:br>
            <a:br>
              <a:rPr lang="en-US" sz="2800">
                <a:solidFill>
                  <a:schemeClr val="bg1"/>
                </a:solidFill>
              </a:rPr>
            </a:br>
            <a:br>
              <a:rPr lang="en-US" sz="2800">
                <a:solidFill>
                  <a:schemeClr val="bg1"/>
                </a:solidFill>
              </a:rPr>
            </a:br>
            <a:r>
              <a:rPr lang="en-US" sz="2800">
                <a:solidFill>
                  <a:schemeClr val="bg1"/>
                </a:solidFill>
              </a:rPr>
              <a:t>3. Have you been intimate in a way that includes: Exchange of </a:t>
            </a:r>
            <a:r>
              <a:rPr lang="en-US" sz="2800">
                <a:solidFill>
                  <a:srgbClr val="00B0F0"/>
                </a:solidFill>
              </a:rPr>
              <a:t>Genital body fluids</a:t>
            </a:r>
            <a:r>
              <a:rPr lang="en-US" sz="2800">
                <a:solidFill>
                  <a:schemeClr val="bg1"/>
                </a:solidFill>
              </a:rPr>
              <a:t>?</a:t>
            </a:r>
            <a:br>
              <a:rPr lang="en-US" sz="2800">
                <a:solidFill>
                  <a:schemeClr val="bg1"/>
                </a:solidFill>
              </a:rPr>
            </a:br>
            <a:br>
              <a:rPr lang="en-US" sz="2800">
                <a:solidFill>
                  <a:schemeClr val="bg1"/>
                </a:solidFill>
              </a:rPr>
            </a:br>
            <a:br>
              <a:rPr lang="en-US" sz="2800">
                <a:solidFill>
                  <a:schemeClr val="bg1"/>
                </a:solidFill>
              </a:rPr>
            </a:br>
            <a:r>
              <a:rPr lang="en-US" sz="2800">
                <a:solidFill>
                  <a:schemeClr val="bg1"/>
                </a:solidFill>
              </a:rPr>
              <a:t>4. Do you have Oral or Anal sex?</a:t>
            </a:r>
            <a:br>
              <a:rPr lang="en-US" sz="2800">
                <a:solidFill>
                  <a:schemeClr val="bg1"/>
                </a:solidFill>
              </a:rPr>
            </a:br>
            <a:br>
              <a:rPr lang="en-US" sz="2200">
                <a:solidFill>
                  <a:schemeClr val="bg1"/>
                </a:solidFill>
              </a:rPr>
            </a:br>
            <a:br>
              <a:rPr lang="en-US" sz="1100">
                <a:solidFill>
                  <a:schemeClr val="bg1"/>
                </a:solidFill>
              </a:rPr>
            </a:br>
            <a:endParaRPr lang="en-US" sz="1100">
              <a:solidFill>
                <a:schemeClr val="bg1"/>
              </a:solidFill>
            </a:endParaRP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63CCA749-0D3D-4F30-ACED-99996FA14C68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3921" r="37171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2782589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2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5C2C602-04D7-4A02-A939-5A7B03161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79" y="56147"/>
            <a:ext cx="6642184" cy="663516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br>
              <a:rPr lang="en-US" sz="8000" b="1">
                <a:solidFill>
                  <a:schemeClr val="bg1"/>
                </a:solidFill>
              </a:rPr>
            </a:br>
            <a:br>
              <a:rPr lang="en-US" sz="8000" b="1">
                <a:solidFill>
                  <a:schemeClr val="bg1"/>
                </a:solidFill>
              </a:rPr>
            </a:br>
            <a:br>
              <a:rPr lang="en-US" sz="8000" b="1">
                <a:solidFill>
                  <a:schemeClr val="bg1"/>
                </a:solidFill>
              </a:rPr>
            </a:br>
            <a:br>
              <a:rPr lang="en-US" sz="8000" b="1">
                <a:solidFill>
                  <a:schemeClr val="bg1"/>
                </a:solidFill>
              </a:rPr>
            </a:br>
            <a:br>
              <a:rPr lang="en-US" sz="8000" b="1">
                <a:solidFill>
                  <a:schemeClr val="bg1"/>
                </a:solidFill>
              </a:rPr>
            </a:br>
            <a:br>
              <a:rPr lang="en-US" sz="8000" b="1">
                <a:solidFill>
                  <a:schemeClr val="bg1"/>
                </a:solidFill>
              </a:rPr>
            </a:br>
            <a:r>
              <a:rPr lang="en-US" sz="5300" b="1">
                <a:solidFill>
                  <a:schemeClr val="bg1"/>
                </a:solidFill>
              </a:rPr>
              <a:t>Sexual History:</a:t>
            </a:r>
            <a:br>
              <a:rPr lang="en-US" b="1">
                <a:solidFill>
                  <a:schemeClr val="bg1"/>
                </a:solidFill>
              </a:rPr>
            </a:br>
            <a:br>
              <a:rPr lang="en-US" sz="1600" b="1">
                <a:solidFill>
                  <a:schemeClr val="bg1"/>
                </a:solidFill>
              </a:rPr>
            </a:br>
            <a:br>
              <a:rPr lang="en-US" sz="2400">
                <a:solidFill>
                  <a:schemeClr val="bg1"/>
                </a:solidFill>
              </a:rPr>
            </a:br>
            <a:r>
              <a:rPr lang="en-US" sz="2900">
                <a:solidFill>
                  <a:schemeClr val="bg1"/>
                </a:solidFill>
              </a:rPr>
              <a:t>5. Is there a possibility that any of your partners:</a:t>
            </a:r>
            <a:br>
              <a:rPr lang="en-US" sz="2400">
                <a:solidFill>
                  <a:schemeClr val="bg1"/>
                </a:solidFill>
              </a:rPr>
            </a:br>
            <a:r>
              <a:rPr lang="en-US" sz="2400">
                <a:solidFill>
                  <a:schemeClr val="bg1"/>
                </a:solidFill>
              </a:rPr>
              <a:t>Could get you </a:t>
            </a:r>
            <a:r>
              <a:rPr lang="en-US" sz="2400">
                <a:solidFill>
                  <a:srgbClr val="FF66FF"/>
                </a:solidFill>
              </a:rPr>
              <a:t>Pregnant</a:t>
            </a:r>
            <a:r>
              <a:rPr lang="en-US" sz="2400">
                <a:solidFill>
                  <a:schemeClr val="bg1"/>
                </a:solidFill>
              </a:rPr>
              <a:t> or you could get them Pregnant?</a:t>
            </a:r>
            <a:br>
              <a:rPr lang="en-US" sz="2400">
                <a:solidFill>
                  <a:schemeClr val="bg1"/>
                </a:solidFill>
              </a:rPr>
            </a:br>
            <a:br>
              <a:rPr lang="en-US" sz="2400">
                <a:solidFill>
                  <a:schemeClr val="bg1"/>
                </a:solidFill>
              </a:rPr>
            </a:br>
            <a:br>
              <a:rPr lang="en-US" sz="2400">
                <a:solidFill>
                  <a:schemeClr val="bg1"/>
                </a:solidFill>
              </a:rPr>
            </a:br>
            <a:br>
              <a:rPr lang="en-US" sz="2400">
                <a:solidFill>
                  <a:schemeClr val="bg1"/>
                </a:solidFill>
              </a:rPr>
            </a:br>
            <a:r>
              <a:rPr lang="en-US" sz="2900">
                <a:solidFill>
                  <a:schemeClr val="bg1"/>
                </a:solidFill>
              </a:rPr>
              <a:t>6. Pregnancy Plans or </a:t>
            </a:r>
            <a:r>
              <a:rPr lang="en-US" sz="2900">
                <a:solidFill>
                  <a:srgbClr val="FFFF00"/>
                </a:solidFill>
              </a:rPr>
              <a:t>Contraception</a:t>
            </a:r>
            <a:r>
              <a:rPr lang="en-US" sz="2900">
                <a:solidFill>
                  <a:schemeClr val="bg1"/>
                </a:solidFill>
              </a:rPr>
              <a:t> needed?</a:t>
            </a:r>
            <a:br>
              <a:rPr lang="en-US" sz="2400">
                <a:solidFill>
                  <a:schemeClr val="bg1"/>
                </a:solidFill>
              </a:rPr>
            </a:br>
            <a:br>
              <a:rPr lang="en-US" sz="2400">
                <a:solidFill>
                  <a:schemeClr val="bg1"/>
                </a:solidFill>
              </a:rPr>
            </a:br>
            <a:br>
              <a:rPr lang="en-US" sz="2400">
                <a:solidFill>
                  <a:schemeClr val="bg1"/>
                </a:solidFill>
              </a:rPr>
            </a:br>
            <a:br>
              <a:rPr lang="en-US" sz="2400">
                <a:solidFill>
                  <a:schemeClr val="bg1"/>
                </a:solidFill>
              </a:rPr>
            </a:br>
            <a:r>
              <a:rPr lang="en-US" sz="2900">
                <a:solidFill>
                  <a:schemeClr val="bg1"/>
                </a:solidFill>
              </a:rPr>
              <a:t>7. </a:t>
            </a:r>
            <a:r>
              <a:rPr lang="en-US" sz="2900">
                <a:solidFill>
                  <a:srgbClr val="92D050"/>
                </a:solidFill>
              </a:rPr>
              <a:t>RADAR</a:t>
            </a:r>
            <a:r>
              <a:rPr lang="en-US" sz="2900">
                <a:solidFill>
                  <a:schemeClr val="bg1"/>
                </a:solidFill>
              </a:rPr>
              <a:t>:   Ask about Abuse</a:t>
            </a:r>
            <a:br>
              <a:rPr lang="en-US" sz="2400">
                <a:solidFill>
                  <a:schemeClr val="bg1"/>
                </a:solidFill>
              </a:rPr>
            </a:br>
            <a:r>
              <a:rPr lang="en-US" sz="2400">
                <a:solidFill>
                  <a:srgbClr val="FF0000"/>
                </a:solidFill>
              </a:rPr>
              <a:t>R</a:t>
            </a:r>
            <a:r>
              <a:rPr lang="en-US" sz="2400">
                <a:solidFill>
                  <a:schemeClr val="bg1"/>
                </a:solidFill>
              </a:rPr>
              <a:t>emember to ask routinely</a:t>
            </a:r>
            <a:br>
              <a:rPr lang="en-US" sz="2400">
                <a:solidFill>
                  <a:schemeClr val="bg1"/>
                </a:solidFill>
              </a:rPr>
            </a:br>
            <a:r>
              <a:rPr lang="en-US" sz="2400">
                <a:solidFill>
                  <a:srgbClr val="FF0000"/>
                </a:solidFill>
              </a:rPr>
              <a:t>A</a:t>
            </a:r>
            <a:r>
              <a:rPr lang="en-US" sz="2400">
                <a:solidFill>
                  <a:schemeClr val="bg1"/>
                </a:solidFill>
              </a:rPr>
              <a:t>sk directly about violence</a:t>
            </a:r>
            <a:br>
              <a:rPr lang="en-US" sz="2400">
                <a:solidFill>
                  <a:schemeClr val="bg1"/>
                </a:solidFill>
              </a:rPr>
            </a:br>
            <a:r>
              <a:rPr lang="en-US" sz="2400">
                <a:solidFill>
                  <a:srgbClr val="FF0000"/>
                </a:solidFill>
              </a:rPr>
              <a:t>D</a:t>
            </a:r>
            <a:r>
              <a:rPr lang="en-US" sz="2400">
                <a:solidFill>
                  <a:schemeClr val="bg1"/>
                </a:solidFill>
              </a:rPr>
              <a:t>ocument</a:t>
            </a:r>
            <a:br>
              <a:rPr lang="en-US" sz="2400">
                <a:solidFill>
                  <a:schemeClr val="bg1"/>
                </a:solidFill>
              </a:rPr>
            </a:br>
            <a:r>
              <a:rPr lang="en-US" sz="2400">
                <a:solidFill>
                  <a:srgbClr val="FF0000"/>
                </a:solidFill>
              </a:rPr>
              <a:t>A</a:t>
            </a:r>
            <a:r>
              <a:rPr lang="en-US" sz="2400">
                <a:solidFill>
                  <a:schemeClr val="bg1"/>
                </a:solidFill>
              </a:rPr>
              <a:t>ssess your patient’s safety</a:t>
            </a:r>
            <a:br>
              <a:rPr lang="en-US" sz="2400">
                <a:solidFill>
                  <a:schemeClr val="bg1"/>
                </a:solidFill>
              </a:rPr>
            </a:br>
            <a:r>
              <a:rPr lang="en-US" sz="2400">
                <a:solidFill>
                  <a:srgbClr val="FF0000"/>
                </a:solidFill>
              </a:rPr>
              <a:t>R</a:t>
            </a:r>
            <a:r>
              <a:rPr lang="en-US" sz="2400">
                <a:solidFill>
                  <a:schemeClr val="bg1"/>
                </a:solidFill>
              </a:rPr>
              <a:t>eview Resource options with your patient </a:t>
            </a:r>
            <a:br>
              <a:rPr lang="en-US" sz="2200">
                <a:solidFill>
                  <a:schemeClr val="bg1"/>
                </a:solidFill>
              </a:rPr>
            </a:br>
            <a:br>
              <a:rPr lang="en-US" sz="2200">
                <a:solidFill>
                  <a:schemeClr val="bg1"/>
                </a:solidFill>
              </a:rPr>
            </a:br>
            <a:br>
              <a:rPr lang="en-US" sz="2200">
                <a:solidFill>
                  <a:schemeClr val="bg1"/>
                </a:solidFill>
              </a:rPr>
            </a:br>
            <a:br>
              <a:rPr lang="en-US" sz="1100">
                <a:solidFill>
                  <a:schemeClr val="bg1"/>
                </a:solidFill>
              </a:rPr>
            </a:br>
            <a:endParaRPr lang="en-US" sz="1100">
              <a:solidFill>
                <a:schemeClr val="bg1"/>
              </a:solidFill>
            </a:endParaRP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63CCA749-0D3D-4F30-ACED-99996FA14C68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3921" r="37171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3366021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Person side face wearing hoodie">
            <a:extLst>
              <a:ext uri="{FF2B5EF4-FFF2-40B4-BE49-F238E27FC236}">
                <a16:creationId xmlns:a16="http://schemas.microsoft.com/office/drawing/2014/main" id="{63CCA749-0D3D-4F30-ACED-99996FA14C68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2"/>
          <a:srcRect l="15384" r="15384"/>
          <a:stretch/>
        </p:blipFill>
        <p:spPr>
          <a:xfrm>
            <a:off x="0" y="214313"/>
            <a:ext cx="6637338" cy="6391275"/>
          </a:xfrm>
          <a:noFill/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45C2C602-04D7-4A02-A939-5A7B03161C0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594130" y="179819"/>
            <a:ext cx="5597870" cy="6546186"/>
          </a:xfrm>
        </p:spPr>
        <p:txBody>
          <a:bodyPr anchor="ctr">
            <a:normAutofit/>
          </a:bodyPr>
          <a:lstStyle/>
          <a:p>
            <a:pPr algn="l"/>
            <a:r>
              <a:rPr lang="en-US" sz="5300" b="1">
                <a:solidFill>
                  <a:schemeClr val="bg1"/>
                </a:solidFill>
                <a:cs typeface="Aharoni" panose="02010803020104030203" pitchFamily="2" charset="-79"/>
              </a:rPr>
              <a:t>PHYSICAL EXAM:</a:t>
            </a:r>
            <a:br>
              <a:rPr lang="en-US" sz="4000" b="1">
                <a:solidFill>
                  <a:schemeClr val="bg1"/>
                </a:solidFill>
                <a:cs typeface="Aharoni" panose="02010803020104030203" pitchFamily="2" charset="-79"/>
              </a:rPr>
            </a:br>
            <a:br>
              <a:rPr lang="en-US" sz="2800">
                <a:solidFill>
                  <a:schemeClr val="bg1"/>
                </a:solidFill>
                <a:cs typeface="Aharoni" panose="02010803020104030203" pitchFamily="2" charset="-79"/>
              </a:rPr>
            </a:br>
            <a:r>
              <a:rPr lang="en-US" sz="2900">
                <a:solidFill>
                  <a:schemeClr val="bg1"/>
                </a:solidFill>
                <a:cs typeface="Aharoni" panose="02010803020104030203" pitchFamily="2" charset="-79"/>
              </a:rPr>
              <a:t>1. Delay exam-Develop Rapport 1st</a:t>
            </a:r>
            <a:br>
              <a:rPr lang="en-US" sz="2900">
                <a:solidFill>
                  <a:schemeClr val="bg1"/>
                </a:solidFill>
                <a:cs typeface="Aharoni" panose="02010803020104030203" pitchFamily="2" charset="-79"/>
              </a:rPr>
            </a:br>
            <a:br>
              <a:rPr lang="en-US" sz="2900">
                <a:solidFill>
                  <a:schemeClr val="bg1"/>
                </a:solidFill>
                <a:cs typeface="Aharoni" panose="02010803020104030203" pitchFamily="2" charset="-79"/>
              </a:rPr>
            </a:br>
            <a:br>
              <a:rPr lang="en-US" sz="2900">
                <a:solidFill>
                  <a:schemeClr val="bg1"/>
                </a:solidFill>
                <a:cs typeface="Aharoni" panose="02010803020104030203" pitchFamily="2" charset="-79"/>
              </a:rPr>
            </a:br>
            <a:r>
              <a:rPr lang="en-US" sz="2900">
                <a:solidFill>
                  <a:schemeClr val="bg1"/>
                </a:solidFill>
                <a:cs typeface="Aharoni" panose="02010803020104030203" pitchFamily="2" charset="-79"/>
              </a:rPr>
              <a:t>2. Exam - Based on </a:t>
            </a:r>
            <a:r>
              <a:rPr lang="en-US" sz="2900">
                <a:solidFill>
                  <a:srgbClr val="00B050"/>
                </a:solidFill>
                <a:cs typeface="Aharoni" panose="02010803020104030203" pitchFamily="2" charset="-79"/>
              </a:rPr>
              <a:t>Organs</a:t>
            </a:r>
            <a:r>
              <a:rPr lang="en-US" sz="2900">
                <a:solidFill>
                  <a:schemeClr val="bg1"/>
                </a:solidFill>
                <a:cs typeface="Aharoni" panose="02010803020104030203" pitchFamily="2" charset="-79"/>
              </a:rPr>
              <a:t> present</a:t>
            </a:r>
            <a:br>
              <a:rPr lang="en-US" sz="2900">
                <a:solidFill>
                  <a:schemeClr val="bg1"/>
                </a:solidFill>
                <a:cs typeface="Aharoni" panose="02010803020104030203" pitchFamily="2" charset="-79"/>
              </a:rPr>
            </a:br>
            <a:br>
              <a:rPr lang="en-US" sz="2900">
                <a:solidFill>
                  <a:schemeClr val="bg1"/>
                </a:solidFill>
                <a:cs typeface="Aharoni" panose="02010803020104030203" pitchFamily="2" charset="-79"/>
              </a:rPr>
            </a:br>
            <a:br>
              <a:rPr lang="en-US" sz="2900">
                <a:solidFill>
                  <a:schemeClr val="bg1"/>
                </a:solidFill>
                <a:cs typeface="Aharoni" panose="02010803020104030203" pitchFamily="2" charset="-79"/>
              </a:rPr>
            </a:br>
            <a:r>
              <a:rPr lang="en-US" sz="2900">
                <a:solidFill>
                  <a:schemeClr val="bg1"/>
                </a:solidFill>
                <a:cs typeface="Aharoni" panose="02010803020104030203" pitchFamily="2" charset="-79"/>
              </a:rPr>
              <a:t>3.  Discuss: Purpose of the exam</a:t>
            </a:r>
            <a:br>
              <a:rPr lang="en-US" sz="2900">
                <a:solidFill>
                  <a:schemeClr val="bg1"/>
                </a:solidFill>
                <a:cs typeface="Aharoni" panose="02010803020104030203" pitchFamily="2" charset="-79"/>
              </a:rPr>
            </a:br>
            <a:br>
              <a:rPr lang="en-US" sz="2900">
                <a:solidFill>
                  <a:schemeClr val="bg1"/>
                </a:solidFill>
                <a:cs typeface="Aharoni" panose="02010803020104030203" pitchFamily="2" charset="-79"/>
              </a:rPr>
            </a:br>
            <a:endParaRPr lang="en-US" sz="2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8573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Person side face wearing hoodie">
            <a:extLst>
              <a:ext uri="{FF2B5EF4-FFF2-40B4-BE49-F238E27FC236}">
                <a16:creationId xmlns:a16="http://schemas.microsoft.com/office/drawing/2014/main" id="{63CCA749-0D3D-4F30-ACED-99996FA14C68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2"/>
          <a:srcRect l="15384" r="15384"/>
          <a:stretch/>
        </p:blipFill>
        <p:spPr>
          <a:xfrm>
            <a:off x="0" y="172512"/>
            <a:ext cx="6637338" cy="6391275"/>
          </a:xfrm>
          <a:noFill/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45C2C602-04D7-4A02-A939-5A7B03161C0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721642" y="179819"/>
            <a:ext cx="5470358" cy="6546186"/>
          </a:xfrm>
        </p:spPr>
        <p:txBody>
          <a:bodyPr anchor="ctr">
            <a:normAutofit/>
          </a:bodyPr>
          <a:lstStyle/>
          <a:p>
            <a:pPr algn="l"/>
            <a:r>
              <a:rPr lang="en-US" sz="6000" b="1">
                <a:solidFill>
                  <a:schemeClr val="bg1"/>
                </a:solidFill>
                <a:cs typeface="Aharoni" panose="02010803020104030203" pitchFamily="2" charset="-79"/>
              </a:rPr>
              <a:t>PHYSICAL EXAM:</a:t>
            </a:r>
            <a:br>
              <a:rPr lang="en-US" sz="6000" b="1">
                <a:solidFill>
                  <a:schemeClr val="bg1"/>
                </a:solidFill>
                <a:cs typeface="Aharoni" panose="02010803020104030203" pitchFamily="2" charset="-79"/>
              </a:rPr>
            </a:br>
            <a:br>
              <a:rPr lang="en-US" sz="2800">
                <a:solidFill>
                  <a:schemeClr val="bg1"/>
                </a:solidFill>
                <a:cs typeface="Aharoni" panose="02010803020104030203" pitchFamily="2" charset="-79"/>
              </a:rPr>
            </a:br>
            <a:r>
              <a:rPr lang="en-US" sz="2900">
                <a:solidFill>
                  <a:schemeClr val="bg1"/>
                </a:solidFill>
                <a:cs typeface="Aharoni" panose="02010803020104030203" pitchFamily="2" charset="-79"/>
              </a:rPr>
              <a:t> </a:t>
            </a:r>
            <a:r>
              <a:rPr lang="en-US">
                <a:solidFill>
                  <a:srgbClr val="00B0F0"/>
                </a:solidFill>
                <a:cs typeface="Aharoni" panose="02010803020104030203" pitchFamily="2" charset="-79"/>
              </a:rPr>
              <a:t>Testosterone</a:t>
            </a:r>
            <a:r>
              <a:rPr lang="en-US">
                <a:solidFill>
                  <a:schemeClr val="bg1"/>
                </a:solidFill>
                <a:cs typeface="Aharoni" panose="02010803020104030203" pitchFamily="2" charset="-79"/>
              </a:rPr>
              <a:t> use:</a:t>
            </a:r>
            <a:br>
              <a:rPr lang="en-US" sz="3200">
                <a:solidFill>
                  <a:schemeClr val="bg1"/>
                </a:solidFill>
                <a:cs typeface="Aharoni" panose="02010803020104030203" pitchFamily="2" charset="-79"/>
              </a:rPr>
            </a:br>
            <a:r>
              <a:rPr lang="en-US" sz="3200">
                <a:solidFill>
                  <a:schemeClr val="bg1"/>
                </a:solidFill>
                <a:cs typeface="Aharoni" panose="02010803020104030203" pitchFamily="2" charset="-79"/>
              </a:rPr>
              <a:t> Beard growth</a:t>
            </a:r>
            <a:br>
              <a:rPr lang="en-US" sz="3200">
                <a:solidFill>
                  <a:schemeClr val="bg1"/>
                </a:solidFill>
                <a:cs typeface="Aharoni" panose="02010803020104030203" pitchFamily="2" charset="-79"/>
              </a:rPr>
            </a:br>
            <a:r>
              <a:rPr lang="en-US" sz="3200">
                <a:solidFill>
                  <a:schemeClr val="bg1"/>
                </a:solidFill>
                <a:cs typeface="Aharoni" panose="02010803020104030203" pitchFamily="2" charset="-79"/>
              </a:rPr>
              <a:t> Clitoromegaly</a:t>
            </a:r>
            <a:br>
              <a:rPr lang="en-US" sz="3200">
                <a:solidFill>
                  <a:schemeClr val="bg1"/>
                </a:solidFill>
                <a:cs typeface="Aharoni" panose="02010803020104030203" pitchFamily="2" charset="-79"/>
              </a:rPr>
            </a:br>
            <a:r>
              <a:rPr lang="en-US" sz="3200">
                <a:solidFill>
                  <a:schemeClr val="bg1"/>
                </a:solidFill>
                <a:cs typeface="Aharoni" panose="02010803020104030203" pitchFamily="2" charset="-79"/>
              </a:rPr>
              <a:t> Acne</a:t>
            </a:r>
            <a:br>
              <a:rPr lang="en-US" sz="3200">
                <a:solidFill>
                  <a:schemeClr val="bg1"/>
                </a:solidFill>
                <a:cs typeface="Aharoni" panose="02010803020104030203" pitchFamily="2" charset="-79"/>
              </a:rPr>
            </a:br>
            <a:r>
              <a:rPr lang="en-US" sz="3200">
                <a:solidFill>
                  <a:schemeClr val="bg1"/>
                </a:solidFill>
                <a:cs typeface="Aharoni" panose="02010803020104030203" pitchFamily="2" charset="-79"/>
              </a:rPr>
              <a:t> Androgenic alopecia</a:t>
            </a:r>
            <a:br>
              <a:rPr lang="en-US" sz="2900">
                <a:solidFill>
                  <a:schemeClr val="bg1"/>
                </a:solidFill>
                <a:cs typeface="Aharoni" panose="02010803020104030203" pitchFamily="2" charset="-79"/>
              </a:rPr>
            </a:br>
            <a:br>
              <a:rPr lang="en-US" sz="2900">
                <a:solidFill>
                  <a:schemeClr val="bg1"/>
                </a:solidFill>
                <a:cs typeface="Aharoni" panose="02010803020104030203" pitchFamily="2" charset="-79"/>
              </a:rPr>
            </a:br>
            <a:r>
              <a:rPr lang="en-US">
                <a:solidFill>
                  <a:srgbClr val="FF66FF"/>
                </a:solidFill>
                <a:cs typeface="Aharoni" panose="02010803020104030203" pitchFamily="2" charset="-79"/>
              </a:rPr>
              <a:t>Estrogen</a:t>
            </a:r>
            <a:r>
              <a:rPr lang="en-US">
                <a:solidFill>
                  <a:schemeClr val="bg1"/>
                </a:solidFill>
                <a:cs typeface="Aharoni" panose="02010803020104030203" pitchFamily="2" charset="-79"/>
              </a:rPr>
              <a:t> use:</a:t>
            </a:r>
            <a:br>
              <a:rPr lang="en-US" sz="2900">
                <a:solidFill>
                  <a:schemeClr val="bg1"/>
                </a:solidFill>
                <a:cs typeface="Aharoni" panose="02010803020104030203" pitchFamily="2" charset="-79"/>
              </a:rPr>
            </a:br>
            <a:r>
              <a:rPr lang="en-US" sz="3200">
                <a:solidFill>
                  <a:schemeClr val="bg1"/>
                </a:solidFill>
                <a:cs typeface="Aharoni" panose="02010803020104030203" pitchFamily="2" charset="-79"/>
              </a:rPr>
              <a:t>Breast tenderness</a:t>
            </a:r>
            <a:br>
              <a:rPr lang="en-US" sz="3200">
                <a:solidFill>
                  <a:schemeClr val="bg1"/>
                </a:solidFill>
                <a:cs typeface="Aharoni" panose="02010803020104030203" pitchFamily="2" charset="-79"/>
              </a:rPr>
            </a:br>
            <a:r>
              <a:rPr lang="en-US" sz="3200">
                <a:solidFill>
                  <a:schemeClr val="bg1"/>
                </a:solidFill>
                <a:cs typeface="Aharoni" panose="02010803020104030203" pitchFamily="2" charset="-79"/>
              </a:rPr>
              <a:t>Loss of muscle tone</a:t>
            </a:r>
            <a:br>
              <a:rPr lang="en-US" sz="3200">
                <a:solidFill>
                  <a:schemeClr val="bg1"/>
                </a:solidFill>
                <a:cs typeface="Aharoni" panose="02010803020104030203" pitchFamily="2" charset="-79"/>
              </a:rPr>
            </a:br>
            <a:r>
              <a:rPr lang="en-US" sz="3200">
                <a:solidFill>
                  <a:schemeClr val="bg1"/>
                </a:solidFill>
                <a:cs typeface="Aharoni" panose="02010803020104030203" pitchFamily="2" charset="-79"/>
              </a:rPr>
              <a:t>Urinary symptoms (prostate)</a:t>
            </a:r>
            <a:br>
              <a:rPr lang="en-US" sz="3200">
                <a:solidFill>
                  <a:schemeClr val="bg1"/>
                </a:solidFill>
              </a:rPr>
            </a:br>
            <a:endParaRPr lang="en-US" sz="3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8637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572BA-EB63-DCD9-7908-061C9A129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Person side face wearing hoodie">
            <a:extLst>
              <a:ext uri="{FF2B5EF4-FFF2-40B4-BE49-F238E27FC236}">
                <a16:creationId xmlns:a16="http://schemas.microsoft.com/office/drawing/2014/main" id="{75996895-4C7D-0529-B009-99A005768299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2"/>
          <a:srcRect l="15384" r="15384"/>
          <a:stretch/>
        </p:blipFill>
        <p:spPr>
          <a:xfrm>
            <a:off x="0" y="172512"/>
            <a:ext cx="6637338" cy="6391275"/>
          </a:xfrm>
          <a:noFill/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6B4DFA4-8401-EBAF-FFA2-5D94287EE10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721642" y="179819"/>
            <a:ext cx="5470358" cy="6546186"/>
          </a:xfrm>
        </p:spPr>
        <p:txBody>
          <a:bodyPr anchor="ctr">
            <a:normAutofit/>
          </a:bodyPr>
          <a:lstStyle/>
          <a:p>
            <a:pPr algn="l"/>
            <a:r>
              <a:rPr lang="en-US" sz="6000" b="1">
                <a:solidFill>
                  <a:schemeClr val="bg1"/>
                </a:solidFill>
                <a:cs typeface="Aharoni" panose="02010803020104030203" pitchFamily="2" charset="-79"/>
              </a:rPr>
              <a:t>PHYSICAL EXAM:</a:t>
            </a:r>
            <a:br>
              <a:rPr lang="en-US" sz="6000" b="1">
                <a:solidFill>
                  <a:schemeClr val="bg1"/>
                </a:solidFill>
                <a:cs typeface="Aharoni" panose="02010803020104030203" pitchFamily="2" charset="-79"/>
              </a:rPr>
            </a:br>
            <a:br>
              <a:rPr lang="en-US" sz="2800">
                <a:solidFill>
                  <a:schemeClr val="bg1"/>
                </a:solidFill>
                <a:cs typeface="Aharoni" panose="02010803020104030203" pitchFamily="2" charset="-79"/>
              </a:rPr>
            </a:br>
            <a:r>
              <a:rPr lang="en-US" sz="2900">
                <a:solidFill>
                  <a:schemeClr val="bg1"/>
                </a:solidFill>
                <a:cs typeface="Aharoni" panose="02010803020104030203" pitchFamily="2" charset="-79"/>
              </a:rPr>
              <a:t> </a:t>
            </a:r>
            <a:r>
              <a:rPr lang="en-US">
                <a:solidFill>
                  <a:srgbClr val="00B0F0"/>
                </a:solidFill>
                <a:cs typeface="Aharoni" panose="02010803020104030203" pitchFamily="2" charset="-79"/>
              </a:rPr>
              <a:t>Testosterone</a:t>
            </a:r>
            <a:r>
              <a:rPr lang="en-US">
                <a:solidFill>
                  <a:schemeClr val="bg1"/>
                </a:solidFill>
                <a:cs typeface="Aharoni" panose="02010803020104030203" pitchFamily="2" charset="-79"/>
              </a:rPr>
              <a:t> use:</a:t>
            </a:r>
            <a:br>
              <a:rPr lang="en-US" sz="3200">
                <a:solidFill>
                  <a:schemeClr val="bg1"/>
                </a:solidFill>
                <a:cs typeface="Aharoni" panose="02010803020104030203" pitchFamily="2" charset="-79"/>
              </a:rPr>
            </a:br>
            <a:r>
              <a:rPr lang="en-US" sz="3200">
                <a:solidFill>
                  <a:schemeClr val="bg1"/>
                </a:solidFill>
                <a:cs typeface="Aharoni" panose="02010803020104030203" pitchFamily="2" charset="-79"/>
              </a:rPr>
              <a:t> Beard growth</a:t>
            </a:r>
            <a:br>
              <a:rPr lang="en-US" sz="3200">
                <a:solidFill>
                  <a:schemeClr val="bg1"/>
                </a:solidFill>
                <a:cs typeface="Aharoni" panose="02010803020104030203" pitchFamily="2" charset="-79"/>
              </a:rPr>
            </a:br>
            <a:r>
              <a:rPr lang="en-US" sz="3200">
                <a:solidFill>
                  <a:schemeClr val="bg1"/>
                </a:solidFill>
                <a:cs typeface="Aharoni" panose="02010803020104030203" pitchFamily="2" charset="-79"/>
              </a:rPr>
              <a:t> Clitoromegaly</a:t>
            </a:r>
            <a:br>
              <a:rPr lang="en-US" sz="3200">
                <a:solidFill>
                  <a:schemeClr val="bg1"/>
                </a:solidFill>
                <a:cs typeface="Aharoni" panose="02010803020104030203" pitchFamily="2" charset="-79"/>
              </a:rPr>
            </a:br>
            <a:r>
              <a:rPr lang="en-US" sz="3200">
                <a:solidFill>
                  <a:schemeClr val="bg1"/>
                </a:solidFill>
                <a:cs typeface="Aharoni" panose="02010803020104030203" pitchFamily="2" charset="-79"/>
              </a:rPr>
              <a:t> Acne</a:t>
            </a:r>
            <a:br>
              <a:rPr lang="en-US" sz="3200">
                <a:solidFill>
                  <a:schemeClr val="bg1"/>
                </a:solidFill>
                <a:cs typeface="Aharoni" panose="02010803020104030203" pitchFamily="2" charset="-79"/>
              </a:rPr>
            </a:br>
            <a:r>
              <a:rPr lang="en-US" sz="3200">
                <a:solidFill>
                  <a:schemeClr val="bg1"/>
                </a:solidFill>
                <a:cs typeface="Aharoni" panose="02010803020104030203" pitchFamily="2" charset="-79"/>
              </a:rPr>
              <a:t> Androgenic alopecia</a:t>
            </a:r>
            <a:br>
              <a:rPr lang="en-US" sz="2900">
                <a:solidFill>
                  <a:schemeClr val="bg1"/>
                </a:solidFill>
                <a:cs typeface="Aharoni" panose="02010803020104030203" pitchFamily="2" charset="-79"/>
              </a:rPr>
            </a:br>
            <a:br>
              <a:rPr lang="en-US" sz="2900">
                <a:solidFill>
                  <a:schemeClr val="bg1"/>
                </a:solidFill>
                <a:cs typeface="Aharoni" panose="02010803020104030203" pitchFamily="2" charset="-79"/>
              </a:rPr>
            </a:br>
            <a:r>
              <a:rPr lang="en-US">
                <a:solidFill>
                  <a:srgbClr val="FF66FF"/>
                </a:solidFill>
                <a:cs typeface="Aharoni" panose="02010803020104030203" pitchFamily="2" charset="-79"/>
              </a:rPr>
              <a:t>Estrogen</a:t>
            </a:r>
            <a:r>
              <a:rPr lang="en-US">
                <a:solidFill>
                  <a:schemeClr val="bg1"/>
                </a:solidFill>
                <a:cs typeface="Aharoni" panose="02010803020104030203" pitchFamily="2" charset="-79"/>
              </a:rPr>
              <a:t> use:</a:t>
            </a:r>
            <a:br>
              <a:rPr lang="en-US" sz="2900">
                <a:solidFill>
                  <a:schemeClr val="bg1"/>
                </a:solidFill>
                <a:cs typeface="Aharoni" panose="02010803020104030203" pitchFamily="2" charset="-79"/>
              </a:rPr>
            </a:br>
            <a:r>
              <a:rPr lang="en-US" sz="3200">
                <a:solidFill>
                  <a:schemeClr val="bg1"/>
                </a:solidFill>
                <a:cs typeface="Aharoni" panose="02010803020104030203" pitchFamily="2" charset="-79"/>
              </a:rPr>
              <a:t>Breast tenderness</a:t>
            </a:r>
            <a:br>
              <a:rPr lang="en-US" sz="3200">
                <a:solidFill>
                  <a:schemeClr val="bg1"/>
                </a:solidFill>
                <a:cs typeface="Aharoni" panose="02010803020104030203" pitchFamily="2" charset="-79"/>
              </a:rPr>
            </a:br>
            <a:r>
              <a:rPr lang="en-US" sz="3200">
                <a:solidFill>
                  <a:schemeClr val="bg1"/>
                </a:solidFill>
                <a:cs typeface="Aharoni" panose="02010803020104030203" pitchFamily="2" charset="-79"/>
              </a:rPr>
              <a:t>Loss of muscle tone</a:t>
            </a:r>
            <a:br>
              <a:rPr lang="en-US" sz="3200">
                <a:solidFill>
                  <a:schemeClr val="bg1"/>
                </a:solidFill>
                <a:cs typeface="Aharoni" panose="02010803020104030203" pitchFamily="2" charset="-79"/>
              </a:rPr>
            </a:br>
            <a:r>
              <a:rPr lang="en-US" sz="3200">
                <a:solidFill>
                  <a:schemeClr val="bg1"/>
                </a:solidFill>
                <a:cs typeface="Aharoni" panose="02010803020104030203" pitchFamily="2" charset="-79"/>
              </a:rPr>
              <a:t>Urinary symptoms (prostate)</a:t>
            </a:r>
            <a:br>
              <a:rPr lang="en-US" sz="3200">
                <a:solidFill>
                  <a:schemeClr val="bg1"/>
                </a:solidFill>
              </a:rPr>
            </a:br>
            <a:endParaRPr lang="en-US" sz="3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13875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>
        <p:random/>
      </p:transition>
    </mc:Choice>
    <mc:Fallback>
      <p:transition spd="slow">
        <p:random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06DFE-2F60-47DE-8887-A74B49523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770324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5400">
                <a:solidFill>
                  <a:schemeClr val="bg1"/>
                </a:solidFill>
              </a:rPr>
              <a:t>Binder Considerations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AF3843-49E2-470E-A4DB-B9280A0EB0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80547" y="1552074"/>
            <a:ext cx="7154779" cy="5054000"/>
          </a:xfrm>
        </p:spPr>
        <p:txBody>
          <a:bodyPr vert="horz" lIns="91440" tIns="45720" rIns="91440" bIns="45720" rtlCol="0">
            <a:normAutofit/>
          </a:bodyPr>
          <a:lstStyle/>
          <a:p>
            <a:pPr marL="0" marR="0" lvl="0" fontAlgn="t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600" i="0" u="none" strike="noStrike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0" marR="0" lvl="0" indent="0" fontAlgn="t">
              <a:spcBef>
                <a:spcPts val="0"/>
              </a:spcBef>
              <a:spcAft>
                <a:spcPts val="0"/>
              </a:spcAft>
              <a:buClrTx/>
              <a:buSzPts val="1200"/>
              <a:buNone/>
              <a:tabLst/>
              <a:defRPr/>
            </a:pPr>
            <a:r>
              <a:rPr kumimoji="0" lang="en-US" sz="2600" i="0" u="none" strike="noStrike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                   </a:t>
            </a:r>
          </a:p>
          <a:p>
            <a:pPr marR="0" lvl="0" fontAlgn="t">
              <a:spcBef>
                <a:spcPts val="0"/>
              </a:spcBef>
              <a:spcAft>
                <a:spcPts val="0"/>
              </a:spcAft>
              <a:buClrTx/>
              <a:buSzPts val="12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600" i="0" u="none" strike="noStrike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Need the right sized Binder / Breathable Fabric</a:t>
            </a:r>
          </a:p>
          <a:p>
            <a:pPr marR="0" lvl="0" fontAlgn="t">
              <a:spcBef>
                <a:spcPts val="0"/>
              </a:spcBef>
              <a:spcAft>
                <a:spcPts val="0"/>
              </a:spcAft>
              <a:buClrTx/>
              <a:buSzPts val="1200"/>
              <a:buFont typeface="Wingdings" panose="05000000000000000000" pitchFamily="2" charset="2"/>
              <a:buChar char="Ø"/>
              <a:tabLst/>
              <a:defRPr/>
            </a:pPr>
            <a:endParaRPr kumimoji="0" lang="en-US" sz="2600" i="0" u="none" strike="noStrike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R="0" lvl="0" fontAlgn="t">
              <a:spcBef>
                <a:spcPts val="0"/>
              </a:spcBef>
              <a:spcAft>
                <a:spcPts val="0"/>
              </a:spcAft>
              <a:buClrTx/>
              <a:buSzPts val="1200"/>
              <a:buFont typeface="Wingdings" panose="05000000000000000000" pitchFamily="2" charset="2"/>
              <a:buChar char="Ø"/>
              <a:tabLst/>
              <a:defRPr/>
            </a:pPr>
            <a:r>
              <a:rPr lang="en-US" sz="2600">
                <a:solidFill>
                  <a:schemeClr val="bg1"/>
                </a:solidFill>
              </a:rPr>
              <a:t>Can reduce Skin Elasticity</a:t>
            </a:r>
            <a:endParaRPr kumimoji="0" lang="en-US" sz="2600" i="0" u="none" strike="noStrike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0" marR="0" lvl="0" indent="0" fontAlgn="t">
              <a:spcBef>
                <a:spcPts val="0"/>
              </a:spcBef>
              <a:spcAft>
                <a:spcPts val="0"/>
              </a:spcAft>
              <a:buClrTx/>
              <a:buSzPts val="1200"/>
              <a:buNone/>
              <a:tabLst/>
              <a:defRPr/>
            </a:pPr>
            <a:r>
              <a:rPr kumimoji="0" lang="en-US" sz="2600" i="0" u="none" strike="noStrike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                                                                                                                     </a:t>
            </a:r>
          </a:p>
          <a:p>
            <a:pPr marR="0" lvl="0" fontAlgn="t">
              <a:spcBef>
                <a:spcPts val="0"/>
              </a:spcBef>
              <a:spcAft>
                <a:spcPts val="0"/>
              </a:spcAft>
              <a:buClrTx/>
              <a:buSzPts val="12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600" i="0" u="none" strike="noStrike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Can cause Breathing issues</a:t>
            </a:r>
          </a:p>
          <a:p>
            <a:pPr marL="0" marR="0" lvl="0" fontAlgn="t">
              <a:spcBef>
                <a:spcPts val="0"/>
              </a:spcBef>
              <a:spcAft>
                <a:spcPts val="0"/>
              </a:spcAft>
              <a:buClrTx/>
              <a:buSzPts val="1200"/>
              <a:tabLst/>
              <a:defRPr/>
            </a:pPr>
            <a:endParaRPr kumimoji="0" lang="en-US" sz="2600" i="0" u="none" strike="noStrike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R="0" lvl="0" fontAlgn="t">
              <a:spcBef>
                <a:spcPts val="0"/>
              </a:spcBef>
              <a:spcAft>
                <a:spcPts val="0"/>
              </a:spcAft>
              <a:buClrTx/>
              <a:buSzPts val="12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600" i="0" u="none" strike="noStrike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Can cause Rashes(Yeast), Broken ribs, Bruising</a:t>
            </a:r>
          </a:p>
          <a:p>
            <a:pPr marR="0" lvl="0" fontAlgn="t">
              <a:spcBef>
                <a:spcPts val="0"/>
              </a:spcBef>
              <a:spcAft>
                <a:spcPts val="0"/>
              </a:spcAft>
              <a:buClrTx/>
              <a:buSzPts val="1200"/>
              <a:buFont typeface="Wingdings" panose="05000000000000000000" pitchFamily="2" charset="2"/>
              <a:buChar char="Ø"/>
              <a:tabLst/>
              <a:defRPr/>
            </a:pPr>
            <a:endParaRPr lang="en-US" sz="2600">
              <a:solidFill>
                <a:schemeClr val="bg1"/>
              </a:solidFill>
            </a:endParaRPr>
          </a:p>
          <a:p>
            <a:pPr fontAlgn="t">
              <a:spcBef>
                <a:spcPts val="0"/>
              </a:spcBef>
              <a:buSzPts val="1200"/>
              <a:buFont typeface="Wingdings" panose="05000000000000000000" pitchFamily="2" charset="2"/>
              <a:buChar char="Ø"/>
              <a:defRPr/>
            </a:pPr>
            <a:r>
              <a:rPr kumimoji="0" lang="en-US" sz="2600" i="0" u="none" strike="noStrike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Towel dry  / Blow dry on cool   </a:t>
            </a:r>
          </a:p>
          <a:p>
            <a:pPr marR="0" lvl="0" fontAlgn="t">
              <a:spcBef>
                <a:spcPts val="0"/>
              </a:spcBef>
              <a:spcAft>
                <a:spcPts val="0"/>
              </a:spcAft>
              <a:buClrTx/>
              <a:buSzPts val="1200"/>
              <a:buFont typeface="Wingdings" panose="05000000000000000000" pitchFamily="2" charset="2"/>
              <a:buChar char="Ø"/>
              <a:tabLst/>
              <a:defRPr/>
            </a:pPr>
            <a:endParaRPr kumimoji="0" lang="en-US" sz="2600" i="0" u="none" strike="noStrike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endParaRPr lang="en-US" sz="1900"/>
          </a:p>
        </p:txBody>
      </p:sp>
      <p:pic>
        <p:nvPicPr>
          <p:cNvPr id="5" name="Content Placeholder 4" descr="A picture containing text&#10;&#10;Description automatically generated">
            <a:extLst>
              <a:ext uri="{FF2B5EF4-FFF2-40B4-BE49-F238E27FC236}">
                <a16:creationId xmlns:a16="http://schemas.microsoft.com/office/drawing/2014/main" id="{8ECF85AA-9A76-40B1-BB37-966F8258214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-1" b="4343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FCB74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2185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53D1E77-DEA4-0FD0-01AF-9C848514C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576887"/>
            <a:ext cx="10911840" cy="109039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/>
              <a:t> Correct Binding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49F2D1-3621-3703-E9DB-424563EAFC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794" r="13478"/>
          <a:stretch/>
        </p:blipFill>
        <p:spPr>
          <a:xfrm>
            <a:off x="640080" y="640080"/>
            <a:ext cx="10911840" cy="4836795"/>
          </a:xfrm>
          <a:prstGeom prst="rect">
            <a:avLst/>
          </a:prstGeom>
          <a:ln w="19050">
            <a:solidFill>
              <a:schemeClr val="tx1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33978536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2E52851-4E5A-9F02-B633-07FE5871EC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8246770"/>
              </p:ext>
            </p:extLst>
          </p:nvPr>
        </p:nvGraphicFramePr>
        <p:xfrm>
          <a:off x="459813" y="872599"/>
          <a:ext cx="11275857" cy="52657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450DF8B4-89F3-7D7E-1A36-B4656FAE4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781" y="172431"/>
            <a:ext cx="11709545" cy="747196"/>
          </a:xfrm>
        </p:spPr>
        <p:txBody>
          <a:bodyPr>
            <a:noAutofit/>
          </a:bodyPr>
          <a:lstStyle/>
          <a:p>
            <a:r>
              <a:rPr lang="en-US" sz="5400">
                <a:solidFill>
                  <a:schemeClr val="bg1"/>
                </a:solidFill>
              </a:rPr>
              <a:t>PELVIC EXAM : TRANSGENDER PATIENTS</a:t>
            </a:r>
          </a:p>
        </p:txBody>
      </p:sp>
    </p:spTree>
    <p:extLst>
      <p:ext uri="{BB962C8B-B14F-4D97-AF65-F5344CB8AC3E}">
        <p14:creationId xmlns:p14="http://schemas.microsoft.com/office/powerpoint/2010/main" val="2066037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B0E8F9-C490-9595-477A-F7597D393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878B639-791C-F743-C4D1-AD24A55AE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A256054-EF02-8D87-D981-8DE769077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645" y="385474"/>
            <a:ext cx="8367252" cy="18432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dirty="0"/>
              <a:t>PUBERTY BLOCKERS</a:t>
            </a:r>
          </a:p>
        </p:txBody>
      </p:sp>
      <p:pic>
        <p:nvPicPr>
          <p:cNvPr id="10" name="Content Placeholder 9" descr="Logo, company name&#10;&#10;Description automatically generated">
            <a:extLst>
              <a:ext uri="{FF2B5EF4-FFF2-40B4-BE49-F238E27FC236}">
                <a16:creationId xmlns:a16="http://schemas.microsoft.com/office/drawing/2014/main" id="{06A9A9FC-A36E-8CB4-EB0B-FD8C571B10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2742" r="15544" b="2"/>
          <a:stretch>
            <a:fillRect/>
          </a:stretch>
        </p:blipFill>
        <p:spPr>
          <a:xfrm>
            <a:off x="7556409" y="557190"/>
            <a:ext cx="3995928" cy="557189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161831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E65A4-DDA9-2885-7DE3-3E8109784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>
                <a:solidFill>
                  <a:schemeClr val="bg1"/>
                </a:solidFill>
              </a:rPr>
              <a:t>Gender  Care for Adolescents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0C840CD8-0A08-A7E3-A19E-58F986499EE7}"/>
              </a:ext>
            </a:extLst>
          </p:cNvPr>
          <p:cNvGraphicFramePr/>
          <p:nvPr/>
        </p:nvGraphicFramePr>
        <p:xfrm>
          <a:off x="838200" y="1924050"/>
          <a:ext cx="9321800" cy="42142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44540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CEC6B2-80EB-9D6B-14ED-F745B9BCB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60" y="472272"/>
            <a:ext cx="11287276" cy="6008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238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64534-7A1E-24BA-764A-9E640E130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183" y="259882"/>
            <a:ext cx="11337758" cy="2425568"/>
          </a:xfrm>
        </p:spPr>
        <p:txBody>
          <a:bodyPr>
            <a:normAutofit fontScale="90000"/>
          </a:bodyPr>
          <a:lstStyle/>
          <a:p>
            <a:br>
              <a:rPr lang="en-US" sz="6000">
                <a:solidFill>
                  <a:schemeClr val="bg1"/>
                </a:solidFill>
              </a:rPr>
            </a:br>
            <a:r>
              <a:rPr lang="en-US" sz="6000">
                <a:solidFill>
                  <a:schemeClr val="bg1"/>
                </a:solidFill>
              </a:rPr>
              <a:t>Puberty blocking therapy is Permanent?</a:t>
            </a:r>
            <a:br>
              <a:rPr lang="en-US">
                <a:solidFill>
                  <a:schemeClr val="bg1"/>
                </a:solidFill>
              </a:rPr>
            </a:br>
            <a:br>
              <a:rPr lang="en-US">
                <a:solidFill>
                  <a:schemeClr val="bg1"/>
                </a:solidFill>
              </a:rPr>
            </a:br>
            <a:br>
              <a:rPr lang="en-US">
                <a:solidFill>
                  <a:schemeClr val="bg1"/>
                </a:solidFill>
              </a:rPr>
            </a:br>
            <a:endParaRPr lang="en-US">
              <a:solidFill>
                <a:schemeClr val="bg1"/>
              </a:solidFill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9291190D-A25F-723A-AAFD-BA180F6773DE}"/>
              </a:ext>
            </a:extLst>
          </p:cNvPr>
          <p:cNvGraphicFramePr/>
          <p:nvPr/>
        </p:nvGraphicFramePr>
        <p:xfrm>
          <a:off x="452387" y="2444817"/>
          <a:ext cx="11405937" cy="40811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38988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1A99918-2097-45A7-2CD7-712409296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Tanner Stage 2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F7617F5-436A-219D-849D-D9BE0AE61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Females – Age 8 -11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D6D8EEB0-2E15-C62E-4B8A-F97A8D733414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839788" y="2505075"/>
          <a:ext cx="5157787" cy="3684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29E0974-FB4B-425C-29C2-092E4771A8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sz="3600">
                <a:solidFill>
                  <a:schemeClr val="bg1"/>
                </a:solidFill>
              </a:rPr>
              <a:t>Males – Age 11</a:t>
            </a: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E01A52FF-2CA7-3784-C312-5F57013EE493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871544985"/>
              </p:ext>
            </p:extLst>
          </p:nvPr>
        </p:nvGraphicFramePr>
        <p:xfrm>
          <a:off x="6172200" y="2505075"/>
          <a:ext cx="5183188" cy="3684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824834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E65A4-DDA9-2885-7DE3-3E8109784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>
                <a:solidFill>
                  <a:schemeClr val="bg1"/>
                </a:solidFill>
              </a:rPr>
              <a:t>Gender  Care for Adolescents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0C840CD8-0A08-A7E3-A19E-58F986499E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1856411"/>
              </p:ext>
            </p:extLst>
          </p:nvPr>
        </p:nvGraphicFramePr>
        <p:xfrm>
          <a:off x="838200" y="1924050"/>
          <a:ext cx="9321800" cy="42142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42010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1048D-CF8E-CB39-1DFD-7A63E5344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35" y="365125"/>
            <a:ext cx="11444438" cy="1325563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When is it appropriate to start medical therapy for a transgender adolescent?</a:t>
            </a:r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66340B34-A3A7-4169-EC2B-747B8FB3860A}"/>
              </a:ext>
            </a:extLst>
          </p:cNvPr>
          <p:cNvGraphicFramePr/>
          <p:nvPr/>
        </p:nvGraphicFramePr>
        <p:xfrm>
          <a:off x="2032000" y="1607419"/>
          <a:ext cx="8128000" cy="45309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26335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1048D-CF8E-CB39-1DFD-7A63E5344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35" y="365125"/>
            <a:ext cx="11444438" cy="1325563"/>
          </a:xfrm>
        </p:spPr>
        <p:txBody>
          <a:bodyPr>
            <a:normAutofit fontScale="90000"/>
          </a:bodyPr>
          <a:lstStyle/>
          <a:p>
            <a:r>
              <a:rPr lang="en-US">
                <a:solidFill>
                  <a:schemeClr val="bg1"/>
                </a:solidFill>
              </a:rPr>
              <a:t>True or False? Transgender Male adolescents can develop medical complications of their gynecologic organs and may also become pregnant.</a:t>
            </a:r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66340B34-A3A7-4169-EC2B-747B8FB3860A}"/>
              </a:ext>
            </a:extLst>
          </p:cNvPr>
          <p:cNvGraphicFramePr/>
          <p:nvPr/>
        </p:nvGraphicFramePr>
        <p:xfrm>
          <a:off x="539015" y="2319687"/>
          <a:ext cx="10982425" cy="38186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90487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CD07D-5664-946F-49B8-3E19A7103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608" y="261257"/>
            <a:ext cx="4526443" cy="1447365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MENSTRUAL SUPPRESSION</a:t>
            </a:r>
            <a:endParaRPr lang="en-US" sz="4800" dirty="0"/>
          </a:p>
        </p:txBody>
      </p:sp>
      <p:graphicFrame>
        <p:nvGraphicFramePr>
          <p:cNvPr id="7174" name="Content Placeholder 2">
            <a:extLst>
              <a:ext uri="{FF2B5EF4-FFF2-40B4-BE49-F238E27FC236}">
                <a16:creationId xmlns:a16="http://schemas.microsoft.com/office/drawing/2014/main" id="{DEC826BA-E0B3-6B1A-D7E5-674D9B005D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8286020"/>
              </p:ext>
            </p:extLst>
          </p:nvPr>
        </p:nvGraphicFramePr>
        <p:xfrm>
          <a:off x="4960131" y="261257"/>
          <a:ext cx="7146526" cy="62544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13D7CD-5CDD-C36A-B0E8-E28A3F9DA5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5690" y="2876362"/>
            <a:ext cx="102143" cy="2992626"/>
          </a:xfrm>
        </p:spPr>
        <p:txBody>
          <a:bodyPr/>
          <a:lstStyle/>
          <a:p>
            <a:endParaRPr lang="en-US"/>
          </a:p>
        </p:txBody>
      </p:sp>
      <p:pic>
        <p:nvPicPr>
          <p:cNvPr id="7170" name="Picture 2" descr="ashenal">
            <a:extLst>
              <a:ext uri="{FF2B5EF4-FFF2-40B4-BE49-F238E27FC236}">
                <a16:creationId xmlns:a16="http://schemas.microsoft.com/office/drawing/2014/main" id="{CB943BCD-DEAA-492F-4FAC-5CBCEB6FD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529" y="1625019"/>
            <a:ext cx="4613801" cy="5113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3649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628E5CB-913B-4378-97CE-18C9F6410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40DA922-C0BC-1A0B-9370-FF4237A5A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4862848" cy="5569291"/>
          </a:xfrm>
        </p:spPr>
        <p:txBody>
          <a:bodyPr>
            <a:normAutofit/>
          </a:bodyPr>
          <a:lstStyle/>
          <a:p>
            <a:r>
              <a:rPr lang="en-US" sz="5200"/>
              <a:t>MEDICAL OPTIONS: MENSTRUAL SUPPRESSION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8B6003A2-9734-6CE6-54B0-12795DC656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1796293"/>
              </p:ext>
            </p:extLst>
          </p:nvPr>
        </p:nvGraphicFramePr>
        <p:xfrm>
          <a:off x="6099048" y="621792"/>
          <a:ext cx="525780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70614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B36A5-4742-475C-AD9B-EA29816A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b="1" u="sng">
                <a:solidFill>
                  <a:schemeClr val="bg1"/>
                </a:solidFill>
              </a:rPr>
              <a:t>Testosterone Effects on the Menstrual 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10939-78EC-47BC-A977-5EAAD3540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971"/>
            <a:ext cx="10515600" cy="5178866"/>
          </a:xfrm>
        </p:spPr>
        <p:txBody>
          <a:bodyPr/>
          <a:lstStyle/>
          <a:p>
            <a:pPr marL="0" indent="0">
              <a:buNone/>
            </a:pPr>
            <a:r>
              <a:rPr lang="en-US">
                <a:solidFill>
                  <a:schemeClr val="bg1"/>
                </a:solidFill>
              </a:rPr>
              <a:t>1. </a:t>
            </a:r>
            <a:r>
              <a:rPr lang="en-US" sz="3200">
                <a:solidFill>
                  <a:schemeClr val="bg1"/>
                </a:solidFill>
              </a:rPr>
              <a:t>Cycles will stop within a few </a:t>
            </a:r>
            <a:r>
              <a:rPr lang="en-US" sz="3200">
                <a:solidFill>
                  <a:srgbClr val="FFFF00"/>
                </a:solidFill>
              </a:rPr>
              <a:t>months</a:t>
            </a:r>
            <a:r>
              <a:rPr lang="en-US" sz="3200">
                <a:solidFill>
                  <a:schemeClr val="bg1"/>
                </a:solidFill>
              </a:rPr>
              <a:t> of starting Testosterone</a:t>
            </a:r>
          </a:p>
          <a:p>
            <a:pPr marL="0" indent="0">
              <a:buNone/>
            </a:pPr>
            <a:endParaRPr lang="en-US" sz="32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3200">
                <a:solidFill>
                  <a:schemeClr val="bg1"/>
                </a:solidFill>
              </a:rPr>
              <a:t>2. For Continued Bleeding – Use </a:t>
            </a:r>
            <a:r>
              <a:rPr lang="en-US" sz="3200">
                <a:solidFill>
                  <a:srgbClr val="00B0F0"/>
                </a:solidFill>
              </a:rPr>
              <a:t>Progesterone</a:t>
            </a:r>
            <a:r>
              <a:rPr lang="en-US" sz="320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</a:pPr>
            <a:endParaRPr lang="en-US" sz="32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3200">
                <a:solidFill>
                  <a:schemeClr val="bg1"/>
                </a:solidFill>
              </a:rPr>
              <a:t>3. Testosterone causes Vaginal </a:t>
            </a:r>
            <a:r>
              <a:rPr lang="en-US" sz="3200">
                <a:solidFill>
                  <a:srgbClr val="FF66FF"/>
                </a:solidFill>
              </a:rPr>
              <a:t>Atrophy</a:t>
            </a:r>
          </a:p>
          <a:p>
            <a:pPr marL="0" indent="0">
              <a:buNone/>
            </a:pPr>
            <a:r>
              <a:rPr lang="en-US">
                <a:solidFill>
                  <a:schemeClr val="bg1"/>
                </a:solidFill>
              </a:rPr>
              <a:t>    -Increased </a:t>
            </a:r>
            <a:r>
              <a:rPr lang="en-US">
                <a:solidFill>
                  <a:srgbClr val="FFC000"/>
                </a:solidFill>
              </a:rPr>
              <a:t>Risk</a:t>
            </a:r>
            <a:r>
              <a:rPr lang="en-US">
                <a:solidFill>
                  <a:schemeClr val="bg1"/>
                </a:solidFill>
              </a:rPr>
              <a:t>: Bacterial vaginosis, Cystitis, Cervicitis, Dyspareunia</a:t>
            </a:r>
          </a:p>
          <a:p>
            <a:pPr marL="0" indent="0">
              <a:buNone/>
            </a:pPr>
            <a:r>
              <a:rPr lang="en-US">
                <a:solidFill>
                  <a:schemeClr val="bg1"/>
                </a:solidFill>
              </a:rPr>
              <a:t>    -Use Topicals – Lubricants, Vaginal moisturizers, Topical Estrogen                                                                                          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254988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C95B8D-BE6D-4A52-869D-0A23CEB57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986" y="448721"/>
            <a:ext cx="5920086" cy="925492"/>
          </a:xfrm>
        </p:spPr>
        <p:txBody>
          <a:bodyPr anchor="b">
            <a:normAutofit fontScale="90000"/>
          </a:bodyPr>
          <a:lstStyle/>
          <a:p>
            <a:r>
              <a:rPr lang="en-US" sz="6600">
                <a:solidFill>
                  <a:schemeClr val="bg1"/>
                </a:solidFill>
              </a:rPr>
              <a:t>Medications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13DEAD-50B6-4971-8E83-6F69FDAF2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27" y="1745198"/>
            <a:ext cx="6552328" cy="511280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endParaRPr lang="en-US" sz="260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>
                <a:solidFill>
                  <a:schemeClr val="bg1"/>
                </a:solidFill>
              </a:rPr>
              <a:t>Majority of Meds are Common</a:t>
            </a:r>
          </a:p>
          <a:p>
            <a:pPr marL="0" indent="0">
              <a:buNone/>
            </a:pPr>
            <a:endParaRPr lang="en-US" sz="260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600">
                <a:solidFill>
                  <a:schemeClr val="bg1"/>
                </a:solidFill>
              </a:rPr>
              <a:t>Specific Certification </a:t>
            </a:r>
            <a:r>
              <a:rPr lang="en-US" sz="2600">
                <a:solidFill>
                  <a:srgbClr val="00B0F0"/>
                </a:solidFill>
              </a:rPr>
              <a:t>Not needed </a:t>
            </a:r>
            <a:r>
              <a:rPr lang="en-US" sz="2600">
                <a:solidFill>
                  <a:schemeClr val="bg1"/>
                </a:solidFill>
              </a:rPr>
              <a:t>to Prescribe</a:t>
            </a:r>
          </a:p>
          <a:p>
            <a:pPr marL="0" indent="0">
              <a:buNone/>
            </a:pPr>
            <a:endParaRPr lang="en-US" sz="260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>
                <a:solidFill>
                  <a:schemeClr val="bg1"/>
                </a:solidFill>
              </a:rPr>
              <a:t>Know the Risks &amp; Side Effects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Needle and vial">
            <a:extLst>
              <a:ext uri="{FF2B5EF4-FFF2-40B4-BE49-F238E27FC236}">
                <a16:creationId xmlns:a16="http://schemas.microsoft.com/office/drawing/2014/main" id="{87E32183-410E-9623-B4BC-428A0A1E177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44" r="34009"/>
          <a:stretch/>
        </p:blipFill>
        <p:spPr>
          <a:xfrm>
            <a:off x="6525453" y="10"/>
            <a:ext cx="566654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347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1048D-CF8E-CB39-1DFD-7A63E5344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35" y="365125"/>
            <a:ext cx="11444438" cy="1325563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When should fertility preservation be discussed?</a:t>
            </a:r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66340B34-A3A7-4169-EC2B-747B8FB386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05655254"/>
              </p:ext>
            </p:extLst>
          </p:nvPr>
        </p:nvGraphicFramePr>
        <p:xfrm>
          <a:off x="2032000" y="1607419"/>
          <a:ext cx="8128000" cy="45309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4424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25B3B-48C4-4DD7-B538-7DA4855A5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600" b="1"/>
              <a:t>MEDICAL TRANSITION- </a:t>
            </a:r>
            <a:r>
              <a:rPr lang="en-US" sz="3100" b="1"/>
              <a:t>Masculinizing Therapy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5BF3E24A-E5B9-60A0-AA26-EC81B1DDDD1F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8DED069E-5855-4C18-D06E-EF63D1CF962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603458"/>
              </p:ext>
            </p:extLst>
          </p:nvPr>
        </p:nvGraphicFramePr>
        <p:xfrm>
          <a:off x="6917634" y="1504842"/>
          <a:ext cx="5274365" cy="51258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2615562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B14E9-E956-4056-B6BA-D3F82A30F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03862"/>
          </a:xfrm>
        </p:spPr>
        <p:txBody>
          <a:bodyPr>
            <a:normAutofit/>
          </a:bodyPr>
          <a:lstStyle/>
          <a:p>
            <a:r>
              <a:rPr lang="en-US" sz="6000" b="1">
                <a:solidFill>
                  <a:schemeClr val="bg1"/>
                </a:solidFill>
              </a:rPr>
              <a:t>Medical Transition-Masculinizing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83EA162-1B4F-D734-6ADE-0CC3E059760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674186971"/>
              </p:ext>
            </p:extLst>
          </p:nvPr>
        </p:nvGraphicFramePr>
        <p:xfrm>
          <a:off x="1" y="1499616"/>
          <a:ext cx="6019800" cy="4677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42E3A79-C0B2-12D3-39C7-25974D837000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198" y="1435768"/>
          <a:ext cx="6019801" cy="52738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7" name="Arrow: Up 6">
            <a:extLst>
              <a:ext uri="{FF2B5EF4-FFF2-40B4-BE49-F238E27FC236}">
                <a16:creationId xmlns:a16="http://schemas.microsoft.com/office/drawing/2014/main" id="{D8469A8E-D177-8B19-737A-B298D8A288EC}"/>
              </a:ext>
            </a:extLst>
          </p:cNvPr>
          <p:cNvSpPr/>
          <p:nvPr/>
        </p:nvSpPr>
        <p:spPr>
          <a:xfrm>
            <a:off x="11761797" y="2832028"/>
            <a:ext cx="484632" cy="736745"/>
          </a:xfrm>
          <a:prstGeom prst="upArrow">
            <a:avLst>
              <a:gd name="adj1" fmla="val 56469"/>
              <a:gd name="adj2" fmla="val 50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7237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64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E3032A-6317-438F-FECB-333E26946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205" y="643467"/>
            <a:ext cx="10713590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427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able 1. Hormone Preparations and Dosage: Masculinizing Hormone Therapy* ">
            <a:extLst>
              <a:ext uri="{FF2B5EF4-FFF2-40B4-BE49-F238E27FC236}">
                <a16:creationId xmlns:a16="http://schemas.microsoft.com/office/drawing/2014/main" id="{EA578E8E-94EF-A3EB-43E3-DC5A9155F9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1261621"/>
            <a:ext cx="10905066" cy="4334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7459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Gender-Affirming Surgery Shouldn’t Be a Plot Device">
            <a:extLst>
              <a:ext uri="{FF2B5EF4-FFF2-40B4-BE49-F238E27FC236}">
                <a16:creationId xmlns:a16="http://schemas.microsoft.com/office/drawing/2014/main" id="{994296F9-CE60-303F-4550-F4310371FB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7913" y="41801"/>
            <a:ext cx="7496175" cy="6761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3740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F94AA2BD-2E3F-4B1D-8127-5744B8115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BD02261-2DC8-4AA8-9E16-7751AE892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D752CF2-2291-40B5-B462-C17B174C1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 descr="Image of a person&#10;&#10;Description automatically generated with low confidence">
            <a:extLst>
              <a:ext uri="{FF2B5EF4-FFF2-40B4-BE49-F238E27FC236}">
                <a16:creationId xmlns:a16="http://schemas.microsoft.com/office/drawing/2014/main" id="{05EFBFAB-8CD6-D4B6-9683-E886B74413C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59" r="12358"/>
          <a:stretch/>
        </p:blipFill>
        <p:spPr>
          <a:xfrm>
            <a:off x="5308052" y="10"/>
            <a:ext cx="6883948" cy="6857990"/>
          </a:xfrm>
          <a:custGeom>
            <a:avLst/>
            <a:gdLst/>
            <a:ahLst/>
            <a:cxnLst/>
            <a:rect l="l" t="t" r="r" b="b"/>
            <a:pathLst>
              <a:path w="6883948" h="6858000">
                <a:moveTo>
                  <a:pt x="365648" y="0"/>
                </a:moveTo>
                <a:lnTo>
                  <a:pt x="6883948" y="0"/>
                </a:lnTo>
                <a:lnTo>
                  <a:pt x="68839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</a:effectLst>
        </p:spPr>
      </p:pic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F8B886D4-66FB-BC8B-2AB9-DB9AC8A06FDB}"/>
              </a:ext>
            </a:extLst>
          </p:cNvPr>
          <p:cNvGraphicFramePr/>
          <p:nvPr/>
        </p:nvGraphicFramePr>
        <p:xfrm>
          <a:off x="109728" y="78377"/>
          <a:ext cx="5334871" cy="67796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87933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64" name="Rectangle 1053">
            <a:extLst>
              <a:ext uri="{FF2B5EF4-FFF2-40B4-BE49-F238E27FC236}">
                <a16:creationId xmlns:a16="http://schemas.microsoft.com/office/drawing/2014/main" id="{C3D6EC93-F369-413E-AA67-5D4104161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5A5947-605A-074D-D1A2-5B87891A1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436" y="491163"/>
            <a:ext cx="5112223" cy="94575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Feminizing Therapy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D1593F63-1DD1-DE62-5D8C-17C10BF2882D}"/>
              </a:ext>
            </a:extLst>
          </p:cNvPr>
          <p:cNvGraphicFramePr/>
          <p:nvPr/>
        </p:nvGraphicFramePr>
        <p:xfrm>
          <a:off x="355308" y="1400338"/>
          <a:ext cx="5360997" cy="52303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E54BAFD6-E306-E1C6-64C6-43110E3E542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84" r="18076" b="-1"/>
          <a:stretch/>
        </p:blipFill>
        <p:spPr bwMode="auto">
          <a:xfrm>
            <a:off x="5752193" y="10"/>
            <a:ext cx="6439807" cy="6857989"/>
          </a:xfrm>
          <a:custGeom>
            <a:avLst/>
            <a:gdLst/>
            <a:ahLst/>
            <a:cxnLst/>
            <a:rect l="l" t="t" r="r" b="b"/>
            <a:pathLst>
              <a:path w="6439807" h="6857999">
                <a:moveTo>
                  <a:pt x="752157" y="6118149"/>
                </a:moveTo>
                <a:cubicBezTo>
                  <a:pt x="745608" y="6124102"/>
                  <a:pt x="737987" y="6129341"/>
                  <a:pt x="730938" y="6133722"/>
                </a:cubicBezTo>
                <a:cubicBezTo>
                  <a:pt x="723794" y="6138152"/>
                  <a:pt x="718448" y="6143474"/>
                  <a:pt x="714778" y="6149379"/>
                </a:cubicBezTo>
                <a:lnTo>
                  <a:pt x="709303" y="6166562"/>
                </a:lnTo>
                <a:lnTo>
                  <a:pt x="714778" y="6149380"/>
                </a:lnTo>
                <a:cubicBezTo>
                  <a:pt x="718448" y="6143474"/>
                  <a:pt x="723794" y="6138152"/>
                  <a:pt x="730938" y="6133723"/>
                </a:cubicBezTo>
                <a:cubicBezTo>
                  <a:pt x="737987" y="6129341"/>
                  <a:pt x="745608" y="6124102"/>
                  <a:pt x="752157" y="6118149"/>
                </a:cubicBezTo>
                <a:close/>
                <a:moveTo>
                  <a:pt x="844000" y="4941372"/>
                </a:moveTo>
                <a:lnTo>
                  <a:pt x="840670" y="4950868"/>
                </a:lnTo>
                <a:lnTo>
                  <a:pt x="830985" y="4991382"/>
                </a:lnTo>
                <a:lnTo>
                  <a:pt x="840670" y="4950869"/>
                </a:lnTo>
                <a:close/>
                <a:moveTo>
                  <a:pt x="840061" y="4749807"/>
                </a:moveTo>
                <a:cubicBezTo>
                  <a:pt x="852197" y="4762827"/>
                  <a:pt x="853054" y="4781365"/>
                  <a:pt x="854768" y="4799797"/>
                </a:cubicBezTo>
                <a:cubicBezTo>
                  <a:pt x="853054" y="4781365"/>
                  <a:pt x="852197" y="4762826"/>
                  <a:pt x="840061" y="4749807"/>
                </a:cubicBezTo>
                <a:close/>
                <a:moveTo>
                  <a:pt x="822263" y="4543185"/>
                </a:moveTo>
                <a:lnTo>
                  <a:pt x="816857" y="4557091"/>
                </a:lnTo>
                <a:cubicBezTo>
                  <a:pt x="805236" y="4573618"/>
                  <a:pt x="796449" y="4588275"/>
                  <a:pt x="790493" y="4602021"/>
                </a:cubicBezTo>
                <a:cubicBezTo>
                  <a:pt x="796449" y="4588275"/>
                  <a:pt x="805236" y="4573618"/>
                  <a:pt x="816857" y="4557092"/>
                </a:cubicBezTo>
                <a:cubicBezTo>
                  <a:pt x="819238" y="4553662"/>
                  <a:pt x="821286" y="4548281"/>
                  <a:pt x="822263" y="4543185"/>
                </a:cubicBezTo>
                <a:close/>
                <a:moveTo>
                  <a:pt x="356045" y="2819253"/>
                </a:moveTo>
                <a:lnTo>
                  <a:pt x="344401" y="2827483"/>
                </a:lnTo>
                <a:lnTo>
                  <a:pt x="344399" y="2827486"/>
                </a:lnTo>
                <a:lnTo>
                  <a:pt x="325551" y="2842392"/>
                </a:lnTo>
                <a:lnTo>
                  <a:pt x="315896" y="2861156"/>
                </a:lnTo>
                <a:lnTo>
                  <a:pt x="344399" y="2827486"/>
                </a:lnTo>
                <a:lnTo>
                  <a:pt x="344401" y="2827484"/>
                </a:lnTo>
                <a:close/>
                <a:moveTo>
                  <a:pt x="425699" y="1974015"/>
                </a:moveTo>
                <a:cubicBezTo>
                  <a:pt x="427224" y="1991685"/>
                  <a:pt x="433462" y="2008497"/>
                  <a:pt x="449941" y="2023547"/>
                </a:cubicBezTo>
                <a:cubicBezTo>
                  <a:pt x="441702" y="2016020"/>
                  <a:pt x="436022" y="2008056"/>
                  <a:pt x="432213" y="1999763"/>
                </a:cubicBezTo>
                <a:close/>
                <a:moveTo>
                  <a:pt x="442893" y="1768838"/>
                </a:moveTo>
                <a:cubicBezTo>
                  <a:pt x="451656" y="1779981"/>
                  <a:pt x="453942" y="1790986"/>
                  <a:pt x="452275" y="1801558"/>
                </a:cubicBezTo>
                <a:lnTo>
                  <a:pt x="451495" y="1785412"/>
                </a:lnTo>
                <a:cubicBezTo>
                  <a:pt x="450037" y="1779948"/>
                  <a:pt x="447274" y="1774411"/>
                  <a:pt x="442893" y="1768838"/>
                </a:cubicBezTo>
                <a:close/>
                <a:moveTo>
                  <a:pt x="333304" y="520953"/>
                </a:moveTo>
                <a:cubicBezTo>
                  <a:pt x="333742" y="528850"/>
                  <a:pt x="335479" y="536547"/>
                  <a:pt x="337867" y="544146"/>
                </a:cubicBezTo>
                <a:lnTo>
                  <a:pt x="340032" y="549926"/>
                </a:lnTo>
                <a:lnTo>
                  <a:pt x="340448" y="551717"/>
                </a:lnTo>
                <a:lnTo>
                  <a:pt x="346286" y="566616"/>
                </a:lnTo>
                <a:lnTo>
                  <a:pt x="346338" y="566754"/>
                </a:lnTo>
                <a:lnTo>
                  <a:pt x="352655" y="583595"/>
                </a:lnTo>
                <a:lnTo>
                  <a:pt x="359451" y="612658"/>
                </a:lnTo>
                <a:cubicBezTo>
                  <a:pt x="358988" y="604728"/>
                  <a:pt x="357231" y="597005"/>
                  <a:pt x="354829" y="589388"/>
                </a:cubicBezTo>
                <a:lnTo>
                  <a:pt x="352655" y="583595"/>
                </a:lnTo>
                <a:lnTo>
                  <a:pt x="352236" y="581804"/>
                </a:lnTo>
                <a:lnTo>
                  <a:pt x="346286" y="566616"/>
                </a:lnTo>
                <a:lnTo>
                  <a:pt x="340032" y="549926"/>
                </a:lnTo>
                <a:close/>
                <a:moveTo>
                  <a:pt x="384407" y="268794"/>
                </a:moveTo>
                <a:lnTo>
                  <a:pt x="387837" y="328017"/>
                </a:lnTo>
                <a:cubicBezTo>
                  <a:pt x="389527" y="318646"/>
                  <a:pt x="389932" y="309031"/>
                  <a:pt x="389283" y="299164"/>
                </a:cubicBezTo>
                <a:cubicBezTo>
                  <a:pt x="388634" y="289296"/>
                  <a:pt x="386932" y="279176"/>
                  <a:pt x="384407" y="268794"/>
                </a:cubicBezTo>
                <a:close/>
                <a:moveTo>
                  <a:pt x="66991" y="0"/>
                </a:moveTo>
                <a:lnTo>
                  <a:pt x="6439807" y="0"/>
                </a:lnTo>
                <a:lnTo>
                  <a:pt x="6439807" y="6857999"/>
                </a:lnTo>
                <a:lnTo>
                  <a:pt x="149318" y="6857999"/>
                </a:lnTo>
                <a:lnTo>
                  <a:pt x="149318" y="6857457"/>
                </a:lnTo>
                <a:lnTo>
                  <a:pt x="22079" y="6857457"/>
                </a:lnTo>
                <a:lnTo>
                  <a:pt x="26851" y="6796804"/>
                </a:lnTo>
                <a:cubicBezTo>
                  <a:pt x="32162" y="6777207"/>
                  <a:pt x="39591" y="6758011"/>
                  <a:pt x="44354" y="6738388"/>
                </a:cubicBezTo>
                <a:cubicBezTo>
                  <a:pt x="48736" y="6720103"/>
                  <a:pt x="58832" y="6702955"/>
                  <a:pt x="67214" y="6685617"/>
                </a:cubicBezTo>
                <a:cubicBezTo>
                  <a:pt x="83217" y="6652472"/>
                  <a:pt x="73120" y="6617036"/>
                  <a:pt x="77310" y="6583128"/>
                </a:cubicBezTo>
                <a:cubicBezTo>
                  <a:pt x="78646" y="6572269"/>
                  <a:pt x="80168" y="6561411"/>
                  <a:pt x="82837" y="6550742"/>
                </a:cubicBezTo>
                <a:cubicBezTo>
                  <a:pt x="89885" y="6521593"/>
                  <a:pt x="95981" y="6491874"/>
                  <a:pt x="105698" y="6463490"/>
                </a:cubicBezTo>
                <a:cubicBezTo>
                  <a:pt x="116555" y="6431292"/>
                  <a:pt x="131034" y="6400429"/>
                  <a:pt x="146085" y="6363664"/>
                </a:cubicBezTo>
                <a:cubicBezTo>
                  <a:pt x="142274" y="6350899"/>
                  <a:pt x="131986" y="6331277"/>
                  <a:pt x="131034" y="6311084"/>
                </a:cubicBezTo>
                <a:cubicBezTo>
                  <a:pt x="127795" y="6246121"/>
                  <a:pt x="145512" y="6185351"/>
                  <a:pt x="173519" y="6127247"/>
                </a:cubicBezTo>
                <a:cubicBezTo>
                  <a:pt x="181900" y="6109530"/>
                  <a:pt x="187424" y="6090477"/>
                  <a:pt x="195616" y="6072569"/>
                </a:cubicBezTo>
                <a:cubicBezTo>
                  <a:pt x="198472" y="6066284"/>
                  <a:pt x="204569" y="6058092"/>
                  <a:pt x="210287" y="6056948"/>
                </a:cubicBezTo>
                <a:cubicBezTo>
                  <a:pt x="243432" y="6050282"/>
                  <a:pt x="242862" y="6025515"/>
                  <a:pt x="244766" y="5999796"/>
                </a:cubicBezTo>
                <a:cubicBezTo>
                  <a:pt x="247051" y="5969124"/>
                  <a:pt x="252386" y="5938836"/>
                  <a:pt x="256958" y="5908355"/>
                </a:cubicBezTo>
                <a:cubicBezTo>
                  <a:pt x="257530" y="5904353"/>
                  <a:pt x="261530" y="5900735"/>
                  <a:pt x="264199" y="5897114"/>
                </a:cubicBezTo>
                <a:cubicBezTo>
                  <a:pt x="268199" y="5891590"/>
                  <a:pt x="274296" y="5886447"/>
                  <a:pt x="275818" y="5880348"/>
                </a:cubicBezTo>
                <a:cubicBezTo>
                  <a:pt x="283249" y="5849107"/>
                  <a:pt x="289535" y="5817674"/>
                  <a:pt x="296393" y="5786239"/>
                </a:cubicBezTo>
                <a:cubicBezTo>
                  <a:pt x="297919" y="5779191"/>
                  <a:pt x="299822" y="5771953"/>
                  <a:pt x="302870" y="5765474"/>
                </a:cubicBezTo>
                <a:cubicBezTo>
                  <a:pt x="305728" y="5759378"/>
                  <a:pt x="310682" y="5754234"/>
                  <a:pt x="313730" y="5748136"/>
                </a:cubicBezTo>
                <a:cubicBezTo>
                  <a:pt x="321921" y="5731564"/>
                  <a:pt x="329541" y="5714607"/>
                  <a:pt x="338685" y="5695178"/>
                </a:cubicBezTo>
                <a:cubicBezTo>
                  <a:pt x="321541" y="5684320"/>
                  <a:pt x="331258" y="5669647"/>
                  <a:pt x="339449" y="5651360"/>
                </a:cubicBezTo>
                <a:cubicBezTo>
                  <a:pt x="347831" y="5632691"/>
                  <a:pt x="350497" y="5611164"/>
                  <a:pt x="353546" y="5590590"/>
                </a:cubicBezTo>
                <a:cubicBezTo>
                  <a:pt x="359070" y="5552869"/>
                  <a:pt x="362499" y="5514957"/>
                  <a:pt x="367451" y="5477239"/>
                </a:cubicBezTo>
                <a:cubicBezTo>
                  <a:pt x="368595" y="5469236"/>
                  <a:pt x="370690" y="5460092"/>
                  <a:pt x="375454" y="5453995"/>
                </a:cubicBezTo>
                <a:cubicBezTo>
                  <a:pt x="407459" y="5412276"/>
                  <a:pt x="416411" y="5361598"/>
                  <a:pt x="413366" y="5313403"/>
                </a:cubicBezTo>
                <a:cubicBezTo>
                  <a:pt x="411078" y="5275491"/>
                  <a:pt x="409363" y="5238343"/>
                  <a:pt x="412601" y="5200813"/>
                </a:cubicBezTo>
                <a:cubicBezTo>
                  <a:pt x="412793" y="5197955"/>
                  <a:pt x="412411" y="5194145"/>
                  <a:pt x="410887" y="5192051"/>
                </a:cubicBezTo>
                <a:cubicBezTo>
                  <a:pt x="400791" y="5179097"/>
                  <a:pt x="400029" y="5165570"/>
                  <a:pt x="398315" y="5148995"/>
                </a:cubicBezTo>
                <a:cubicBezTo>
                  <a:pt x="395837" y="5125562"/>
                  <a:pt x="397553" y="5104036"/>
                  <a:pt x="401743" y="5082317"/>
                </a:cubicBezTo>
                <a:cubicBezTo>
                  <a:pt x="404791" y="5066505"/>
                  <a:pt x="411078" y="5050504"/>
                  <a:pt x="419080" y="5036405"/>
                </a:cubicBezTo>
                <a:cubicBezTo>
                  <a:pt x="430320" y="5016785"/>
                  <a:pt x="434701" y="4997922"/>
                  <a:pt x="419841" y="4979253"/>
                </a:cubicBezTo>
                <a:cubicBezTo>
                  <a:pt x="404029" y="4959061"/>
                  <a:pt x="409553" y="4936201"/>
                  <a:pt x="408983" y="4913909"/>
                </a:cubicBezTo>
                <a:cubicBezTo>
                  <a:pt x="408791" y="4904195"/>
                  <a:pt x="409174" y="4893907"/>
                  <a:pt x="406697" y="4884572"/>
                </a:cubicBezTo>
                <a:cubicBezTo>
                  <a:pt x="399647" y="4857522"/>
                  <a:pt x="388978" y="4831420"/>
                  <a:pt x="384216" y="4803988"/>
                </a:cubicBezTo>
                <a:cubicBezTo>
                  <a:pt x="381551" y="4788747"/>
                  <a:pt x="386312" y="4771793"/>
                  <a:pt x="389741" y="4755980"/>
                </a:cubicBezTo>
                <a:cubicBezTo>
                  <a:pt x="393361" y="4739978"/>
                  <a:pt x="398885" y="4724167"/>
                  <a:pt x="404601" y="4708734"/>
                </a:cubicBezTo>
                <a:cubicBezTo>
                  <a:pt x="408411" y="4698258"/>
                  <a:pt x="412031" y="4686828"/>
                  <a:pt x="418889" y="4678445"/>
                </a:cubicBezTo>
                <a:cubicBezTo>
                  <a:pt x="434510" y="4659393"/>
                  <a:pt x="437178" y="4639772"/>
                  <a:pt x="428986" y="4617291"/>
                </a:cubicBezTo>
                <a:cubicBezTo>
                  <a:pt x="427651" y="4613864"/>
                  <a:pt x="427651" y="4609863"/>
                  <a:pt x="427462" y="4606053"/>
                </a:cubicBezTo>
                <a:cubicBezTo>
                  <a:pt x="423462" y="4545086"/>
                  <a:pt x="420984" y="4484127"/>
                  <a:pt x="414888" y="4423545"/>
                </a:cubicBezTo>
                <a:cubicBezTo>
                  <a:pt x="412411" y="4398972"/>
                  <a:pt x="401553" y="4375349"/>
                  <a:pt x="394695" y="4351154"/>
                </a:cubicBezTo>
                <a:cubicBezTo>
                  <a:pt x="393361" y="4346201"/>
                  <a:pt x="391265" y="4340674"/>
                  <a:pt x="392218" y="4335722"/>
                </a:cubicBezTo>
                <a:cubicBezTo>
                  <a:pt x="401743" y="4281810"/>
                  <a:pt x="387837" y="4231324"/>
                  <a:pt x="369547" y="4181603"/>
                </a:cubicBezTo>
                <a:cubicBezTo>
                  <a:pt x="367642" y="4176461"/>
                  <a:pt x="368214" y="4170174"/>
                  <a:pt x="368595" y="4164458"/>
                </a:cubicBezTo>
                <a:cubicBezTo>
                  <a:pt x="369928" y="4148453"/>
                  <a:pt x="376597" y="4131119"/>
                  <a:pt x="372597" y="4116641"/>
                </a:cubicBezTo>
                <a:cubicBezTo>
                  <a:pt x="361545" y="4078159"/>
                  <a:pt x="348211" y="4040058"/>
                  <a:pt x="331447" y="4003861"/>
                </a:cubicBezTo>
                <a:cubicBezTo>
                  <a:pt x="314493" y="3967091"/>
                  <a:pt x="300203" y="3932993"/>
                  <a:pt x="317350" y="3890891"/>
                </a:cubicBezTo>
                <a:cubicBezTo>
                  <a:pt x="324589" y="3872985"/>
                  <a:pt x="319445" y="3849362"/>
                  <a:pt x="317541" y="3828785"/>
                </a:cubicBezTo>
                <a:cubicBezTo>
                  <a:pt x="316016" y="3813737"/>
                  <a:pt x="307442" y="3799258"/>
                  <a:pt x="307442" y="3784397"/>
                </a:cubicBezTo>
                <a:cubicBezTo>
                  <a:pt x="307442" y="3744770"/>
                  <a:pt x="297346" y="3709529"/>
                  <a:pt x="276771" y="3675238"/>
                </a:cubicBezTo>
                <a:cubicBezTo>
                  <a:pt x="268770" y="3661899"/>
                  <a:pt x="274105" y="3641134"/>
                  <a:pt x="272009" y="3623799"/>
                </a:cubicBezTo>
                <a:cubicBezTo>
                  <a:pt x="269533" y="3605509"/>
                  <a:pt x="267247" y="3586653"/>
                  <a:pt x="261721" y="3569124"/>
                </a:cubicBezTo>
                <a:cubicBezTo>
                  <a:pt x="247242" y="3523785"/>
                  <a:pt x="230859" y="3479015"/>
                  <a:pt x="215618" y="3433866"/>
                </a:cubicBezTo>
                <a:cubicBezTo>
                  <a:pt x="203045" y="3396719"/>
                  <a:pt x="212952" y="3360139"/>
                  <a:pt x="218285" y="3323372"/>
                </a:cubicBezTo>
                <a:cubicBezTo>
                  <a:pt x="221716" y="3300319"/>
                  <a:pt x="229907" y="3278795"/>
                  <a:pt x="217715" y="3252885"/>
                </a:cubicBezTo>
                <a:cubicBezTo>
                  <a:pt x="206093" y="3228119"/>
                  <a:pt x="208761" y="3196686"/>
                  <a:pt x="202474" y="3168870"/>
                </a:cubicBezTo>
                <a:cubicBezTo>
                  <a:pt x="197141" y="3145436"/>
                  <a:pt x="188566" y="3122770"/>
                  <a:pt x="180184" y="3100099"/>
                </a:cubicBezTo>
                <a:cubicBezTo>
                  <a:pt x="168753" y="3069235"/>
                  <a:pt x="156753" y="3038756"/>
                  <a:pt x="162468" y="3005035"/>
                </a:cubicBezTo>
                <a:cubicBezTo>
                  <a:pt x="168946" y="2966742"/>
                  <a:pt x="144561" y="2940455"/>
                  <a:pt x="128367" y="2910353"/>
                </a:cubicBezTo>
                <a:cubicBezTo>
                  <a:pt x="117318" y="2889587"/>
                  <a:pt x="109126" y="2866918"/>
                  <a:pt x="102267" y="2844248"/>
                </a:cubicBezTo>
                <a:cubicBezTo>
                  <a:pt x="93313" y="2813958"/>
                  <a:pt x="87978" y="2782716"/>
                  <a:pt x="79217" y="2752235"/>
                </a:cubicBezTo>
                <a:cubicBezTo>
                  <a:pt x="66072" y="2706131"/>
                  <a:pt x="55784" y="2659455"/>
                  <a:pt x="63024" y="2611450"/>
                </a:cubicBezTo>
                <a:cubicBezTo>
                  <a:pt x="66262" y="2589352"/>
                  <a:pt x="66072" y="2568774"/>
                  <a:pt x="61307" y="2546678"/>
                </a:cubicBezTo>
                <a:cubicBezTo>
                  <a:pt x="53497" y="2510483"/>
                  <a:pt x="52545" y="2473333"/>
                  <a:pt x="23399" y="2444184"/>
                </a:cubicBezTo>
                <a:cubicBezTo>
                  <a:pt x="13111" y="2433897"/>
                  <a:pt x="10446" y="2415420"/>
                  <a:pt x="5110" y="2400369"/>
                </a:cubicBezTo>
                <a:cubicBezTo>
                  <a:pt x="-1178" y="2383032"/>
                  <a:pt x="2062" y="2370270"/>
                  <a:pt x="20352" y="2360933"/>
                </a:cubicBezTo>
                <a:cubicBezTo>
                  <a:pt x="28541" y="2356744"/>
                  <a:pt x="36543" y="2344741"/>
                  <a:pt x="37878" y="2335405"/>
                </a:cubicBezTo>
                <a:cubicBezTo>
                  <a:pt x="41877" y="2307402"/>
                  <a:pt x="35972" y="2281683"/>
                  <a:pt x="23017" y="2254633"/>
                </a:cubicBezTo>
                <a:cubicBezTo>
                  <a:pt x="10825" y="2229296"/>
                  <a:pt x="12159" y="2197670"/>
                  <a:pt x="7395" y="2168903"/>
                </a:cubicBezTo>
                <a:cubicBezTo>
                  <a:pt x="5681" y="2158712"/>
                  <a:pt x="3062" y="2148519"/>
                  <a:pt x="871" y="2138304"/>
                </a:cubicBezTo>
                <a:lnTo>
                  <a:pt x="0" y="2131532"/>
                </a:lnTo>
                <a:lnTo>
                  <a:pt x="0" y="2072225"/>
                </a:lnTo>
                <a:lnTo>
                  <a:pt x="251" y="2069340"/>
                </a:lnTo>
                <a:cubicBezTo>
                  <a:pt x="2061" y="2056600"/>
                  <a:pt x="4156" y="2043835"/>
                  <a:pt x="5299" y="2030977"/>
                </a:cubicBezTo>
                <a:cubicBezTo>
                  <a:pt x="7203" y="2010974"/>
                  <a:pt x="6442" y="1990589"/>
                  <a:pt x="8729" y="1970586"/>
                </a:cubicBezTo>
                <a:cubicBezTo>
                  <a:pt x="10446" y="1954202"/>
                  <a:pt x="14826" y="1938009"/>
                  <a:pt x="18445" y="1921817"/>
                </a:cubicBezTo>
                <a:cubicBezTo>
                  <a:pt x="19779" y="1915912"/>
                  <a:pt x="24922" y="1910004"/>
                  <a:pt x="24161" y="1904673"/>
                </a:cubicBezTo>
                <a:cubicBezTo>
                  <a:pt x="15970" y="1851709"/>
                  <a:pt x="52545" y="1813610"/>
                  <a:pt x="68738" y="1768838"/>
                </a:cubicBezTo>
                <a:cubicBezTo>
                  <a:pt x="85885" y="1721785"/>
                  <a:pt x="112174" y="1676253"/>
                  <a:pt x="104364" y="1623675"/>
                </a:cubicBezTo>
                <a:cubicBezTo>
                  <a:pt x="99601" y="1591859"/>
                  <a:pt x="88551" y="1561189"/>
                  <a:pt x="81883" y="1529563"/>
                </a:cubicBezTo>
                <a:cubicBezTo>
                  <a:pt x="79597" y="1518324"/>
                  <a:pt x="79979" y="1505751"/>
                  <a:pt x="82264" y="1494509"/>
                </a:cubicBezTo>
                <a:cubicBezTo>
                  <a:pt x="92744" y="1440216"/>
                  <a:pt x="94267" y="1386684"/>
                  <a:pt x="77120" y="1333341"/>
                </a:cubicBezTo>
                <a:cubicBezTo>
                  <a:pt x="74262" y="1324198"/>
                  <a:pt x="71597" y="1314483"/>
                  <a:pt x="71597" y="1304955"/>
                </a:cubicBezTo>
                <a:cubicBezTo>
                  <a:pt x="71597" y="1252757"/>
                  <a:pt x="75597" y="1201512"/>
                  <a:pt x="94267" y="1151600"/>
                </a:cubicBezTo>
                <a:cubicBezTo>
                  <a:pt x="100554" y="1134834"/>
                  <a:pt x="96553" y="1114449"/>
                  <a:pt x="98078" y="1095972"/>
                </a:cubicBezTo>
                <a:cubicBezTo>
                  <a:pt x="99409" y="1078826"/>
                  <a:pt x="99981" y="1061298"/>
                  <a:pt x="104364" y="1044725"/>
                </a:cubicBezTo>
                <a:cubicBezTo>
                  <a:pt x="110839" y="1020529"/>
                  <a:pt x="111601" y="998052"/>
                  <a:pt x="105887" y="973095"/>
                </a:cubicBezTo>
                <a:cubicBezTo>
                  <a:pt x="100554" y="949281"/>
                  <a:pt x="103220" y="923562"/>
                  <a:pt x="103029" y="898797"/>
                </a:cubicBezTo>
                <a:cubicBezTo>
                  <a:pt x="102839" y="871173"/>
                  <a:pt x="102649" y="843552"/>
                  <a:pt x="103601" y="815929"/>
                </a:cubicBezTo>
                <a:cubicBezTo>
                  <a:pt x="103981" y="804877"/>
                  <a:pt x="111601" y="792306"/>
                  <a:pt x="108553" y="783158"/>
                </a:cubicBezTo>
                <a:cubicBezTo>
                  <a:pt x="98267" y="753633"/>
                  <a:pt x="110649" y="724104"/>
                  <a:pt x="105127" y="694576"/>
                </a:cubicBezTo>
                <a:cubicBezTo>
                  <a:pt x="102267" y="680096"/>
                  <a:pt x="110078" y="663713"/>
                  <a:pt x="110839" y="648092"/>
                </a:cubicBezTo>
                <a:cubicBezTo>
                  <a:pt x="112174" y="622564"/>
                  <a:pt x="111601" y="597037"/>
                  <a:pt x="111983" y="571508"/>
                </a:cubicBezTo>
                <a:cubicBezTo>
                  <a:pt x="112174" y="563125"/>
                  <a:pt x="112936" y="554933"/>
                  <a:pt x="113318" y="546552"/>
                </a:cubicBezTo>
                <a:cubicBezTo>
                  <a:pt x="113697" y="539121"/>
                  <a:pt x="115411" y="531310"/>
                  <a:pt x="114081" y="524262"/>
                </a:cubicBezTo>
                <a:cubicBezTo>
                  <a:pt x="109315" y="498733"/>
                  <a:pt x="101505" y="473587"/>
                  <a:pt x="98457" y="447870"/>
                </a:cubicBezTo>
                <a:cubicBezTo>
                  <a:pt x="95792" y="425581"/>
                  <a:pt x="99409" y="402529"/>
                  <a:pt x="97505" y="380050"/>
                </a:cubicBezTo>
                <a:cubicBezTo>
                  <a:pt x="94267" y="340425"/>
                  <a:pt x="88551" y="300800"/>
                  <a:pt x="84930" y="261173"/>
                </a:cubicBezTo>
                <a:cubicBezTo>
                  <a:pt x="84168" y="252600"/>
                  <a:pt x="88934" y="243648"/>
                  <a:pt x="89314" y="234883"/>
                </a:cubicBezTo>
                <a:cubicBezTo>
                  <a:pt x="90266" y="207450"/>
                  <a:pt x="90457" y="180017"/>
                  <a:pt x="91027" y="152584"/>
                </a:cubicBezTo>
                <a:cubicBezTo>
                  <a:pt x="91218" y="136963"/>
                  <a:pt x="90647" y="121150"/>
                  <a:pt x="92361" y="105718"/>
                </a:cubicBezTo>
                <a:cubicBezTo>
                  <a:pt x="94647" y="85336"/>
                  <a:pt x="98078" y="66857"/>
                  <a:pt x="83217" y="47806"/>
                </a:cubicBezTo>
                <a:cubicBezTo>
                  <a:pt x="77453" y="40471"/>
                  <a:pt x="73691" y="32636"/>
                  <a:pt x="71207" y="24480"/>
                </a:cubicBezTo>
                <a:close/>
              </a:path>
            </a:pathLst>
          </a:custGeom>
          <a:noFill/>
          <a:effectLst>
            <a:outerShdw blurRad="381000" dist="152400" dir="10800000" algn="tr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65" name="Group 1055">
            <a:extLst>
              <a:ext uri="{FF2B5EF4-FFF2-40B4-BE49-F238E27FC236}">
                <a16:creationId xmlns:a16="http://schemas.microsoft.com/office/drawing/2014/main" id="{4EA04677-6B2C-40F4-975C-ED91965527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32356" y="0"/>
            <a:ext cx="874718" cy="6857455"/>
            <a:chOff x="5632356" y="0"/>
            <a:chExt cx="874718" cy="6857455"/>
          </a:xfrm>
        </p:grpSpPr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3F1ABE2E-F19F-4BD3-B0FA-8A2D8885B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6" y="2991370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8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C86D0F14-D449-4833-830D-A382829E2D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8" y="2991370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7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8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42075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16E8E-E881-4B6F-8EE5-8A78FB04E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6232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Medical Transition –Feminizing Therapy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45DDB-87C1-4F0B-A128-A9EE33E95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19" y="1212233"/>
            <a:ext cx="11847859" cy="5553238"/>
          </a:xfrm>
        </p:spPr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n-US" sz="3200">
                <a:solidFill>
                  <a:srgbClr val="FF66FF"/>
                </a:solidFill>
              </a:rPr>
              <a:t>Transdermal </a:t>
            </a:r>
            <a:r>
              <a:rPr lang="en-US" sz="3200">
                <a:solidFill>
                  <a:schemeClr val="bg1"/>
                </a:solidFill>
              </a:rPr>
              <a:t>Estrogen is the safest /Best dosing</a:t>
            </a:r>
          </a:p>
          <a:p>
            <a:pPr marL="514350" indent="-514350">
              <a:buAutoNum type="arabicPeriod"/>
            </a:pPr>
            <a:endParaRPr lang="en-US" sz="3200">
              <a:solidFill>
                <a:schemeClr val="bg1"/>
              </a:solidFill>
            </a:endParaRPr>
          </a:p>
          <a:p>
            <a:pPr marL="514350" indent="-514350">
              <a:buAutoNum type="arabicPeriod"/>
            </a:pPr>
            <a:r>
              <a:rPr lang="en-US" sz="3200">
                <a:solidFill>
                  <a:schemeClr val="bg1"/>
                </a:solidFill>
              </a:rPr>
              <a:t>Oral Estrogen – use 17-B Estradiol</a:t>
            </a:r>
          </a:p>
          <a:p>
            <a:pPr marL="514350" indent="-514350">
              <a:buAutoNum type="arabicPeriod"/>
            </a:pPr>
            <a:endParaRPr lang="en-US" sz="3200">
              <a:solidFill>
                <a:schemeClr val="bg1"/>
              </a:solidFill>
            </a:endParaRPr>
          </a:p>
          <a:p>
            <a:pPr marL="514350" indent="-514350">
              <a:buAutoNum type="arabicPeriod"/>
            </a:pPr>
            <a:r>
              <a:rPr lang="en-US" sz="3200">
                <a:solidFill>
                  <a:schemeClr val="bg1"/>
                </a:solidFill>
              </a:rPr>
              <a:t>Antiandrogens/Hormone Blockers:                                                 decrease Testosterone, less Estrogen needed                                                                                                                                                              - </a:t>
            </a:r>
            <a:r>
              <a:rPr lang="en-US" sz="3200">
                <a:solidFill>
                  <a:srgbClr val="7030A0"/>
                </a:solidFill>
              </a:rPr>
              <a:t>Spironolactone</a:t>
            </a:r>
            <a:r>
              <a:rPr lang="en-US" sz="3200">
                <a:solidFill>
                  <a:schemeClr val="bg1"/>
                </a:solidFill>
              </a:rPr>
              <a:t> - monitor BP and Potassium                                                                      - GNRH Agonists (expensive – Lupron)                                                           - Progesterone  - (insufficient breast growth data)</a:t>
            </a:r>
          </a:p>
          <a:p>
            <a:pPr marL="514350" indent="-514350">
              <a:buAutoNum type="arabicPeriod"/>
            </a:pPr>
            <a:endParaRPr lang="en-US" sz="3200">
              <a:solidFill>
                <a:schemeClr val="bg1"/>
              </a:solidFill>
            </a:endParaRPr>
          </a:p>
          <a:p>
            <a:pPr marL="514350" indent="-514350">
              <a:buAutoNum type="arabicPeriod"/>
            </a:pPr>
            <a:r>
              <a:rPr lang="en-US" sz="3200">
                <a:solidFill>
                  <a:schemeClr val="bg1"/>
                </a:solidFill>
              </a:rPr>
              <a:t>-Finasteride – less safe, questionable efficacy </a:t>
            </a:r>
          </a:p>
          <a:p>
            <a:pPr marL="0" indent="0">
              <a:buNone/>
            </a:pPr>
            <a:endParaRPr lang="en-US" sz="3200">
              <a:solidFill>
                <a:schemeClr val="bg1"/>
              </a:solidFill>
            </a:endParaRPr>
          </a:p>
          <a:p>
            <a:pPr marL="514350" indent="-514350">
              <a:buAutoNum type="arabicPeriod"/>
            </a:pPr>
            <a:endParaRPr lang="en-US" sz="3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647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B14E9-E956-4056-B6BA-D3F82A30F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03862"/>
          </a:xfrm>
        </p:spPr>
        <p:txBody>
          <a:bodyPr>
            <a:normAutofit/>
          </a:bodyPr>
          <a:lstStyle/>
          <a:p>
            <a:r>
              <a:rPr lang="en-US" sz="6000" b="1">
                <a:solidFill>
                  <a:schemeClr val="bg1"/>
                </a:solidFill>
              </a:rPr>
              <a:t>Medical Transition-Feminizing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83EA162-1B4F-D734-6ADE-0CC3E059760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395941770"/>
              </p:ext>
            </p:extLst>
          </p:nvPr>
        </p:nvGraphicFramePr>
        <p:xfrm>
          <a:off x="1" y="1499616"/>
          <a:ext cx="6019800" cy="4677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42E3A79-C0B2-12D3-39C7-25974D837000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198" y="1499615"/>
          <a:ext cx="5861651" cy="25634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119702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F3B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8C1B46-1D18-A655-7E36-FD20BF823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432" y="643467"/>
            <a:ext cx="9363136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873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Table 2. Hormone Preparations and Dosage: Feminizing Hormone Therapy* ">
            <a:extLst>
              <a:ext uri="{FF2B5EF4-FFF2-40B4-BE49-F238E27FC236}">
                <a16:creationId xmlns:a16="http://schemas.microsoft.com/office/drawing/2014/main" id="{E0768D9C-E326-62D7-2DE8-5FB714DF35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1074" y="294508"/>
            <a:ext cx="11277600" cy="6017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7186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Rectangle 207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050" name="Picture 2" descr="Pin on hrt">
            <a:extLst>
              <a:ext uri="{FF2B5EF4-FFF2-40B4-BE49-F238E27FC236}">
                <a16:creationId xmlns:a16="http://schemas.microsoft.com/office/drawing/2014/main" id="{F8327F0C-EC0E-DACC-D02C-EC78DC5FFB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2" b="2970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7915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18B7F08-9068-4B0B-AFAE-8307FE4F0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707671" cy="12256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Medical Transition: Feminizing Therapy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6E1FC9-A224-42C6-AC0A-07BF920EFF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0179" y="1909192"/>
            <a:ext cx="5364104" cy="461178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3600">
                <a:solidFill>
                  <a:srgbClr val="FF0000"/>
                </a:solidFill>
              </a:rPr>
              <a:t>RISKS:</a:t>
            </a:r>
          </a:p>
          <a:p>
            <a:pPr marL="514350"/>
            <a:r>
              <a:rPr lang="en-US">
                <a:solidFill>
                  <a:schemeClr val="bg1"/>
                </a:solidFill>
              </a:rPr>
              <a:t>Venous Thromboembolism</a:t>
            </a:r>
          </a:p>
          <a:p>
            <a:pPr marL="514350"/>
            <a:r>
              <a:rPr lang="en-US">
                <a:solidFill>
                  <a:schemeClr val="bg1"/>
                </a:solidFill>
              </a:rPr>
              <a:t>High Triglycerides</a:t>
            </a:r>
          </a:p>
          <a:p>
            <a:pPr marL="514350"/>
            <a:r>
              <a:rPr lang="en-US">
                <a:solidFill>
                  <a:schemeClr val="bg1"/>
                </a:solidFill>
              </a:rPr>
              <a:t>Gallstone development</a:t>
            </a:r>
          </a:p>
          <a:p>
            <a:pPr marL="514350"/>
            <a:r>
              <a:rPr lang="en-US">
                <a:solidFill>
                  <a:schemeClr val="bg1"/>
                </a:solidFill>
              </a:rPr>
              <a:t>Elevated Liver Enzymes</a:t>
            </a:r>
          </a:p>
          <a:p>
            <a:pPr marL="514350"/>
            <a:r>
              <a:rPr lang="en-US">
                <a:solidFill>
                  <a:schemeClr val="bg1"/>
                </a:solidFill>
              </a:rPr>
              <a:t> Try to decrease cardiovascular risks – Like Smoking</a:t>
            </a:r>
          </a:p>
          <a:p>
            <a:pPr marL="0"/>
            <a:endParaRPr lang="en-US" sz="2000">
              <a:solidFill>
                <a:schemeClr val="bg1"/>
              </a:solidFill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Content Placeholder 2" descr="Diagram">
            <a:extLst>
              <a:ext uri="{FF2B5EF4-FFF2-40B4-BE49-F238E27FC236}">
                <a16:creationId xmlns:a16="http://schemas.microsoft.com/office/drawing/2014/main" id="{0767A435-77E4-D9C5-566C-0AA994E68F5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5300" r="20846" b="-1"/>
          <a:stretch/>
        </p:blipFill>
        <p:spPr>
          <a:xfrm>
            <a:off x="5857385" y="146304"/>
            <a:ext cx="6334616" cy="6299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74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DD921-DF5F-4C76-84B0-7B2BE3F8B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66FF"/>
                </a:solidFill>
              </a:rPr>
              <a:t>                          TRANSFEMININE: </a:t>
            </a:r>
            <a:r>
              <a:rPr lang="en-US">
                <a:solidFill>
                  <a:schemeClr val="bg1"/>
                </a:solidFill>
              </a:rPr>
              <a:t>Fertility/Pregnancy/Contraception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4B63015-1228-4969-BD57-DF9E7032DA0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4163" y="1907177"/>
            <a:ext cx="5735637" cy="4718303"/>
          </a:xfrm>
        </p:spPr>
      </p:pic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0A3D1C09-E049-6B6B-FA61-A1C978936DB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199" y="1825625"/>
          <a:ext cx="5882206" cy="47789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38202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5C166F-4901-FABB-1994-E59042449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525F085-0168-7C5F-86AA-19FE09AC0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A74F264-EDE9-89C9-9E54-485F57690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49" y="385474"/>
            <a:ext cx="7895304" cy="18432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dirty="0"/>
              <a:t>SURGICAL TRANSITION</a:t>
            </a:r>
          </a:p>
        </p:txBody>
      </p:sp>
      <p:pic>
        <p:nvPicPr>
          <p:cNvPr id="10" name="Content Placeholder 9" descr="Logo, company name&#10;&#10;Description automatically generated">
            <a:extLst>
              <a:ext uri="{FF2B5EF4-FFF2-40B4-BE49-F238E27FC236}">
                <a16:creationId xmlns:a16="http://schemas.microsoft.com/office/drawing/2014/main" id="{48F8E9B6-D0F7-8C37-6A13-BC9809AF23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2742" r="15544" b="2"/>
          <a:stretch>
            <a:fillRect/>
          </a:stretch>
        </p:blipFill>
        <p:spPr>
          <a:xfrm>
            <a:off x="7556409" y="557190"/>
            <a:ext cx="3995928" cy="557189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061093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CF167F3-24E1-4C47-8490-109CB020C7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7783" b="7783"/>
          <a:stretch/>
        </p:blipFill>
        <p:spPr>
          <a:xfrm>
            <a:off x="0" y="-125780"/>
            <a:ext cx="12191980" cy="6857990"/>
          </a:xfrm>
          <a:prstGeom prst="rect">
            <a:avLst/>
          </a:prstGeom>
        </p:spPr>
      </p:pic>
      <p:sp>
        <p:nvSpPr>
          <p:cNvPr id="12" name="Freeform: Shape 9">
            <a:extLst>
              <a:ext uri="{FF2B5EF4-FFF2-40B4-BE49-F238E27FC236}">
                <a16:creationId xmlns:a16="http://schemas.microsoft.com/office/drawing/2014/main" id="{6B3BAD04-E614-4C16-8360-019FCF004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23809"/>
            <a:ext cx="11016943" cy="2262375"/>
          </a:xfrm>
          <a:custGeom>
            <a:avLst/>
            <a:gdLst>
              <a:gd name="connsiteX0" fmla="*/ 0 w 11016943"/>
              <a:gd name="connsiteY0" fmla="*/ 0 h 2262375"/>
              <a:gd name="connsiteX1" fmla="*/ 9969166 w 11016943"/>
              <a:gd name="connsiteY1" fmla="*/ 0 h 2262375"/>
              <a:gd name="connsiteX2" fmla="*/ 11016943 w 11016943"/>
              <a:gd name="connsiteY2" fmla="*/ 2262375 h 2262375"/>
              <a:gd name="connsiteX3" fmla="*/ 4942050 w 11016943"/>
              <a:gd name="connsiteY3" fmla="*/ 2262375 h 2262375"/>
              <a:gd name="connsiteX4" fmla="*/ 4582160 w 11016943"/>
              <a:gd name="connsiteY4" fmla="*/ 2262375 h 2262375"/>
              <a:gd name="connsiteX5" fmla="*/ 0 w 11016943"/>
              <a:gd name="connsiteY5" fmla="*/ 2262375 h 2262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16943" h="2262375">
                <a:moveTo>
                  <a:pt x="0" y="0"/>
                </a:moveTo>
                <a:lnTo>
                  <a:pt x="9969166" y="0"/>
                </a:lnTo>
                <a:lnTo>
                  <a:pt x="11016943" y="2262375"/>
                </a:lnTo>
                <a:lnTo>
                  <a:pt x="4942050" y="2262375"/>
                </a:lnTo>
                <a:lnTo>
                  <a:pt x="4582160" y="2262375"/>
                </a:lnTo>
                <a:lnTo>
                  <a:pt x="0" y="2262375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21B423-9E8A-47ED-AEC8-678D12BFA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782" y="4374032"/>
            <a:ext cx="8856059" cy="133682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SURGICAL TRANSITION</a:t>
            </a:r>
          </a:p>
        </p:txBody>
      </p:sp>
    </p:spTree>
    <p:extLst>
      <p:ext uri="{BB962C8B-B14F-4D97-AF65-F5344CB8AC3E}">
        <p14:creationId xmlns:p14="http://schemas.microsoft.com/office/powerpoint/2010/main" val="3895777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33AC1-497B-786C-4F76-2CBCB98DB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718" y="457200"/>
            <a:ext cx="4551308" cy="106680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SURGICAL TRANSITION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6BFBB3C-858D-BF91-717A-C5ED3447960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7785" r="7785"/>
          <a:stretch>
            <a:fillRect/>
          </a:stretch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14E07A-1738-C512-28C1-3211186041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20717" y="1755228"/>
            <a:ext cx="4824249" cy="4645572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Health Assessment Letter- Required by some Insurance plans</a:t>
            </a:r>
          </a:p>
          <a:p>
            <a:pPr marL="342900" indent="-342900">
              <a:buAutoNum type="arabicPeriod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Sample Letter- University of San Francisco Center for Excellence for Transgender Health </a:t>
            </a:r>
          </a:p>
        </p:txBody>
      </p:sp>
    </p:spTree>
    <p:extLst>
      <p:ext uri="{BB962C8B-B14F-4D97-AF65-F5344CB8AC3E}">
        <p14:creationId xmlns:p14="http://schemas.microsoft.com/office/powerpoint/2010/main" val="1906101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Acute Clinical Care for Transgender Patients: A Review | Electronic ...">
            <a:hlinkClick r:id="" action="ppaction://hlinkshowjump?jump=nextslide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BEE7119E-77E4-028D-7FC5-0D1BEC7E77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708" y="112777"/>
            <a:ext cx="11625942" cy="6580632"/>
          </a:xfrm>
          <a:prstGeom prst="rect">
            <a:avLst/>
          </a:prstGeom>
          <a:solidFill>
            <a:srgbClr val="FF66FF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</p:pic>
    </p:spTree>
    <p:extLst>
      <p:ext uri="{BB962C8B-B14F-4D97-AF65-F5344CB8AC3E}">
        <p14:creationId xmlns:p14="http://schemas.microsoft.com/office/powerpoint/2010/main" val="170901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8AA1B0-FF0D-2915-4D0A-98D3DFEE1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369" y="1507920"/>
            <a:ext cx="7384026" cy="498495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AD1A34B-A2C7-0C39-8397-E7CBB1654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    Transgender Surgery Costs   </a:t>
            </a:r>
          </a:p>
        </p:txBody>
      </p:sp>
    </p:spTree>
    <p:extLst>
      <p:ext uri="{BB962C8B-B14F-4D97-AF65-F5344CB8AC3E}">
        <p14:creationId xmlns:p14="http://schemas.microsoft.com/office/powerpoint/2010/main" val="3995338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D1A2CED-DA9B-4CCF-8215-CFC65FE71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62DFC44-A40C-4573-9230-B3EDB3EC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260019"/>
            <a:ext cx="11167447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509B77-8A52-6AB1-6D14-C74AEA0F2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09521"/>
            <a:ext cx="10232136" cy="1014984"/>
          </a:xfrm>
        </p:spPr>
        <p:txBody>
          <a:bodyPr>
            <a:normAutofit/>
          </a:bodyPr>
          <a:lstStyle/>
          <a:p>
            <a:r>
              <a:rPr lang="en-US" sz="4000"/>
              <a:t>Gender Affirming Hormone Therapy &amp; Surgery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5589D35-CF9F-4DE9-A792-8571A09E9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658327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AB579717-985C-CDA7-1760-6BC941FF57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1160406"/>
              </p:ext>
            </p:extLst>
          </p:nvPr>
        </p:nvGraphicFramePr>
        <p:xfrm>
          <a:off x="1115568" y="1673352"/>
          <a:ext cx="10232136" cy="4334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0301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7" name="Rectangle 7176">
            <a:extLst>
              <a:ext uri="{FF2B5EF4-FFF2-40B4-BE49-F238E27FC236}">
                <a16:creationId xmlns:a16="http://schemas.microsoft.com/office/drawing/2014/main" id="{9389D3E0-BA02-41D3-B2AC-8FD6AA8939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DAC79E4-0B6E-4912-BB00-54C9E5FD333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1452" y="557189"/>
            <a:ext cx="4503212" cy="55719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500" b="1" dirty="0"/>
              <a:t>Bilateral Mastectomy </a:t>
            </a:r>
            <a:br>
              <a:rPr lang="en-US" sz="2500" b="1" dirty="0"/>
            </a:br>
            <a:r>
              <a:rPr lang="en-US" sz="2500" b="1" dirty="0"/>
              <a:t>              or </a:t>
            </a:r>
            <a:br>
              <a:rPr lang="en-US" sz="2500" b="1" dirty="0"/>
            </a:br>
            <a:r>
              <a:rPr lang="en-US" sz="2500" b="1" dirty="0"/>
              <a:t>      Top Surgery</a:t>
            </a:r>
            <a:br>
              <a:rPr lang="en-US" sz="2500" dirty="0"/>
            </a:br>
            <a:br>
              <a:rPr lang="en-US" sz="2500" dirty="0"/>
            </a:br>
            <a:r>
              <a:rPr lang="en-US" sz="2500" dirty="0"/>
              <a:t>Observe scar line if surgery done.</a:t>
            </a:r>
            <a:br>
              <a:rPr lang="en-US" sz="2500" dirty="0"/>
            </a:br>
            <a:br>
              <a:rPr lang="en-US" sz="2500" dirty="0"/>
            </a:br>
            <a:r>
              <a:rPr lang="en-US" sz="2500" dirty="0"/>
              <a:t>Chest &amp; axillary exam                (some Breast tissue will remain)</a:t>
            </a:r>
            <a:br>
              <a:rPr lang="en-US" sz="2500" dirty="0"/>
            </a:br>
            <a:br>
              <a:rPr lang="en-US" sz="2500" dirty="0"/>
            </a:br>
            <a:r>
              <a:rPr lang="en-US" sz="2500" dirty="0"/>
              <a:t>Testosterone doesn’t increase Breast cancer risk.</a:t>
            </a:r>
            <a:br>
              <a:rPr lang="en-US" sz="2500" dirty="0"/>
            </a:br>
            <a:br>
              <a:rPr lang="en-US" sz="2500" dirty="0"/>
            </a:br>
            <a:endParaRPr lang="en-US" sz="2500" dirty="0"/>
          </a:p>
        </p:txBody>
      </p:sp>
      <p:pic>
        <p:nvPicPr>
          <p:cNvPr id="7172" name="Picture 4" descr="Transgender Surgery Videos | Female to Male Sex Change Surgery Videos">
            <a:extLst>
              <a:ext uri="{FF2B5EF4-FFF2-40B4-BE49-F238E27FC236}">
                <a16:creationId xmlns:a16="http://schemas.microsoft.com/office/drawing/2014/main" id="{E16CB100-02D8-4E71-9E72-0FBB8D039260}"/>
              </a:ext>
            </a:extLst>
          </p:cNvPr>
          <p:cNvPicPr>
            <a:picLocks noGrp="1" noChangeAspect="1" noChangeArrowheads="1"/>
          </p:cNvPicPr>
          <p:nvPr>
            <p:ph type="pic"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52" r="20611" b="-1"/>
          <a:stretch>
            <a:fillRect/>
          </a:stretch>
        </p:blipFill>
        <p:spPr bwMode="auto">
          <a:xfrm>
            <a:off x="5176911" y="720190"/>
            <a:ext cx="6833848" cy="5584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3252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90BCF-C717-4901-A5A9-E60D22A57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22" y="48408"/>
            <a:ext cx="4599903" cy="1764255"/>
          </a:xfrm>
        </p:spPr>
        <p:txBody>
          <a:bodyPr anchor="t">
            <a:normAutofit fontScale="90000"/>
          </a:bodyPr>
          <a:lstStyle/>
          <a:p>
            <a:pPr algn="ctr"/>
            <a:br>
              <a:rPr lang="en-US" b="1"/>
            </a:br>
            <a:r>
              <a:rPr lang="en-US" sz="5300" b="1"/>
              <a:t>Hysterectomy</a:t>
            </a:r>
            <a:r>
              <a:rPr lang="en-US" b="1"/>
              <a:t>  </a:t>
            </a:r>
            <a:br>
              <a:rPr lang="en-US" b="1"/>
            </a:br>
            <a:r>
              <a:rPr lang="en-US" b="1"/>
              <a:t>with/without </a:t>
            </a:r>
            <a:r>
              <a:rPr lang="en-US" b="1">
                <a:solidFill>
                  <a:srgbClr val="FF66FF"/>
                </a:solidFill>
              </a:rPr>
              <a:t>Ovary</a:t>
            </a:r>
            <a:r>
              <a:rPr lang="en-US" b="1"/>
              <a:t> removal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FFE52B22-22F3-9338-5C4F-9D579098DC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2143433"/>
              </p:ext>
            </p:extLst>
          </p:nvPr>
        </p:nvGraphicFramePr>
        <p:xfrm>
          <a:off x="5007685" y="177501"/>
          <a:ext cx="7051637" cy="63739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C68CD-345C-93B4-D8AB-81DE79ABE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-5371584" y="268941"/>
            <a:ext cx="5371584" cy="12163290"/>
          </a:xfrm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FA7E99-CF6C-855C-998E-8E3DB416B0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678" y="1678075"/>
            <a:ext cx="4639347" cy="499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5344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DAC79E4-0B6E-4912-BB00-54C9E5FD333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36106" y="417095"/>
            <a:ext cx="5831306" cy="6128084"/>
          </a:xfrm>
        </p:spPr>
        <p:txBody>
          <a:bodyPr>
            <a:normAutofit/>
          </a:bodyPr>
          <a:lstStyle/>
          <a:p>
            <a:br>
              <a:rPr lang="en-US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sz="6000">
                <a:solidFill>
                  <a:schemeClr val="bg1"/>
                </a:solidFill>
                <a:cs typeface="Aharoni" panose="02010803020104030203" pitchFamily="2" charset="-79"/>
              </a:rPr>
              <a:t>Bottom Surgery</a:t>
            </a:r>
            <a:br>
              <a:rPr lang="en-US" sz="6000">
                <a:solidFill>
                  <a:schemeClr val="bg1"/>
                </a:solidFill>
                <a:cs typeface="Aharoni" panose="02010803020104030203" pitchFamily="2" charset="-79"/>
              </a:rPr>
            </a:br>
            <a:r>
              <a:rPr lang="en-US" sz="6000">
                <a:solidFill>
                  <a:schemeClr val="bg1"/>
                </a:solidFill>
                <a:cs typeface="Aharoni" panose="02010803020104030203" pitchFamily="2" charset="-79"/>
              </a:rPr>
              <a:t>- </a:t>
            </a:r>
            <a:r>
              <a:rPr lang="en-US" sz="3100">
                <a:solidFill>
                  <a:schemeClr val="bg1"/>
                </a:solidFill>
                <a:cs typeface="Aharoni" panose="02010803020104030203" pitchFamily="2" charset="-79"/>
              </a:rPr>
              <a:t>tissue is taken from a </a:t>
            </a:r>
            <a:r>
              <a:rPr lang="en-US" sz="3100">
                <a:solidFill>
                  <a:schemeClr val="accent2"/>
                </a:solidFill>
                <a:cs typeface="Aharoni" panose="02010803020104030203" pitchFamily="2" charset="-79"/>
              </a:rPr>
              <a:t>donor</a:t>
            </a:r>
            <a:r>
              <a:rPr lang="en-US" sz="3100">
                <a:solidFill>
                  <a:schemeClr val="bg1"/>
                </a:solidFill>
                <a:cs typeface="Aharoni" panose="02010803020104030203" pitchFamily="2" charset="-79"/>
              </a:rPr>
              <a:t> site</a:t>
            </a:r>
            <a:br>
              <a:rPr lang="en-US" sz="3100">
                <a:solidFill>
                  <a:schemeClr val="bg1"/>
                </a:solidFill>
                <a:cs typeface="Aharoni" panose="02010803020104030203" pitchFamily="2" charset="-79"/>
              </a:rPr>
            </a:br>
            <a:r>
              <a:rPr lang="en-US" sz="3100">
                <a:solidFill>
                  <a:schemeClr val="bg1"/>
                </a:solidFill>
                <a:cs typeface="Aharoni" panose="02010803020104030203" pitchFamily="2" charset="-79"/>
              </a:rPr>
              <a:t>(anterolateral thigh, radial forearm, latissimus dorsi)</a:t>
            </a:r>
            <a:br>
              <a:rPr lang="en-US" sz="3100">
                <a:solidFill>
                  <a:schemeClr val="bg1"/>
                </a:solidFill>
                <a:cs typeface="Aharoni" panose="02010803020104030203" pitchFamily="2" charset="-79"/>
              </a:rPr>
            </a:br>
            <a:br>
              <a:rPr lang="en-US" sz="3100">
                <a:solidFill>
                  <a:schemeClr val="bg1"/>
                </a:solidFill>
                <a:cs typeface="Aharoni" panose="02010803020104030203" pitchFamily="2" charset="-79"/>
              </a:rPr>
            </a:br>
            <a:r>
              <a:rPr lang="en-US" sz="3100">
                <a:solidFill>
                  <a:schemeClr val="bg1"/>
                </a:solidFill>
                <a:cs typeface="Aharoni" panose="02010803020104030203" pitchFamily="2" charset="-79"/>
              </a:rPr>
              <a:t>- tissue is shaped into a phallus </a:t>
            </a:r>
            <a:br>
              <a:rPr lang="en-US" sz="3100">
                <a:solidFill>
                  <a:schemeClr val="bg1"/>
                </a:solidFill>
                <a:cs typeface="Aharoni" panose="02010803020104030203" pitchFamily="2" charset="-79"/>
              </a:rPr>
            </a:br>
            <a:br>
              <a:rPr lang="en-US" sz="3100">
                <a:solidFill>
                  <a:schemeClr val="bg1"/>
                </a:solidFill>
                <a:cs typeface="Aharoni" panose="02010803020104030203" pitchFamily="2" charset="-79"/>
              </a:rPr>
            </a:br>
            <a:r>
              <a:rPr lang="en-US" sz="3100">
                <a:solidFill>
                  <a:schemeClr val="bg1"/>
                </a:solidFill>
                <a:cs typeface="Aharoni" panose="02010803020104030203" pitchFamily="2" charset="-79"/>
              </a:rPr>
              <a:t>- </a:t>
            </a:r>
            <a:r>
              <a:rPr lang="en-US" sz="3100">
                <a:solidFill>
                  <a:srgbClr val="00B0F0"/>
                </a:solidFill>
                <a:cs typeface="Aharoni" panose="02010803020104030203" pitchFamily="2" charset="-79"/>
              </a:rPr>
              <a:t>Later</a:t>
            </a:r>
            <a:r>
              <a:rPr lang="en-US" sz="3100">
                <a:solidFill>
                  <a:schemeClr val="bg1"/>
                </a:solidFill>
                <a:cs typeface="Aharoni" panose="02010803020104030203" pitchFamily="2" charset="-79"/>
              </a:rPr>
              <a:t>: Penile implant </a:t>
            </a:r>
          </a:p>
        </p:txBody>
      </p:sp>
      <p:pic>
        <p:nvPicPr>
          <p:cNvPr id="8194" name="Picture 2" descr="Genital gender affirmation surgery for transgender men | Urology News">
            <a:extLst>
              <a:ext uri="{FF2B5EF4-FFF2-40B4-BE49-F238E27FC236}">
                <a16:creationId xmlns:a16="http://schemas.microsoft.com/office/drawing/2014/main" id="{CB5F207F-A00F-4BC1-8092-5E05746414D5}"/>
              </a:ext>
            </a:extLst>
          </p:cNvPr>
          <p:cNvPicPr>
            <a:picLocks noGrp="1" noChangeAspect="1" noChangeArrowheads="1"/>
          </p:cNvPicPr>
          <p:nvPr>
            <p:ph type="pic"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01" b="5501"/>
          <a:stretch>
            <a:fillRect/>
          </a:stretch>
        </p:blipFill>
        <p:spPr bwMode="auto">
          <a:xfrm>
            <a:off x="0" y="255588"/>
            <a:ext cx="6011863" cy="5818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9090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A2ABE-BD1A-40F2-A34A-44ACD0DC5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576887"/>
            <a:ext cx="10911840" cy="640081"/>
          </a:xfrm>
        </p:spPr>
        <p:txBody>
          <a:bodyPr>
            <a:normAutofit/>
          </a:bodyPr>
          <a:lstStyle/>
          <a:p>
            <a:pPr algn="ctr"/>
            <a:r>
              <a:rPr lang="en-US" sz="3200"/>
              <a:t>Vaginoplasty</a:t>
            </a:r>
          </a:p>
        </p:txBody>
      </p:sp>
      <p:pic>
        <p:nvPicPr>
          <p:cNvPr id="4" name="Picture 3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263B1D3C-46FF-4CBD-87E9-3163AE11070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1" b="21199"/>
          <a:stretch/>
        </p:blipFill>
        <p:spPr>
          <a:xfrm>
            <a:off x="640080" y="640080"/>
            <a:ext cx="10911840" cy="4836795"/>
          </a:xfrm>
          <a:prstGeom prst="rect">
            <a:avLst/>
          </a:prstGeom>
          <a:ln w="19050">
            <a:solidFill>
              <a:schemeClr val="tx1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20723368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D420B0-0AD1-6F56-D68E-031B56518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55" y="462224"/>
            <a:ext cx="10942654" cy="604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739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64CBB870-E3B2-4C96-AD9F-76FB4A4A4C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25752" y="2074861"/>
            <a:ext cx="11258550" cy="4369816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A22A9DF-D3B6-4092-B934-21F49448EE2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47260" y="355794"/>
            <a:ext cx="11569959" cy="1325563"/>
          </a:xfrm>
        </p:spPr>
        <p:txBody>
          <a:bodyPr>
            <a:no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  Surgical Transition – Aesthetic Procedures</a:t>
            </a:r>
          </a:p>
        </p:txBody>
      </p:sp>
    </p:spTree>
    <p:extLst>
      <p:ext uri="{BB962C8B-B14F-4D97-AF65-F5344CB8AC3E}">
        <p14:creationId xmlns:p14="http://schemas.microsoft.com/office/powerpoint/2010/main" val="1898082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1CB3E9-8DBA-E549-F61A-A25442D05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896A408-35A3-8F11-A402-A62121F32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ACEE2C-D552-D419-0CA9-BCF56D7F6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385474"/>
            <a:ext cx="6755975" cy="18432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dirty="0"/>
              <a:t>PREVENTATIVE CARE</a:t>
            </a:r>
          </a:p>
        </p:txBody>
      </p:sp>
      <p:pic>
        <p:nvPicPr>
          <p:cNvPr id="10" name="Content Placeholder 9" descr="Logo, company name&#10;&#10;Description automatically generated">
            <a:extLst>
              <a:ext uri="{FF2B5EF4-FFF2-40B4-BE49-F238E27FC236}">
                <a16:creationId xmlns:a16="http://schemas.microsoft.com/office/drawing/2014/main" id="{12CD615E-194C-A3C2-3448-D5649E1C37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2742" r="15544" b="2"/>
          <a:stretch>
            <a:fillRect/>
          </a:stretch>
        </p:blipFill>
        <p:spPr>
          <a:xfrm>
            <a:off x="7556409" y="557190"/>
            <a:ext cx="3995928" cy="557189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965687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30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1E0C31-D8CD-46E6-99B3-74968AB6A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529" y="448721"/>
            <a:ext cx="5695405" cy="972518"/>
          </a:xfrm>
        </p:spPr>
        <p:txBody>
          <a:bodyPr anchor="b">
            <a:noAutofit/>
          </a:bodyPr>
          <a:lstStyle/>
          <a:p>
            <a:pPr algn="ctr"/>
            <a:r>
              <a:rPr lang="en-US" sz="5400">
                <a:solidFill>
                  <a:schemeClr val="bg1"/>
                </a:solidFill>
              </a:rPr>
              <a:t>Preventive Care</a:t>
            </a:r>
          </a:p>
        </p:txBody>
      </p:sp>
      <p:cxnSp>
        <p:nvCxnSpPr>
          <p:cNvPr id="60" name="Straight Connector 32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34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ollage of a person and person&#10;&#10;Description automatically generated with low confidence">
            <a:extLst>
              <a:ext uri="{FF2B5EF4-FFF2-40B4-BE49-F238E27FC236}">
                <a16:creationId xmlns:a16="http://schemas.microsoft.com/office/drawing/2014/main" id="{9DF0EC36-EE2F-4B9D-AFF1-01D1C2943E0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-3"/>
          <a:stretch/>
        </p:blipFill>
        <p:spPr>
          <a:xfrm>
            <a:off x="6525453" y="595726"/>
            <a:ext cx="5666547" cy="5666547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B9EF8EA-E8B6-B9F5-C5DA-3FA559D638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4209053"/>
              </p:ext>
            </p:extLst>
          </p:nvPr>
        </p:nvGraphicFramePr>
        <p:xfrm>
          <a:off x="250807" y="1739973"/>
          <a:ext cx="5946212" cy="47026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56325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05C57-DB27-6C15-97B4-47296AFFBB2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1646568" cy="6035675"/>
          </a:xfrm>
        </p:spPr>
        <p:txBody>
          <a:bodyPr>
            <a:normAutofit/>
          </a:bodyPr>
          <a:lstStyle/>
          <a:p>
            <a:r>
              <a:rPr lang="en-US" sz="4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Cancer screening for a Transgender patient should be based on:</a:t>
            </a:r>
            <a:br>
              <a:rPr lang="en-US" sz="4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br>
              <a:rPr lang="en-US" sz="4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br>
              <a:rPr lang="en-US" sz="4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A. </a:t>
            </a:r>
            <a:r>
              <a:rPr lang="en-US" sz="4800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Present Anatomy</a:t>
            </a:r>
            <a:b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B. Gender identity</a:t>
            </a:r>
            <a:b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C. Sex assigned at birth</a:t>
            </a:r>
            <a:br>
              <a:rPr lang="en-US" sz="4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2506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4D90E-1D50-CBBA-3D66-2E88A5D6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54" y="209007"/>
            <a:ext cx="6139542" cy="862147"/>
          </a:xfrm>
        </p:spPr>
        <p:txBody>
          <a:bodyPr>
            <a:normAutofit/>
          </a:bodyPr>
          <a:lstStyle/>
          <a:p>
            <a:r>
              <a:rPr lang="en-US" sz="3400" b="1">
                <a:solidFill>
                  <a:schemeClr val="bg1"/>
                </a:solidFill>
              </a:rPr>
              <a:t>Transmasculine Cancer Screening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1F8B598-0061-4E01-22AB-1B99036D28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7326468"/>
              </p:ext>
            </p:extLst>
          </p:nvPr>
        </p:nvGraphicFramePr>
        <p:xfrm>
          <a:off x="177655" y="1306286"/>
          <a:ext cx="6249271" cy="50892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146" name="Picture 2" descr="Pin on Before and after">
            <a:extLst>
              <a:ext uri="{FF2B5EF4-FFF2-40B4-BE49-F238E27FC236}">
                <a16:creationId xmlns:a16="http://schemas.microsoft.com/office/drawing/2014/main" id="{B5A1F6D6-BD6F-79A6-EE74-243D5AC53DA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2780" y="428335"/>
            <a:ext cx="5339878" cy="6186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2957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1D080DC-A8ED-4C55-840C-2776F5131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3" y="260622"/>
            <a:ext cx="6108191" cy="962359"/>
          </a:xfrm>
        </p:spPr>
        <p:txBody>
          <a:bodyPr>
            <a:noAutofit/>
          </a:bodyPr>
          <a:lstStyle/>
          <a:p>
            <a:pPr algn="ctr"/>
            <a:r>
              <a:rPr lang="en-US" sz="3400" dirty="0">
                <a:solidFill>
                  <a:schemeClr val="bg1"/>
                </a:solidFill>
              </a:rPr>
              <a:t>Cancer Screening: Transmasculine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3886B674-6907-D09A-2F7F-22385470D6A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28751212"/>
              </p:ext>
            </p:extLst>
          </p:nvPr>
        </p:nvGraphicFramePr>
        <p:xfrm>
          <a:off x="172453" y="1101213"/>
          <a:ext cx="6040242" cy="54359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6742573A-4B05-D0DF-0A82-58338E57ED2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rcRect/>
          <a:stretch/>
        </p:blipFill>
        <p:spPr>
          <a:xfrm>
            <a:off x="6395575" y="120179"/>
            <a:ext cx="5695406" cy="6567098"/>
          </a:xfrm>
        </p:spPr>
      </p:pic>
    </p:spTree>
    <p:extLst>
      <p:ext uri="{BB962C8B-B14F-4D97-AF65-F5344CB8AC3E}">
        <p14:creationId xmlns:p14="http://schemas.microsoft.com/office/powerpoint/2010/main" val="376311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0" name="Rectangle 3089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7CC6FA3-3CAA-0C43-014D-D3A2FC25C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3" y="464396"/>
            <a:ext cx="6102967" cy="92549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b="1">
                <a:solidFill>
                  <a:schemeClr val="bg1"/>
                </a:solidFill>
              </a:rPr>
              <a:t>The Aging Transgender </a:t>
            </a:r>
            <a:r>
              <a:rPr lang="en-US" sz="3800" b="1">
                <a:solidFill>
                  <a:srgbClr val="0070C0"/>
                </a:solidFill>
              </a:rPr>
              <a:t>Male</a:t>
            </a:r>
            <a:r>
              <a:rPr lang="en-US" sz="3800" b="1">
                <a:solidFill>
                  <a:schemeClr val="bg1"/>
                </a:solidFill>
              </a:rPr>
              <a:t> </a:t>
            </a:r>
          </a:p>
        </p:txBody>
      </p:sp>
      <p:cxnSp>
        <p:nvCxnSpPr>
          <p:cNvPr id="3101" name="Straight Connector 3091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CF9D699-72A2-B74A-FC21-50BAA07FE1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6776141"/>
              </p:ext>
            </p:extLst>
          </p:nvPr>
        </p:nvGraphicFramePr>
        <p:xfrm>
          <a:off x="146304" y="1909191"/>
          <a:ext cx="6500302" cy="45072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3102" name="Straight Connector 3093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Transgender man sues Catholic hospital for refusing sex change surgery ...">
            <a:extLst>
              <a:ext uri="{FF2B5EF4-FFF2-40B4-BE49-F238E27FC236}">
                <a16:creationId xmlns:a16="http://schemas.microsoft.com/office/drawing/2014/main" id="{62598D23-8837-D488-C526-5C0A10E261F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59" r="30494"/>
          <a:stretch/>
        </p:blipFill>
        <p:spPr bwMode="auto">
          <a:xfrm>
            <a:off x="6525453" y="10"/>
            <a:ext cx="5666547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3599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5AB3235-BDA2-8D8C-C459-86536F32C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132" y="297834"/>
            <a:ext cx="6066390" cy="585216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bg1"/>
                </a:solidFill>
              </a:rPr>
              <a:t>The Aging Transgender Female</a:t>
            </a:r>
          </a:p>
        </p:txBody>
      </p:sp>
      <p:pic>
        <p:nvPicPr>
          <p:cNvPr id="9" name="Content Placeholder 8" descr="A collage of a person&#10;&#10;Description automatically generated with medium confidence">
            <a:extLst>
              <a:ext uri="{FF2B5EF4-FFF2-40B4-BE49-F238E27FC236}">
                <a16:creationId xmlns:a16="http://schemas.microsoft.com/office/drawing/2014/main" id="{A1CBA9D5-D14E-C9AD-A8EF-ED572118EB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183188" y="1084850"/>
            <a:ext cx="6735762" cy="4701000"/>
          </a:xfrm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9CD75AC-B8EC-8FC3-4D2F-BBCB0E5E66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0728817"/>
              </p:ext>
            </p:extLst>
          </p:nvPr>
        </p:nvGraphicFramePr>
        <p:xfrm>
          <a:off x="188105" y="1248697"/>
          <a:ext cx="4807131" cy="52200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316466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9A4FC-338E-A25E-5530-96ED9E16D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83" y="365126"/>
            <a:ext cx="11537115" cy="773956"/>
          </a:xfrm>
        </p:spPr>
        <p:txBody>
          <a:bodyPr>
            <a:normAutofit fontScale="90000"/>
          </a:bodyPr>
          <a:lstStyle/>
          <a:p>
            <a:r>
              <a:rPr lang="en-US">
                <a:solidFill>
                  <a:schemeClr val="bg1"/>
                </a:solidFill>
              </a:rPr>
              <a:t>The Aging Transgender Patient: Transgender </a:t>
            </a:r>
            <a:r>
              <a:rPr lang="en-US">
                <a:solidFill>
                  <a:srgbClr val="FF66FF"/>
                </a:solidFill>
              </a:rPr>
              <a:t>Female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E16E4E6-A461-D6BE-EEF7-488A286525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1979" y="1825625"/>
            <a:ext cx="5857821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sz="3200" dirty="0">
                <a:solidFill>
                  <a:srgbClr val="9966FF"/>
                </a:solidFill>
              </a:rPr>
              <a:t>PROSTATE CANCER RISKS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The prostate is </a:t>
            </a:r>
            <a:r>
              <a:rPr lang="en-US" dirty="0">
                <a:solidFill>
                  <a:srgbClr val="FF0000"/>
                </a:solidFill>
              </a:rPr>
              <a:t>not</a:t>
            </a:r>
            <a:r>
              <a:rPr lang="en-US" dirty="0">
                <a:solidFill>
                  <a:schemeClr val="bg1"/>
                </a:solidFill>
              </a:rPr>
              <a:t> removed with Gender Affirming surgery</a:t>
            </a:r>
          </a:p>
          <a:p>
            <a:pPr marL="514350" indent="-514350">
              <a:buAutoNum type="arabicPeriod"/>
            </a:pPr>
            <a:endParaRPr lang="en-US" dirty="0">
              <a:solidFill>
                <a:schemeClr val="bg1"/>
              </a:solidFill>
            </a:endParaRP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General screening </a:t>
            </a:r>
            <a:r>
              <a:rPr lang="en-US" dirty="0">
                <a:solidFill>
                  <a:srgbClr val="FFFF00"/>
                </a:solidFill>
              </a:rPr>
              <a:t>Age 55- 69</a:t>
            </a:r>
          </a:p>
          <a:p>
            <a:pPr marL="514350" indent="-514350">
              <a:buAutoNum type="arabicPeriod"/>
            </a:pPr>
            <a:endParaRPr lang="en-US" dirty="0">
              <a:solidFill>
                <a:srgbClr val="FFFF00"/>
              </a:solidFill>
            </a:endParaRP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Digital Prostate exam             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-done through the neovaginal canal 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098" name="Picture 2" descr="Reasons Why Women Are Tired of Having Large Breasts – WikiiWeb.com">
            <a:extLst>
              <a:ext uri="{FF2B5EF4-FFF2-40B4-BE49-F238E27FC236}">
                <a16:creationId xmlns:a16="http://schemas.microsoft.com/office/drawing/2014/main" id="{00231884-8EAE-4DC0-9FEE-B6898EF5CFE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365" y="1238358"/>
            <a:ext cx="5883509" cy="5392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5579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17EB8-14D4-4E41-8B82-4A2032C97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473" y="365125"/>
            <a:ext cx="10691327" cy="1325563"/>
          </a:xfrm>
        </p:spPr>
        <p:txBody>
          <a:bodyPr>
            <a:normAutofit/>
          </a:bodyPr>
          <a:lstStyle/>
          <a:p>
            <a:r>
              <a:rPr lang="en-US" sz="7200" dirty="0"/>
              <a:t>REFERENCES: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5EB53-553C-4193-B389-91B21C3F3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610" y="2933275"/>
            <a:ext cx="10515600" cy="4351338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sz="2000" b="1" dirty="0"/>
              <a:t>Transgender and Gender diverse care: A committee opinion. Practice Committee of the American Society for Reproductive Medicine. Vol 126 No 2/August 2026</a:t>
            </a:r>
          </a:p>
          <a:p>
            <a:pPr marL="514350" indent="-514350">
              <a:buAutoNum type="arabicPeriod"/>
            </a:pPr>
            <a:r>
              <a:rPr lang="en-US" sz="2000" b="1" dirty="0"/>
              <a:t>Primary Care for the LGBTQ Community. GIBLIB;2022.</a:t>
            </a:r>
          </a:p>
          <a:p>
            <a:pPr marL="514350" indent="-514350">
              <a:buAutoNum type="arabicPeriod"/>
            </a:pPr>
            <a:r>
              <a:rPr lang="en-US" sz="2000" b="1" dirty="0"/>
              <a:t>Gender Dysphoria: A Urologist’s Perspective.GIBLIB;2022.</a:t>
            </a:r>
          </a:p>
          <a:p>
            <a:pPr marL="514350" indent="-514350">
              <a:buAutoNum type="arabicPeriod"/>
            </a:pPr>
            <a:r>
              <a:rPr lang="en-US" sz="2000" b="1" dirty="0"/>
              <a:t>Gender Dysphoria: A Fireside Chat. GIBLIB; 2022.</a:t>
            </a:r>
          </a:p>
          <a:p>
            <a:pPr marL="514350" indent="-514350">
              <a:buAutoNum type="arabicPeriod"/>
            </a:pPr>
            <a:r>
              <a:rPr lang="en-US" sz="2000" b="1" dirty="0"/>
              <a:t>Testosterone Replacement in Men &amp; Women: Who Should Use it? GIBLIB; 2022.</a:t>
            </a:r>
          </a:p>
          <a:p>
            <a:pPr marL="514350" indent="-514350">
              <a:buAutoNum type="arabicPeriod"/>
            </a:pPr>
            <a:r>
              <a:rPr lang="en-US" sz="2000" b="1" dirty="0"/>
              <a:t>Health Care for Transgender and Gender Diverse Individuals. ACOG Committee Opinion Number 823. American College of Obstetrics and Gynecologists; 2021;137, 75-88</a:t>
            </a:r>
            <a:r>
              <a:rPr lang="en-US" sz="2000" dirty="0"/>
              <a:t>.</a:t>
            </a:r>
          </a:p>
          <a:p>
            <a:pPr marL="514350" indent="-514350">
              <a:buAutoNum type="arabicPeriod"/>
            </a:pPr>
            <a:r>
              <a:rPr lang="en-US" sz="2000" dirty="0"/>
              <a:t>American Society of Plastic Surgeons Position Statement on Gender Surgery for Children and Adolescents, Issued February 3, 2026.</a:t>
            </a:r>
          </a:p>
          <a:p>
            <a:pPr marL="514350" indent="-514350">
              <a:buAutoNum type="arabicPeriod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8795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6F338FC-0E4D-4623-8092-D361F691E513}">
  <we:reference id="2f2765e4-7c9d-4c24-b3c4-499470ddf277" version="1.0.0.7" store="EXCatalog" storeType="EXCatalog"/>
  <we:alternateReferences>
    <we:reference id="WA104382046" version="1.0.0.7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18fe7f4-2608-4b41-901e-1e230c4ee0f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92BFAE54C51DC4388D24493E3918A2E" ma:contentTypeVersion="19" ma:contentTypeDescription="Create a new document." ma:contentTypeScope="" ma:versionID="7fc0cc2b0d2355d36c40f9f007e39e8f">
  <xsd:schema xmlns:xsd="http://www.w3.org/2001/XMLSchema" xmlns:xs="http://www.w3.org/2001/XMLSchema" xmlns:p="http://schemas.microsoft.com/office/2006/metadata/properties" xmlns:ns3="818fe7f4-2608-4b41-901e-1e230c4ee0f5" xmlns:ns4="d3750d0b-b252-45a4-b251-0f27a23014ac" targetNamespace="http://schemas.microsoft.com/office/2006/metadata/properties" ma:root="true" ma:fieldsID="e9780dbd7235ef9285d336852a7e21d7" ns3:_="" ns4:_="">
    <xsd:import namespace="818fe7f4-2608-4b41-901e-1e230c4ee0f5"/>
    <xsd:import namespace="d3750d0b-b252-45a4-b251-0f27a23014a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  <xsd:element ref="ns3:MediaServiceBillingMetadata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8fe7f4-2608-4b41-901e-1e230c4ee0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6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750d0b-b252-45a4-b251-0f27a23014a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63B3FE4-1454-4866-955C-E7C0CC64910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A11A98B-C540-4B6C-B6B0-119CC90DF1A6}">
  <ds:schemaRefs>
    <ds:schemaRef ds:uri="http://schemas.microsoft.com/office/2006/documentManagement/types"/>
    <ds:schemaRef ds:uri="http://purl.org/dc/elements/1.1/"/>
    <ds:schemaRef ds:uri="d3750d0b-b252-45a4-b251-0f27a23014ac"/>
    <ds:schemaRef ds:uri="http://purl.org/dc/terms/"/>
    <ds:schemaRef ds:uri="818fe7f4-2608-4b41-901e-1e230c4ee0f5"/>
    <ds:schemaRef ds:uri="http://schemas.microsoft.com/office/infopath/2007/PartnerControls"/>
    <ds:schemaRef ds:uri="http://purl.org/dc/dcmitype/"/>
    <ds:schemaRef ds:uri="http://schemas.microsoft.com/office/2006/metadata/properties"/>
    <ds:schemaRef ds:uri="http://www.w3.org/XML/1998/namespace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18F142C4-7462-4C79-AF3B-A26D9D3DEAC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8fe7f4-2608-4b41-901e-1e230c4ee0f5"/>
    <ds:schemaRef ds:uri="d3750d0b-b252-45a4-b251-0f27a23014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94a8a5ac-570d-43cf-ac05-cdcba6f188a7}" enabled="0" method="" siteId="{94a8a5ac-570d-43cf-ac05-cdcba6f188a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2132</Words>
  <Application>Microsoft Office PowerPoint</Application>
  <PresentationFormat>Widescreen</PresentationFormat>
  <Paragraphs>370</Paragraphs>
  <Slides>78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78</vt:i4>
      </vt:variant>
    </vt:vector>
  </HeadingPairs>
  <TitlesOfParts>
    <vt:vector size="87" baseType="lpstr">
      <vt:lpstr>Aharoni</vt:lpstr>
      <vt:lpstr>Aptos</vt:lpstr>
      <vt:lpstr>Aptos Display</vt:lpstr>
      <vt:lpstr>Arial</vt:lpstr>
      <vt:lpstr>Calibri</vt:lpstr>
      <vt:lpstr>Calibri Light</vt:lpstr>
      <vt:lpstr>Wingdings</vt:lpstr>
      <vt:lpstr>Office Theme</vt:lpstr>
      <vt:lpstr>1_Office Theme</vt:lpstr>
      <vt:lpstr>TRANSGENDER  AND  GENDER DIVERSE CARE</vt:lpstr>
      <vt:lpstr>Objectives</vt:lpstr>
      <vt:lpstr>Transgender people comprise    &lt; 1 % of the US Population      But: Up to 26% of patients are refused care  </vt:lpstr>
      <vt:lpstr>How many Transgender people are in the US?</vt:lpstr>
      <vt:lpstr>Barriers to Health Care:</vt:lpstr>
      <vt:lpstr>Who provides care for Transgender individuals?</vt:lpstr>
      <vt:lpstr>DEFINITIONS</vt:lpstr>
      <vt:lpstr>PowerPoint Presentation</vt:lpstr>
      <vt:lpstr>Personal Pronouns</vt:lpstr>
      <vt:lpstr>PowerPoint Presentation</vt:lpstr>
      <vt:lpstr>PowerPoint Presentation</vt:lpstr>
      <vt:lpstr>Which one of these terms is no longer accepted?</vt:lpstr>
      <vt:lpstr>LEGAL TRANSITION CHALLENGES</vt:lpstr>
      <vt:lpstr>Gender Transition: Individualized    </vt:lpstr>
      <vt:lpstr>PowerPoint Presentation</vt:lpstr>
      <vt:lpstr>4 States Not Recommended for Transgender People -2026</vt:lpstr>
      <vt:lpstr>Comparison- Legal Policies</vt:lpstr>
      <vt:lpstr>Transgender Diagnostic  Classifications</vt:lpstr>
      <vt:lpstr>PowerPoint Presentation</vt:lpstr>
      <vt:lpstr>MEDICAL TRANSITION</vt:lpstr>
      <vt:lpstr> TRANSGENDER HISTORY +EXAM</vt:lpstr>
      <vt:lpstr>Sexual and Reproductive History:</vt:lpstr>
      <vt:lpstr>Sexual History:  1. Who do you have Sex with?   2. What parts (Anatomy) do they have?   3. Have you been intimate in a way that includes: Exchange of Genital body fluids?   4. Do you have Oral or Anal sex?   </vt:lpstr>
      <vt:lpstr>      Sexual History:   5. Is there a possibility that any of your partners: Could get you Pregnant or you could get them Pregnant?    6. Pregnancy Plans or Contraception needed?    7. RADAR:   Ask about Abuse Remember to ask routinely Ask directly about violence Document Assess your patient’s safety Review Resource options with your patient     </vt:lpstr>
      <vt:lpstr>PHYSICAL EXAM:  1. Delay exam-Develop Rapport 1st   2. Exam - Based on Organs present   3.  Discuss: Purpose of the exam  </vt:lpstr>
      <vt:lpstr>PHYSICAL EXAM:   Testosterone use:  Beard growth  Clitoromegaly  Acne  Androgenic alopecia  Estrogen use: Breast tenderness Loss of muscle tone Urinary symptoms (prostate) </vt:lpstr>
      <vt:lpstr>PHYSICAL EXAM:   Testosterone use:  Beard growth  Clitoromegaly  Acne  Androgenic alopecia  Estrogen use: Breast tenderness Loss of muscle tone Urinary symptoms (prostate) </vt:lpstr>
      <vt:lpstr>Binder Considerations</vt:lpstr>
      <vt:lpstr> Correct Binding</vt:lpstr>
      <vt:lpstr>PELVIC EXAM : TRANSGENDER PATIENTS</vt:lpstr>
      <vt:lpstr>PUBERTY BLOCKERS</vt:lpstr>
      <vt:lpstr>Gender  Care for Adolescents</vt:lpstr>
      <vt:lpstr>PowerPoint Presentation</vt:lpstr>
      <vt:lpstr> Puberty blocking therapy is Permanent?   </vt:lpstr>
      <vt:lpstr>Tanner Stage 2 </vt:lpstr>
      <vt:lpstr>Gender  Care for Adolescents</vt:lpstr>
      <vt:lpstr>When is it appropriate to start medical therapy for a transgender adolescent?</vt:lpstr>
      <vt:lpstr>True or False? Transgender Male adolescents can develop medical complications of their gynecologic organs and may also become pregnant.</vt:lpstr>
      <vt:lpstr>MENSTRUAL SUPPRESSION</vt:lpstr>
      <vt:lpstr>MEDICAL OPTIONS: MENSTRUAL SUPPRESSION</vt:lpstr>
      <vt:lpstr>Testosterone Effects on the Menstrual Cycle</vt:lpstr>
      <vt:lpstr>Medications</vt:lpstr>
      <vt:lpstr>When should fertility preservation be discussed?</vt:lpstr>
      <vt:lpstr>MEDICAL TRANSITION- Masculinizing Therapy</vt:lpstr>
      <vt:lpstr>Medical Transition-Masculinizing</vt:lpstr>
      <vt:lpstr>PowerPoint Presentation</vt:lpstr>
      <vt:lpstr>PowerPoint Presentation</vt:lpstr>
      <vt:lpstr>PowerPoint Presentation</vt:lpstr>
      <vt:lpstr>PowerPoint Presentation</vt:lpstr>
      <vt:lpstr>Feminizing Therapy</vt:lpstr>
      <vt:lpstr>Medical Transition –Feminizing Therapy</vt:lpstr>
      <vt:lpstr>Medical Transition-Feminizing</vt:lpstr>
      <vt:lpstr>PowerPoint Presentation</vt:lpstr>
      <vt:lpstr>PowerPoint Presentation</vt:lpstr>
      <vt:lpstr>PowerPoint Presentation</vt:lpstr>
      <vt:lpstr>Medical Transition: Feminizing Therapy</vt:lpstr>
      <vt:lpstr>                          TRANSFEMININE: Fertility/Pregnancy/Contraception</vt:lpstr>
      <vt:lpstr>SURGICAL TRANSITION</vt:lpstr>
      <vt:lpstr>SURGICAL TRANSITION</vt:lpstr>
      <vt:lpstr>SURGICAL TRANSITION</vt:lpstr>
      <vt:lpstr>PowerPoint Presentation</vt:lpstr>
      <vt:lpstr>    Transgender Surgery Costs   </vt:lpstr>
      <vt:lpstr>Gender Affirming Hormone Therapy &amp; Surgery</vt:lpstr>
      <vt:lpstr>Bilateral Mastectomy                or        Top Surgery  Observe scar line if surgery done.  Chest &amp; axillary exam                (some Breast tissue will remain)  Testosterone doesn’t increase Breast cancer risk.  </vt:lpstr>
      <vt:lpstr> Hysterectomy   with/without Ovary removal</vt:lpstr>
      <vt:lpstr> Bottom Surgery - tissue is taken from a donor site (anterolateral thigh, radial forearm, latissimus dorsi)  - tissue is shaped into a phallus   - Later: Penile implant </vt:lpstr>
      <vt:lpstr>Vaginoplasty</vt:lpstr>
      <vt:lpstr>PowerPoint Presentation</vt:lpstr>
      <vt:lpstr>  Surgical Transition – Aesthetic Procedures</vt:lpstr>
      <vt:lpstr>PREVENTATIVE CARE</vt:lpstr>
      <vt:lpstr>Preventive Care</vt:lpstr>
      <vt:lpstr>Cancer screening for a Transgender patient should be based on:   A. Present Anatomy B. Gender identity C. Sex assigned at birth </vt:lpstr>
      <vt:lpstr>Transmasculine Cancer Screening</vt:lpstr>
      <vt:lpstr>Cancer Screening: Transmasculine</vt:lpstr>
      <vt:lpstr>The Aging Transgender Male </vt:lpstr>
      <vt:lpstr>The Aging Transgender Female</vt:lpstr>
      <vt:lpstr>The Aging Transgender Patient: Transgender Female</vt:lpstr>
      <vt:lpstr>REFERENCES: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Beverly.London</dc:creator>
  <cp:lastModifiedBy>Beverly.London</cp:lastModifiedBy>
  <cp:revision>2</cp:revision>
  <dcterms:created xsi:type="dcterms:W3CDTF">2026-09-07T21:51:28Z</dcterms:created>
  <dcterms:modified xsi:type="dcterms:W3CDTF">2026-09-08T13:30:28Z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0x010100592BFAE54C51DC4388D24493E3918A2E</vt:lpwstr>
  </property>
</Properties>
</file>