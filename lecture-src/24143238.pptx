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91" r:id="rId2"/>
    <p:sldId id="595" r:id="rId3"/>
    <p:sldId id="1040" r:id="rId4"/>
    <p:sldId id="1033" r:id="rId5"/>
    <p:sldId id="937" r:id="rId6"/>
    <p:sldId id="939" r:id="rId7"/>
    <p:sldId id="940" r:id="rId8"/>
    <p:sldId id="1016" r:id="rId9"/>
    <p:sldId id="1021" r:id="rId10"/>
    <p:sldId id="1022" r:id="rId11"/>
    <p:sldId id="1023" r:id="rId12"/>
    <p:sldId id="1076" r:id="rId13"/>
    <p:sldId id="1026" r:id="rId14"/>
    <p:sldId id="1085" r:id="rId15"/>
    <p:sldId id="1028" r:id="rId16"/>
    <p:sldId id="1094" r:id="rId17"/>
    <p:sldId id="1096" r:id="rId18"/>
    <p:sldId id="46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230"/>
    <a:srgbClr val="13294B"/>
    <a:srgbClr val="FF5F05"/>
    <a:srgbClr val="FCB316"/>
    <a:srgbClr val="005B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4B732C-CE34-46E3-8116-C56DEE1AE28B}" v="23" dt="2026-09-15T05:27:12.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7095" autoAdjust="0"/>
    <p:restoredTop sz="86375" autoAdjust="0"/>
  </p:normalViewPr>
  <p:slideViewPr>
    <p:cSldViewPr snapToGrid="0" snapToObjects="1" showGuides="1">
      <p:cViewPr varScale="1">
        <p:scale>
          <a:sx n="60" d="100"/>
          <a:sy n="60" d="100"/>
        </p:scale>
        <p:origin x="96" y="13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brahim, Wessam" userId="dfc128e0-f3a7-4481-b90c-260436bde6fa" providerId="ADAL" clId="{93A63769-7055-42F5-A5C5-F5099B294F68}"/>
    <pc:docChg chg="undo redo custSel addSld delSld modSld sldOrd">
      <pc:chgData name="Ibrahim, Wessam" userId="dfc128e0-f3a7-4481-b90c-260436bde6fa" providerId="ADAL" clId="{93A63769-7055-42F5-A5C5-F5099B294F68}" dt="2026-09-15T05:27:45.687" v="2272" actId="207"/>
      <pc:docMkLst>
        <pc:docMk/>
      </pc:docMkLst>
      <pc:sldChg chg="addSp delSp modSp mod">
        <pc:chgData name="Ibrahim, Wessam" userId="dfc128e0-f3a7-4481-b90c-260436bde6fa" providerId="ADAL" clId="{93A63769-7055-42F5-A5C5-F5099B294F68}" dt="2026-09-01T04:29:18.416" v="2059" actId="1076"/>
        <pc:sldMkLst>
          <pc:docMk/>
          <pc:sldMk cId="555265217" sldId="291"/>
        </pc:sldMkLst>
        <pc:spChg chg="mod">
          <ac:chgData name="Ibrahim, Wessam" userId="dfc128e0-f3a7-4481-b90c-260436bde6fa" providerId="ADAL" clId="{93A63769-7055-42F5-A5C5-F5099B294F68}" dt="2026-09-01T04:29:18.416" v="2059" actId="1076"/>
          <ac:spMkLst>
            <pc:docMk/>
            <pc:sldMk cId="555265217" sldId="291"/>
            <ac:spMk id="7" creationId="{5D271779-DB91-C181-417D-950E9879EC25}"/>
          </ac:spMkLst>
        </pc:spChg>
      </pc:sldChg>
      <pc:sldChg chg="delSp modSp add del mod modNotesTx">
        <pc:chgData name="Ibrahim, Wessam" userId="dfc128e0-f3a7-4481-b90c-260436bde6fa" providerId="ADAL" clId="{93A63769-7055-42F5-A5C5-F5099B294F68}" dt="2026-09-15T00:32:49.830" v="2105" actId="47"/>
        <pc:sldMkLst>
          <pc:docMk/>
          <pc:sldMk cId="0" sldId="381"/>
        </pc:sldMkLst>
      </pc:sldChg>
      <pc:sldChg chg="addSp delSp modSp add del mod ord modAnim">
        <pc:chgData name="Ibrahim, Wessam" userId="dfc128e0-f3a7-4481-b90c-260436bde6fa" providerId="ADAL" clId="{93A63769-7055-42F5-A5C5-F5099B294F68}" dt="2026-09-15T05:11:19.885" v="2164" actId="47"/>
        <pc:sldMkLst>
          <pc:docMk/>
          <pc:sldMk cId="0" sldId="421"/>
        </pc:sldMkLst>
      </pc:sldChg>
      <pc:sldChg chg="add del ord">
        <pc:chgData name="Ibrahim, Wessam" userId="dfc128e0-f3a7-4481-b90c-260436bde6fa" providerId="ADAL" clId="{93A63769-7055-42F5-A5C5-F5099B294F68}" dt="2026-09-15T05:11:13.930" v="2161" actId="47"/>
        <pc:sldMkLst>
          <pc:docMk/>
          <pc:sldMk cId="0" sldId="481"/>
        </pc:sldMkLst>
      </pc:sldChg>
      <pc:sldChg chg="addSp delSp modSp add mod">
        <pc:chgData name="Ibrahim, Wessam" userId="dfc128e0-f3a7-4481-b90c-260436bde6fa" providerId="ADAL" clId="{93A63769-7055-42F5-A5C5-F5099B294F68}" dt="2026-09-15T00:33:04.723" v="2111" actId="14100"/>
        <pc:sldMkLst>
          <pc:docMk/>
          <pc:sldMk cId="570088533" sldId="595"/>
        </pc:sldMkLst>
        <pc:graphicFrameChg chg="add mod modGraphic">
          <ac:chgData name="Ibrahim, Wessam" userId="dfc128e0-f3a7-4481-b90c-260436bde6fa" providerId="ADAL" clId="{93A63769-7055-42F5-A5C5-F5099B294F68}" dt="2026-09-15T00:33:04.723" v="2111" actId="14100"/>
          <ac:graphicFrameMkLst>
            <pc:docMk/>
            <pc:sldMk cId="570088533" sldId="595"/>
            <ac:graphicFrameMk id="4" creationId="{36B0AF16-A5A4-0FA3-6DE0-E5334D27D3EF}"/>
          </ac:graphicFrameMkLst>
        </pc:graphicFrameChg>
      </pc:sldChg>
      <pc:sldChg chg="addSp delSp modSp add del mod ord">
        <pc:chgData name="Ibrahim, Wessam" userId="dfc128e0-f3a7-4481-b90c-260436bde6fa" providerId="ADAL" clId="{93A63769-7055-42F5-A5C5-F5099B294F68}" dt="2026-09-15T00:32:36.422" v="2089" actId="47"/>
        <pc:sldMkLst>
          <pc:docMk/>
          <pc:sldMk cId="1251974847" sldId="689"/>
        </pc:sldMkLst>
      </pc:sldChg>
      <pc:sldChg chg="add del ord">
        <pc:chgData name="Ibrahim, Wessam" userId="dfc128e0-f3a7-4481-b90c-260436bde6fa" providerId="ADAL" clId="{93A63769-7055-42F5-A5C5-F5099B294F68}" dt="2026-09-15T05:11:18.480" v="2162" actId="47"/>
        <pc:sldMkLst>
          <pc:docMk/>
          <pc:sldMk cId="1457576939" sldId="707"/>
        </pc:sldMkLst>
      </pc:sldChg>
      <pc:sldChg chg="addSp delSp modSp add del mod ord">
        <pc:chgData name="Ibrahim, Wessam" userId="dfc128e0-f3a7-4481-b90c-260436bde6fa" providerId="ADAL" clId="{93A63769-7055-42F5-A5C5-F5099B294F68}" dt="2026-09-15T00:32:35.826" v="2086" actId="47"/>
        <pc:sldMkLst>
          <pc:docMk/>
          <pc:sldMk cId="549591654" sldId="711"/>
        </pc:sldMkLst>
      </pc:sldChg>
      <pc:sldChg chg="addSp delSp modSp add del mod">
        <pc:chgData name="Ibrahim, Wessam" userId="dfc128e0-f3a7-4481-b90c-260436bde6fa" providerId="ADAL" clId="{93A63769-7055-42F5-A5C5-F5099B294F68}" dt="2026-09-15T00:32:48.008" v="2101" actId="47"/>
        <pc:sldMkLst>
          <pc:docMk/>
          <pc:sldMk cId="2715476267" sldId="713"/>
        </pc:sldMkLst>
      </pc:sldChg>
      <pc:sldChg chg="addSp delSp modSp add del mod">
        <pc:chgData name="Ibrahim, Wessam" userId="dfc128e0-f3a7-4481-b90c-260436bde6fa" providerId="ADAL" clId="{93A63769-7055-42F5-A5C5-F5099B294F68}" dt="2026-09-15T00:32:47.800" v="2100" actId="47"/>
        <pc:sldMkLst>
          <pc:docMk/>
          <pc:sldMk cId="2123036564" sldId="714"/>
        </pc:sldMkLst>
      </pc:sldChg>
      <pc:sldChg chg="delSp modSp add del mod">
        <pc:chgData name="Ibrahim, Wessam" userId="dfc128e0-f3a7-4481-b90c-260436bde6fa" providerId="ADAL" clId="{93A63769-7055-42F5-A5C5-F5099B294F68}" dt="2026-09-15T00:32:51.180" v="2107" actId="47"/>
        <pc:sldMkLst>
          <pc:docMk/>
          <pc:sldMk cId="190850959" sldId="715"/>
        </pc:sldMkLst>
      </pc:sldChg>
      <pc:sldChg chg="addSp delSp modSp add del mod">
        <pc:chgData name="Ibrahim, Wessam" userId="dfc128e0-f3a7-4481-b90c-260436bde6fa" providerId="ADAL" clId="{93A63769-7055-42F5-A5C5-F5099B294F68}" dt="2026-09-15T00:32:35.619" v="2085" actId="47"/>
        <pc:sldMkLst>
          <pc:docMk/>
          <pc:sldMk cId="3401343498" sldId="893"/>
        </pc:sldMkLst>
      </pc:sldChg>
      <pc:sldChg chg="addSp delSp modSp add del mod">
        <pc:chgData name="Ibrahim, Wessam" userId="dfc128e0-f3a7-4481-b90c-260436bde6fa" providerId="ADAL" clId="{93A63769-7055-42F5-A5C5-F5099B294F68}" dt="2026-09-15T00:32:48.202" v="2102" actId="47"/>
        <pc:sldMkLst>
          <pc:docMk/>
          <pc:sldMk cId="2586696581" sldId="894"/>
        </pc:sldMkLst>
      </pc:sldChg>
      <pc:sldChg chg="addSp modSp add del mod">
        <pc:chgData name="Ibrahim, Wessam" userId="dfc128e0-f3a7-4481-b90c-260436bde6fa" providerId="ADAL" clId="{93A63769-7055-42F5-A5C5-F5099B294F68}" dt="2026-09-15T00:32:48.404" v="2103" actId="47"/>
        <pc:sldMkLst>
          <pc:docMk/>
          <pc:sldMk cId="813463759" sldId="895"/>
        </pc:sldMkLst>
      </pc:sldChg>
      <pc:sldChg chg="addSp delSp modSp add del mod ord">
        <pc:chgData name="Ibrahim, Wessam" userId="dfc128e0-f3a7-4481-b90c-260436bde6fa" providerId="ADAL" clId="{93A63769-7055-42F5-A5C5-F5099B294F68}" dt="2026-09-15T00:32:36.017" v="2087" actId="47"/>
        <pc:sldMkLst>
          <pc:docMk/>
          <pc:sldMk cId="1425746765" sldId="897"/>
        </pc:sldMkLst>
      </pc:sldChg>
      <pc:sldChg chg="addSp delSp modSp add del mod ord modAnim">
        <pc:chgData name="Ibrahim, Wessam" userId="dfc128e0-f3a7-4481-b90c-260436bde6fa" providerId="ADAL" clId="{93A63769-7055-42F5-A5C5-F5099B294F68}" dt="2026-09-15T05:11:19.185" v="2163" actId="47"/>
        <pc:sldMkLst>
          <pc:docMk/>
          <pc:sldMk cId="0" sldId="908"/>
        </pc:sldMkLst>
      </pc:sldChg>
      <pc:sldChg chg="delSp modSp add del mod">
        <pc:chgData name="Ibrahim, Wessam" userId="dfc128e0-f3a7-4481-b90c-260436bde6fa" providerId="ADAL" clId="{93A63769-7055-42F5-A5C5-F5099B294F68}" dt="2026-09-15T00:32:52.501" v="2108" actId="47"/>
        <pc:sldMkLst>
          <pc:docMk/>
          <pc:sldMk cId="1896004512" sldId="909"/>
        </pc:sldMkLst>
      </pc:sldChg>
      <pc:sldChg chg="addSp delSp modSp add del mod">
        <pc:chgData name="Ibrahim, Wessam" userId="dfc128e0-f3a7-4481-b90c-260436bde6fa" providerId="ADAL" clId="{93A63769-7055-42F5-A5C5-F5099B294F68}" dt="2026-09-15T00:32:49.430" v="2104" actId="47"/>
        <pc:sldMkLst>
          <pc:docMk/>
          <pc:sldMk cId="1637892996" sldId="913"/>
        </pc:sldMkLst>
      </pc:sldChg>
      <pc:sldChg chg="addSp delSp modSp add del mod">
        <pc:chgData name="Ibrahim, Wessam" userId="dfc128e0-f3a7-4481-b90c-260436bde6fa" providerId="ADAL" clId="{93A63769-7055-42F5-A5C5-F5099B294F68}" dt="2026-09-15T00:32:50.730" v="2106" actId="47"/>
        <pc:sldMkLst>
          <pc:docMk/>
          <pc:sldMk cId="3863071089" sldId="914"/>
        </pc:sldMkLst>
      </pc:sldChg>
      <pc:sldChg chg="addSp delSp modSp new del mod">
        <pc:chgData name="Ibrahim, Wessam" userId="dfc128e0-f3a7-4481-b90c-260436bde6fa" providerId="ADAL" clId="{93A63769-7055-42F5-A5C5-F5099B294F68}" dt="2026-09-15T00:32:36.208" v="2088" actId="47"/>
        <pc:sldMkLst>
          <pc:docMk/>
          <pc:sldMk cId="4008109399" sldId="915"/>
        </pc:sldMkLst>
      </pc:sldChg>
      <pc:sldChg chg="delSp modSp add mod ord setBg delAnim">
        <pc:chgData name="Ibrahim, Wessam" userId="dfc128e0-f3a7-4481-b90c-260436bde6fa" providerId="ADAL" clId="{93A63769-7055-42F5-A5C5-F5099B294F68}" dt="2026-09-15T05:08:14.041" v="2144" actId="113"/>
        <pc:sldMkLst>
          <pc:docMk/>
          <pc:sldMk cId="3094028681" sldId="937"/>
        </pc:sldMkLst>
        <pc:spChg chg="del">
          <ac:chgData name="Ibrahim, Wessam" userId="dfc128e0-f3a7-4481-b90c-260436bde6fa" providerId="ADAL" clId="{93A63769-7055-42F5-A5C5-F5099B294F68}" dt="2026-09-15T05:07:42.383" v="2138" actId="478"/>
          <ac:spMkLst>
            <pc:docMk/>
            <pc:sldMk cId="3094028681" sldId="937"/>
            <ac:spMk id="2" creationId="{80F7CCEA-EF01-E2B4-DDA1-586ED92208CB}"/>
          </ac:spMkLst>
        </pc:spChg>
        <pc:spChg chg="mod">
          <ac:chgData name="Ibrahim, Wessam" userId="dfc128e0-f3a7-4481-b90c-260436bde6fa" providerId="ADAL" clId="{93A63769-7055-42F5-A5C5-F5099B294F68}" dt="2026-09-15T05:08:14.041" v="2144" actId="113"/>
          <ac:spMkLst>
            <pc:docMk/>
            <pc:sldMk cId="3094028681" sldId="937"/>
            <ac:spMk id="3" creationId="{6D997C8B-4B3B-FAE3-9EC6-79EB8B771B5D}"/>
          </ac:spMkLst>
        </pc:spChg>
        <pc:spChg chg="mod">
          <ac:chgData name="Ibrahim, Wessam" userId="dfc128e0-f3a7-4481-b90c-260436bde6fa" providerId="ADAL" clId="{93A63769-7055-42F5-A5C5-F5099B294F68}" dt="2026-09-15T05:07:35.961" v="2137" actId="27636"/>
          <ac:spMkLst>
            <pc:docMk/>
            <pc:sldMk cId="3094028681" sldId="937"/>
            <ac:spMk id="54274" creationId="{7CCCE51D-07D1-B063-379D-C8B93B546AC4}"/>
          </ac:spMkLst>
        </pc:spChg>
      </pc:sldChg>
      <pc:sldChg chg="delSp modSp add mod ord delAnim">
        <pc:chgData name="Ibrahim, Wessam" userId="dfc128e0-f3a7-4481-b90c-260436bde6fa" providerId="ADAL" clId="{93A63769-7055-42F5-A5C5-F5099B294F68}" dt="2026-09-15T05:11:33.158" v="2165" actId="478"/>
        <pc:sldMkLst>
          <pc:docMk/>
          <pc:sldMk cId="408360488" sldId="939"/>
        </pc:sldMkLst>
        <pc:spChg chg="del">
          <ac:chgData name="Ibrahim, Wessam" userId="dfc128e0-f3a7-4481-b90c-260436bde6fa" providerId="ADAL" clId="{93A63769-7055-42F5-A5C5-F5099B294F68}" dt="2026-09-15T05:11:33.158" v="2165" actId="478"/>
          <ac:spMkLst>
            <pc:docMk/>
            <pc:sldMk cId="408360488" sldId="939"/>
            <ac:spMk id="2" creationId="{3F4E7C9B-E29C-75EF-6AEF-B23E8C6F6C86}"/>
          </ac:spMkLst>
        </pc:spChg>
        <pc:spChg chg="mod">
          <ac:chgData name="Ibrahim, Wessam" userId="dfc128e0-f3a7-4481-b90c-260436bde6fa" providerId="ADAL" clId="{93A63769-7055-42F5-A5C5-F5099B294F68}" dt="2026-09-15T05:10:04.311" v="2156" actId="20577"/>
          <ac:spMkLst>
            <pc:docMk/>
            <pc:sldMk cId="408360488" sldId="939"/>
            <ac:spMk id="3" creationId="{7A8EDB2F-2271-F5DA-6245-DC2D148C7B92}"/>
          </ac:spMkLst>
        </pc:spChg>
        <pc:spChg chg="mod">
          <ac:chgData name="Ibrahim, Wessam" userId="dfc128e0-f3a7-4481-b90c-260436bde6fa" providerId="ADAL" clId="{93A63769-7055-42F5-A5C5-F5099B294F68}" dt="2026-09-15T05:09:27.113" v="2148" actId="27636"/>
          <ac:spMkLst>
            <pc:docMk/>
            <pc:sldMk cId="408360488" sldId="939"/>
            <ac:spMk id="54274" creationId="{EF040EB5-4CEE-EBB8-176D-00D6E574B48C}"/>
          </ac:spMkLst>
        </pc:spChg>
      </pc:sldChg>
      <pc:sldChg chg="delSp modSp add mod delAnim">
        <pc:chgData name="Ibrahim, Wessam" userId="dfc128e0-f3a7-4481-b90c-260436bde6fa" providerId="ADAL" clId="{93A63769-7055-42F5-A5C5-F5099B294F68}" dt="2026-09-15T05:12:09.798" v="2166" actId="478"/>
        <pc:sldMkLst>
          <pc:docMk/>
          <pc:sldMk cId="2329941386" sldId="940"/>
        </pc:sldMkLst>
        <pc:spChg chg="del">
          <ac:chgData name="Ibrahim, Wessam" userId="dfc128e0-f3a7-4481-b90c-260436bde6fa" providerId="ADAL" clId="{93A63769-7055-42F5-A5C5-F5099B294F68}" dt="2026-09-15T05:12:09.798" v="2166" actId="478"/>
          <ac:spMkLst>
            <pc:docMk/>
            <pc:sldMk cId="2329941386" sldId="940"/>
            <ac:spMk id="2" creationId="{9125AA11-EF68-3B8F-ABE1-24F2584E649B}"/>
          </ac:spMkLst>
        </pc:spChg>
        <pc:spChg chg="mod">
          <ac:chgData name="Ibrahim, Wessam" userId="dfc128e0-f3a7-4481-b90c-260436bde6fa" providerId="ADAL" clId="{93A63769-7055-42F5-A5C5-F5099B294F68}" dt="2026-09-15T05:10:34.201" v="2160" actId="20577"/>
          <ac:spMkLst>
            <pc:docMk/>
            <pc:sldMk cId="2329941386" sldId="940"/>
            <ac:spMk id="3" creationId="{5937984E-DDA5-402D-0AA4-BB73057EB3BE}"/>
          </ac:spMkLst>
        </pc:spChg>
        <pc:spChg chg="mod">
          <ac:chgData name="Ibrahim, Wessam" userId="dfc128e0-f3a7-4481-b90c-260436bde6fa" providerId="ADAL" clId="{93A63769-7055-42F5-A5C5-F5099B294F68}" dt="2026-09-15T05:09:43.346" v="2150" actId="27636"/>
          <ac:spMkLst>
            <pc:docMk/>
            <pc:sldMk cId="2329941386" sldId="940"/>
            <ac:spMk id="54274" creationId="{A611F7E0-EBE7-51D2-AE1F-2156A9ECB455}"/>
          </ac:spMkLst>
        </pc:spChg>
      </pc:sldChg>
      <pc:sldChg chg="modSp add del mod">
        <pc:chgData name="Ibrahim, Wessam" userId="dfc128e0-f3a7-4481-b90c-260436bde6fa" providerId="ADAL" clId="{93A63769-7055-42F5-A5C5-F5099B294F68}" dt="2026-09-15T00:32:35.207" v="2083" actId="47"/>
        <pc:sldMkLst>
          <pc:docMk/>
          <pc:sldMk cId="3459253552" sldId="969"/>
        </pc:sldMkLst>
      </pc:sldChg>
      <pc:sldChg chg="modSp add del mod">
        <pc:chgData name="Ibrahim, Wessam" userId="dfc128e0-f3a7-4481-b90c-260436bde6fa" providerId="ADAL" clId="{93A63769-7055-42F5-A5C5-F5099B294F68}" dt="2026-09-15T00:32:53.174" v="2109" actId="47"/>
        <pc:sldMkLst>
          <pc:docMk/>
          <pc:sldMk cId="235324799" sldId="972"/>
        </pc:sldMkLst>
      </pc:sldChg>
      <pc:sldChg chg="add del">
        <pc:chgData name="Ibrahim, Wessam" userId="dfc128e0-f3a7-4481-b90c-260436bde6fa" providerId="ADAL" clId="{93A63769-7055-42F5-A5C5-F5099B294F68}" dt="2026-09-15T00:32:35.414" v="2084" actId="47"/>
        <pc:sldMkLst>
          <pc:docMk/>
          <pc:sldMk cId="1899853696" sldId="974"/>
        </pc:sldMkLst>
      </pc:sldChg>
      <pc:sldChg chg="addSp delSp modSp add del mod delAnim modAnim">
        <pc:chgData name="Ibrahim, Wessam" userId="dfc128e0-f3a7-4481-b90c-260436bde6fa" providerId="ADAL" clId="{93A63769-7055-42F5-A5C5-F5099B294F68}" dt="2026-09-15T00:32:53.927" v="2110" actId="47"/>
        <pc:sldMkLst>
          <pc:docMk/>
          <pc:sldMk cId="3436230831" sldId="975"/>
        </pc:sldMkLst>
      </pc:sldChg>
      <pc:sldChg chg="delSp modSp add mod delAnim">
        <pc:chgData name="Ibrahim, Wessam" userId="dfc128e0-f3a7-4481-b90c-260436bde6fa" providerId="ADAL" clId="{93A63769-7055-42F5-A5C5-F5099B294F68}" dt="2026-09-15T05:12:39.812" v="2170" actId="1076"/>
        <pc:sldMkLst>
          <pc:docMk/>
          <pc:sldMk cId="1803681094" sldId="1016"/>
        </pc:sldMkLst>
        <pc:spChg chg="del">
          <ac:chgData name="Ibrahim, Wessam" userId="dfc128e0-f3a7-4481-b90c-260436bde6fa" providerId="ADAL" clId="{93A63769-7055-42F5-A5C5-F5099B294F68}" dt="2026-09-15T05:12:33.271" v="2169" actId="478"/>
          <ac:spMkLst>
            <pc:docMk/>
            <pc:sldMk cId="1803681094" sldId="1016"/>
            <ac:spMk id="2" creationId="{9DCC0E3E-C9CB-AF66-67B4-9200AA85BCE0}"/>
          </ac:spMkLst>
        </pc:spChg>
        <pc:spChg chg="mod">
          <ac:chgData name="Ibrahim, Wessam" userId="dfc128e0-f3a7-4481-b90c-260436bde6fa" providerId="ADAL" clId="{93A63769-7055-42F5-A5C5-F5099B294F68}" dt="2026-09-15T05:12:39.812" v="2170" actId="1076"/>
          <ac:spMkLst>
            <pc:docMk/>
            <pc:sldMk cId="1803681094" sldId="1016"/>
            <ac:spMk id="3" creationId="{871AF582-0B3C-460D-EDFA-BD83DB3A9C86}"/>
          </ac:spMkLst>
        </pc:spChg>
        <pc:spChg chg="mod">
          <ac:chgData name="Ibrahim, Wessam" userId="dfc128e0-f3a7-4481-b90c-260436bde6fa" providerId="ADAL" clId="{93A63769-7055-42F5-A5C5-F5099B294F68}" dt="2026-09-15T05:12:30.466" v="2168" actId="27636"/>
          <ac:spMkLst>
            <pc:docMk/>
            <pc:sldMk cId="1803681094" sldId="1016"/>
            <ac:spMk id="4" creationId="{CB24D7E5-E15B-003C-DF00-0FCDC87C3A9B}"/>
          </ac:spMkLst>
        </pc:spChg>
      </pc:sldChg>
      <pc:sldChg chg="delSp modSp add mod delAnim">
        <pc:chgData name="Ibrahim, Wessam" userId="dfc128e0-f3a7-4481-b90c-260436bde6fa" providerId="ADAL" clId="{93A63769-7055-42F5-A5C5-F5099B294F68}" dt="2026-09-15T05:13:49.230" v="2174" actId="6549"/>
        <pc:sldMkLst>
          <pc:docMk/>
          <pc:sldMk cId="2672740697" sldId="1021"/>
        </pc:sldMkLst>
        <pc:spChg chg="del">
          <ac:chgData name="Ibrahim, Wessam" userId="dfc128e0-f3a7-4481-b90c-260436bde6fa" providerId="ADAL" clId="{93A63769-7055-42F5-A5C5-F5099B294F68}" dt="2026-09-15T05:13:44.969" v="2173" actId="478"/>
          <ac:spMkLst>
            <pc:docMk/>
            <pc:sldMk cId="2672740697" sldId="1021"/>
            <ac:spMk id="2" creationId="{A639BB0A-37FB-B674-100F-478559F38637}"/>
          </ac:spMkLst>
        </pc:spChg>
        <pc:spChg chg="mod">
          <ac:chgData name="Ibrahim, Wessam" userId="dfc128e0-f3a7-4481-b90c-260436bde6fa" providerId="ADAL" clId="{93A63769-7055-42F5-A5C5-F5099B294F68}" dt="2026-09-15T05:13:49.230" v="2174" actId="6549"/>
          <ac:spMkLst>
            <pc:docMk/>
            <pc:sldMk cId="2672740697" sldId="1021"/>
            <ac:spMk id="3" creationId="{7756176C-5BC8-4BB4-FD1B-DFC1ABB86767}"/>
          </ac:spMkLst>
        </pc:spChg>
        <pc:spChg chg="mod">
          <ac:chgData name="Ibrahim, Wessam" userId="dfc128e0-f3a7-4481-b90c-260436bde6fa" providerId="ADAL" clId="{93A63769-7055-42F5-A5C5-F5099B294F68}" dt="2026-09-15T05:13:41.725" v="2172" actId="27636"/>
          <ac:spMkLst>
            <pc:docMk/>
            <pc:sldMk cId="2672740697" sldId="1021"/>
            <ac:spMk id="4" creationId="{4508B607-F9E8-D7BA-3F91-FE78FE76398E}"/>
          </ac:spMkLst>
        </pc:spChg>
      </pc:sldChg>
      <pc:sldChg chg="addSp delSp modSp add mod delAnim">
        <pc:chgData name="Ibrahim, Wessam" userId="dfc128e0-f3a7-4481-b90c-260436bde6fa" providerId="ADAL" clId="{93A63769-7055-42F5-A5C5-F5099B294F68}" dt="2026-09-15T05:17:00.889" v="2181"/>
        <pc:sldMkLst>
          <pc:docMk/>
          <pc:sldMk cId="4075413148" sldId="1022"/>
        </pc:sldMkLst>
        <pc:spChg chg="add mod">
          <ac:chgData name="Ibrahim, Wessam" userId="dfc128e0-f3a7-4481-b90c-260436bde6fa" providerId="ADAL" clId="{93A63769-7055-42F5-A5C5-F5099B294F68}" dt="2026-09-15T05:17:00.889" v="2181"/>
          <ac:spMkLst>
            <pc:docMk/>
            <pc:sldMk cId="4075413148" sldId="1022"/>
            <ac:spMk id="2" creationId="{91A6401D-64DB-E065-66A8-CE5A6B56A90B}"/>
          </ac:spMkLst>
        </pc:spChg>
        <pc:spChg chg="mod">
          <ac:chgData name="Ibrahim, Wessam" userId="dfc128e0-f3a7-4481-b90c-260436bde6fa" providerId="ADAL" clId="{93A63769-7055-42F5-A5C5-F5099B294F68}" dt="2026-09-15T05:15:50.537" v="2177" actId="27636"/>
          <ac:spMkLst>
            <pc:docMk/>
            <pc:sldMk cId="4075413148" sldId="1022"/>
            <ac:spMk id="4" creationId="{0DB05077-FAFD-B50B-EADA-D5E2ABA76B32}"/>
          </ac:spMkLst>
        </pc:spChg>
        <pc:spChg chg="del">
          <ac:chgData name="Ibrahim, Wessam" userId="dfc128e0-f3a7-4481-b90c-260436bde6fa" providerId="ADAL" clId="{93A63769-7055-42F5-A5C5-F5099B294F68}" dt="2026-09-15T05:15:57.228" v="2179" actId="478"/>
          <ac:spMkLst>
            <pc:docMk/>
            <pc:sldMk cId="4075413148" sldId="1022"/>
            <ac:spMk id="6" creationId="{EF29ADAF-C34F-C6DD-4013-107AB6B20CB3}"/>
          </ac:spMkLst>
        </pc:spChg>
      </pc:sldChg>
      <pc:sldChg chg="delSp modSp add mod delAnim">
        <pc:chgData name="Ibrahim, Wessam" userId="dfc128e0-f3a7-4481-b90c-260436bde6fa" providerId="ADAL" clId="{93A63769-7055-42F5-A5C5-F5099B294F68}" dt="2026-09-15T05:17:27.545" v="2185" actId="20577"/>
        <pc:sldMkLst>
          <pc:docMk/>
          <pc:sldMk cId="3303081972" sldId="1023"/>
        </pc:sldMkLst>
        <pc:spChg chg="del">
          <ac:chgData name="Ibrahim, Wessam" userId="dfc128e0-f3a7-4481-b90c-260436bde6fa" providerId="ADAL" clId="{93A63769-7055-42F5-A5C5-F5099B294F68}" dt="2026-09-15T05:17:25.126" v="2184" actId="478"/>
          <ac:spMkLst>
            <pc:docMk/>
            <pc:sldMk cId="3303081972" sldId="1023"/>
            <ac:spMk id="2" creationId="{D51550C3-7D6F-C83B-9599-4E5677A47A1B}"/>
          </ac:spMkLst>
        </pc:spChg>
        <pc:spChg chg="mod">
          <ac:chgData name="Ibrahim, Wessam" userId="dfc128e0-f3a7-4481-b90c-260436bde6fa" providerId="ADAL" clId="{93A63769-7055-42F5-A5C5-F5099B294F68}" dt="2026-09-15T05:17:27.545" v="2185" actId="20577"/>
          <ac:spMkLst>
            <pc:docMk/>
            <pc:sldMk cId="3303081972" sldId="1023"/>
            <ac:spMk id="8" creationId="{AC3182F2-FF50-488A-ABE2-0CCF91C294FE}"/>
          </ac:spMkLst>
        </pc:spChg>
        <pc:spChg chg="mod">
          <ac:chgData name="Ibrahim, Wessam" userId="dfc128e0-f3a7-4481-b90c-260436bde6fa" providerId="ADAL" clId="{93A63769-7055-42F5-A5C5-F5099B294F68}" dt="2026-09-15T05:17:21.515" v="2183" actId="27636"/>
          <ac:spMkLst>
            <pc:docMk/>
            <pc:sldMk cId="3303081972" sldId="1023"/>
            <ac:spMk id="9" creationId="{9C55377E-4286-24FB-45AF-D4519F4348ED}"/>
          </ac:spMkLst>
        </pc:spChg>
      </pc:sldChg>
      <pc:sldChg chg="delSp modSp add mod delAnim">
        <pc:chgData name="Ibrahim, Wessam" userId="dfc128e0-f3a7-4481-b90c-260436bde6fa" providerId="ADAL" clId="{93A63769-7055-42F5-A5C5-F5099B294F68}" dt="2026-09-15T05:21:49.512" v="2208" actId="478"/>
        <pc:sldMkLst>
          <pc:docMk/>
          <pc:sldMk cId="3649038293" sldId="1026"/>
        </pc:sldMkLst>
        <pc:spChg chg="del">
          <ac:chgData name="Ibrahim, Wessam" userId="dfc128e0-f3a7-4481-b90c-260436bde6fa" providerId="ADAL" clId="{93A63769-7055-42F5-A5C5-F5099B294F68}" dt="2026-09-15T05:21:49.512" v="2208" actId="478"/>
          <ac:spMkLst>
            <pc:docMk/>
            <pc:sldMk cId="3649038293" sldId="1026"/>
            <ac:spMk id="2" creationId="{3BB368DA-95E2-AA6B-6C26-63B2E8B1A4A4}"/>
          </ac:spMkLst>
        </pc:spChg>
        <pc:spChg chg="mod">
          <ac:chgData name="Ibrahim, Wessam" userId="dfc128e0-f3a7-4481-b90c-260436bde6fa" providerId="ADAL" clId="{93A63769-7055-42F5-A5C5-F5099B294F68}" dt="2026-09-15T05:20:06.476" v="2201" actId="1076"/>
          <ac:spMkLst>
            <pc:docMk/>
            <pc:sldMk cId="3649038293" sldId="1026"/>
            <ac:spMk id="3" creationId="{CAB88F9F-2FA1-A465-B9F0-BA665E88D49D}"/>
          </ac:spMkLst>
        </pc:spChg>
        <pc:spChg chg="mod">
          <ac:chgData name="Ibrahim, Wessam" userId="dfc128e0-f3a7-4481-b90c-260436bde6fa" providerId="ADAL" clId="{93A63769-7055-42F5-A5C5-F5099B294F68}" dt="2026-09-15T05:19:36.367" v="2196" actId="27636"/>
          <ac:spMkLst>
            <pc:docMk/>
            <pc:sldMk cId="3649038293" sldId="1026"/>
            <ac:spMk id="5" creationId="{E2F1286C-9735-D4D8-038B-5AC2E0FB3E8B}"/>
          </ac:spMkLst>
        </pc:spChg>
      </pc:sldChg>
      <pc:sldChg chg="delSp modSp add mod delAnim">
        <pc:chgData name="Ibrahim, Wessam" userId="dfc128e0-f3a7-4481-b90c-260436bde6fa" providerId="ADAL" clId="{93A63769-7055-42F5-A5C5-F5099B294F68}" dt="2026-09-15T05:27:45.687" v="2272" actId="207"/>
        <pc:sldMkLst>
          <pc:docMk/>
          <pc:sldMk cId="131173284" sldId="1028"/>
        </pc:sldMkLst>
        <pc:spChg chg="del">
          <ac:chgData name="Ibrahim, Wessam" userId="dfc128e0-f3a7-4481-b90c-260436bde6fa" providerId="ADAL" clId="{93A63769-7055-42F5-A5C5-F5099B294F68}" dt="2026-09-15T05:23:04.580" v="2216" actId="478"/>
          <ac:spMkLst>
            <pc:docMk/>
            <pc:sldMk cId="131173284" sldId="1028"/>
            <ac:spMk id="2" creationId="{80241394-C939-913D-5902-56F3278EB669}"/>
          </ac:spMkLst>
        </pc:spChg>
        <pc:spChg chg="mod">
          <ac:chgData name="Ibrahim, Wessam" userId="dfc128e0-f3a7-4481-b90c-260436bde6fa" providerId="ADAL" clId="{93A63769-7055-42F5-A5C5-F5099B294F68}" dt="2026-09-15T05:27:45.687" v="2272" actId="207"/>
          <ac:spMkLst>
            <pc:docMk/>
            <pc:sldMk cId="131173284" sldId="1028"/>
            <ac:spMk id="3" creationId="{99754E60-F127-8DDC-2284-341271A2F358}"/>
          </ac:spMkLst>
        </pc:spChg>
        <pc:spChg chg="mod">
          <ac:chgData name="Ibrahim, Wessam" userId="dfc128e0-f3a7-4481-b90c-260436bde6fa" providerId="ADAL" clId="{93A63769-7055-42F5-A5C5-F5099B294F68}" dt="2026-09-15T05:23:00.560" v="2213" actId="27636"/>
          <ac:spMkLst>
            <pc:docMk/>
            <pc:sldMk cId="131173284" sldId="1028"/>
            <ac:spMk id="54274" creationId="{879C4B6F-DDA2-78CE-BFA5-2A47683B79FB}"/>
          </ac:spMkLst>
        </pc:spChg>
      </pc:sldChg>
      <pc:sldChg chg="delSp modSp add mod setBg delAnim">
        <pc:chgData name="Ibrahim, Wessam" userId="dfc128e0-f3a7-4481-b90c-260436bde6fa" providerId="ADAL" clId="{93A63769-7055-42F5-A5C5-F5099B294F68}" dt="2026-09-15T05:06:07.122" v="2135"/>
        <pc:sldMkLst>
          <pc:docMk/>
          <pc:sldMk cId="3530441981" sldId="1033"/>
        </pc:sldMkLst>
        <pc:spChg chg="del">
          <ac:chgData name="Ibrahim, Wessam" userId="dfc128e0-f3a7-4481-b90c-260436bde6fa" providerId="ADAL" clId="{93A63769-7055-42F5-A5C5-F5099B294F68}" dt="2026-09-15T03:00:57.612" v="2125" actId="478"/>
          <ac:spMkLst>
            <pc:docMk/>
            <pc:sldMk cId="3530441981" sldId="1033"/>
            <ac:spMk id="2" creationId="{BC6F86D8-7DB4-4C78-2D16-163703D46737}"/>
          </ac:spMkLst>
        </pc:spChg>
        <pc:spChg chg="mod">
          <ac:chgData name="Ibrahim, Wessam" userId="dfc128e0-f3a7-4481-b90c-260436bde6fa" providerId="ADAL" clId="{93A63769-7055-42F5-A5C5-F5099B294F68}" dt="2026-09-15T03:01:02.249" v="2126" actId="1076"/>
          <ac:spMkLst>
            <pc:docMk/>
            <pc:sldMk cId="3530441981" sldId="1033"/>
            <ac:spMk id="3" creationId="{522187A8-105E-49C0-E847-1B6C99907D4A}"/>
          </ac:spMkLst>
        </pc:spChg>
        <pc:spChg chg="mod">
          <ac:chgData name="Ibrahim, Wessam" userId="dfc128e0-f3a7-4481-b90c-260436bde6fa" providerId="ADAL" clId="{93A63769-7055-42F5-A5C5-F5099B294F68}" dt="2026-09-15T03:00:25.419" v="2121" actId="27636"/>
          <ac:spMkLst>
            <pc:docMk/>
            <pc:sldMk cId="3530441981" sldId="1033"/>
            <ac:spMk id="54274" creationId="{5579DC46-CF51-5587-C99E-4662344229CA}"/>
          </ac:spMkLst>
        </pc:spChg>
      </pc:sldChg>
      <pc:sldChg chg="delSp modSp add mod delAnim">
        <pc:chgData name="Ibrahim, Wessam" userId="dfc128e0-f3a7-4481-b90c-260436bde6fa" providerId="ADAL" clId="{93A63769-7055-42F5-A5C5-F5099B294F68}" dt="2026-09-15T00:36:24.690" v="2116" actId="20577"/>
        <pc:sldMkLst>
          <pc:docMk/>
          <pc:sldMk cId="494854697" sldId="1040"/>
        </pc:sldMkLst>
        <pc:spChg chg="del">
          <ac:chgData name="Ibrahim, Wessam" userId="dfc128e0-f3a7-4481-b90c-260436bde6fa" providerId="ADAL" clId="{93A63769-7055-42F5-A5C5-F5099B294F68}" dt="2026-09-15T00:36:03.416" v="2114" actId="478"/>
          <ac:spMkLst>
            <pc:docMk/>
            <pc:sldMk cId="494854697" sldId="1040"/>
            <ac:spMk id="2" creationId="{6F1C266C-524B-ACE8-7021-46EAAC2C9B07}"/>
          </ac:spMkLst>
        </pc:spChg>
        <pc:spChg chg="mod">
          <ac:chgData name="Ibrahim, Wessam" userId="dfc128e0-f3a7-4481-b90c-260436bde6fa" providerId="ADAL" clId="{93A63769-7055-42F5-A5C5-F5099B294F68}" dt="2026-09-15T00:36:24.690" v="2116" actId="20577"/>
          <ac:spMkLst>
            <pc:docMk/>
            <pc:sldMk cId="494854697" sldId="1040"/>
            <ac:spMk id="3" creationId="{6ADA8343-D05C-027D-A5A8-FEF24BB84FAD}"/>
          </ac:spMkLst>
        </pc:spChg>
        <pc:spChg chg="mod">
          <ac:chgData name="Ibrahim, Wessam" userId="dfc128e0-f3a7-4481-b90c-260436bde6fa" providerId="ADAL" clId="{93A63769-7055-42F5-A5C5-F5099B294F68}" dt="2026-09-15T00:35:58.757" v="2113" actId="27636"/>
          <ac:spMkLst>
            <pc:docMk/>
            <pc:sldMk cId="494854697" sldId="1040"/>
            <ac:spMk id="54274" creationId="{86EDCF91-F3DB-7B6F-2092-7C2A3DE9C993}"/>
          </ac:spMkLst>
        </pc:spChg>
      </pc:sldChg>
      <pc:sldChg chg="new del">
        <pc:chgData name="Ibrahim, Wessam" userId="dfc128e0-f3a7-4481-b90c-260436bde6fa" providerId="ADAL" clId="{93A63769-7055-42F5-A5C5-F5099B294F68}" dt="2026-09-15T05:15:53.422" v="2178" actId="47"/>
        <pc:sldMkLst>
          <pc:docMk/>
          <pc:sldMk cId="912120630" sldId="1041"/>
        </pc:sldMkLst>
      </pc:sldChg>
      <pc:sldChg chg="new del">
        <pc:chgData name="Ibrahim, Wessam" userId="dfc128e0-f3a7-4481-b90c-260436bde6fa" providerId="ADAL" clId="{93A63769-7055-42F5-A5C5-F5099B294F68}" dt="2026-09-15T05:09:04.596" v="2146" actId="680"/>
        <pc:sldMkLst>
          <pc:docMk/>
          <pc:sldMk cId="2997159786" sldId="1041"/>
        </pc:sldMkLst>
      </pc:sldChg>
      <pc:sldChg chg="delSp modSp add mod delAnim">
        <pc:chgData name="Ibrahim, Wessam" userId="dfc128e0-f3a7-4481-b90c-260436bde6fa" providerId="ADAL" clId="{93A63769-7055-42F5-A5C5-F5099B294F68}" dt="2026-09-15T05:18:42.434" v="2194" actId="14100"/>
        <pc:sldMkLst>
          <pc:docMk/>
          <pc:sldMk cId="1033587847" sldId="1076"/>
        </pc:sldMkLst>
        <pc:spChg chg="del">
          <ac:chgData name="Ibrahim, Wessam" userId="dfc128e0-f3a7-4481-b90c-260436bde6fa" providerId="ADAL" clId="{93A63769-7055-42F5-A5C5-F5099B294F68}" dt="2026-09-15T05:18:11.002" v="2188" actId="478"/>
          <ac:spMkLst>
            <pc:docMk/>
            <pc:sldMk cId="1033587847" sldId="1076"/>
            <ac:spMk id="2" creationId="{1E7125E5-66EC-737F-3F1A-DB7AB030BC99}"/>
          </ac:spMkLst>
        </pc:spChg>
        <pc:spChg chg="mod">
          <ac:chgData name="Ibrahim, Wessam" userId="dfc128e0-f3a7-4481-b90c-260436bde6fa" providerId="ADAL" clId="{93A63769-7055-42F5-A5C5-F5099B294F68}" dt="2026-09-15T05:18:42.434" v="2194" actId="14100"/>
          <ac:spMkLst>
            <pc:docMk/>
            <pc:sldMk cId="1033587847" sldId="1076"/>
            <ac:spMk id="3" creationId="{91B3B907-FAFD-CDC3-B170-2CA39C1D63B4}"/>
          </ac:spMkLst>
        </pc:spChg>
        <pc:spChg chg="mod">
          <ac:chgData name="Ibrahim, Wessam" userId="dfc128e0-f3a7-4481-b90c-260436bde6fa" providerId="ADAL" clId="{93A63769-7055-42F5-A5C5-F5099B294F68}" dt="2026-09-15T05:18:07.566" v="2187" actId="27636"/>
          <ac:spMkLst>
            <pc:docMk/>
            <pc:sldMk cId="1033587847" sldId="1076"/>
            <ac:spMk id="54274" creationId="{BB4A5FBF-EA42-DE57-87E1-CD20982010D5}"/>
          </ac:spMkLst>
        </pc:spChg>
      </pc:sldChg>
      <pc:sldChg chg="addSp delSp modSp add mod delAnim">
        <pc:chgData name="Ibrahim, Wessam" userId="dfc128e0-f3a7-4481-b90c-260436bde6fa" providerId="ADAL" clId="{93A63769-7055-42F5-A5C5-F5099B294F68}" dt="2026-09-15T05:22:37.708" v="2211"/>
        <pc:sldMkLst>
          <pc:docMk/>
          <pc:sldMk cId="3895875818" sldId="1085"/>
        </pc:sldMkLst>
        <pc:spChg chg="del">
          <ac:chgData name="Ibrahim, Wessam" userId="dfc128e0-f3a7-4481-b90c-260436bde6fa" providerId="ADAL" clId="{93A63769-7055-42F5-A5C5-F5099B294F68}" dt="2026-09-15T05:21:53.430" v="2209" actId="478"/>
          <ac:spMkLst>
            <pc:docMk/>
            <pc:sldMk cId="3895875818" sldId="1085"/>
            <ac:spMk id="2" creationId="{45EFDC12-7FD2-954E-1F5B-F73BE773C2DF}"/>
          </ac:spMkLst>
        </pc:spChg>
        <pc:spChg chg="mod">
          <ac:chgData name="Ibrahim, Wessam" userId="dfc128e0-f3a7-4481-b90c-260436bde6fa" providerId="ADAL" clId="{93A63769-7055-42F5-A5C5-F5099B294F68}" dt="2026-09-15T05:21:43.676" v="2207" actId="6549"/>
          <ac:spMkLst>
            <pc:docMk/>
            <pc:sldMk cId="3895875818" sldId="1085"/>
            <ac:spMk id="3" creationId="{8BAA553E-5C91-20F1-25E3-D7277721B8A2}"/>
          </ac:spMkLst>
        </pc:spChg>
        <pc:spChg chg="add mod">
          <ac:chgData name="Ibrahim, Wessam" userId="dfc128e0-f3a7-4481-b90c-260436bde6fa" providerId="ADAL" clId="{93A63769-7055-42F5-A5C5-F5099B294F68}" dt="2026-09-15T05:22:37.708" v="2211"/>
          <ac:spMkLst>
            <pc:docMk/>
            <pc:sldMk cId="3895875818" sldId="1085"/>
            <ac:spMk id="4" creationId="{14D6AA14-84CE-E364-3C90-360A3E60EB2E}"/>
          </ac:spMkLst>
        </pc:spChg>
        <pc:spChg chg="mod">
          <ac:chgData name="Ibrahim, Wessam" userId="dfc128e0-f3a7-4481-b90c-260436bde6fa" providerId="ADAL" clId="{93A63769-7055-42F5-A5C5-F5099B294F68}" dt="2026-09-15T05:21:26.834" v="2203" actId="27636"/>
          <ac:spMkLst>
            <pc:docMk/>
            <pc:sldMk cId="3895875818" sldId="1085"/>
            <ac:spMk id="54274" creationId="{EFB54F63-CD54-A32C-BAB1-EC6CA8B95B2C}"/>
          </ac:spMkLst>
        </pc:spChg>
      </pc:sldChg>
      <pc:sldChg chg="delSp modSp add mod delAnim">
        <pc:chgData name="Ibrahim, Wessam" userId="dfc128e0-f3a7-4481-b90c-260436bde6fa" providerId="ADAL" clId="{93A63769-7055-42F5-A5C5-F5099B294F68}" dt="2026-09-15T05:24:54.830" v="2233" actId="1076"/>
        <pc:sldMkLst>
          <pc:docMk/>
          <pc:sldMk cId="2221401468" sldId="1094"/>
        </pc:sldMkLst>
        <pc:spChg chg="del">
          <ac:chgData name="Ibrahim, Wessam" userId="dfc128e0-f3a7-4481-b90c-260436bde6fa" providerId="ADAL" clId="{93A63769-7055-42F5-A5C5-F5099B294F68}" dt="2026-09-15T05:23:08.212" v="2217" actId="478"/>
          <ac:spMkLst>
            <pc:docMk/>
            <pc:sldMk cId="2221401468" sldId="1094"/>
            <ac:spMk id="2" creationId="{6B71D0D5-4F07-8523-0057-A8E7EF7222FB}"/>
          </ac:spMkLst>
        </pc:spChg>
        <pc:spChg chg="mod">
          <ac:chgData name="Ibrahim, Wessam" userId="dfc128e0-f3a7-4481-b90c-260436bde6fa" providerId="ADAL" clId="{93A63769-7055-42F5-A5C5-F5099B294F68}" dt="2026-09-15T05:24:54.830" v="2233" actId="1076"/>
          <ac:spMkLst>
            <pc:docMk/>
            <pc:sldMk cId="2221401468" sldId="1094"/>
            <ac:spMk id="3" creationId="{A8EF002E-079B-AE36-DCE5-CBA8F2C81FFF}"/>
          </ac:spMkLst>
        </pc:spChg>
        <pc:spChg chg="mod">
          <ac:chgData name="Ibrahim, Wessam" userId="dfc128e0-f3a7-4481-b90c-260436bde6fa" providerId="ADAL" clId="{93A63769-7055-42F5-A5C5-F5099B294F68}" dt="2026-09-15T05:24:48.077" v="2232" actId="1076"/>
          <ac:spMkLst>
            <pc:docMk/>
            <pc:sldMk cId="2221401468" sldId="1094"/>
            <ac:spMk id="54274" creationId="{E9D028A9-FE8B-3AA9-5E4A-98E66E7966BA}"/>
          </ac:spMkLst>
        </pc:spChg>
      </pc:sldChg>
      <pc:sldChg chg="delSp modSp add mod delAnim">
        <pc:chgData name="Ibrahim, Wessam" userId="dfc128e0-f3a7-4481-b90c-260436bde6fa" providerId="ADAL" clId="{93A63769-7055-42F5-A5C5-F5099B294F68}" dt="2026-09-15T05:24:09.105" v="2225" actId="14100"/>
        <pc:sldMkLst>
          <pc:docMk/>
          <pc:sldMk cId="1729095418" sldId="1096"/>
        </pc:sldMkLst>
        <pc:spChg chg="del">
          <ac:chgData name="Ibrahim, Wessam" userId="dfc128e0-f3a7-4481-b90c-260436bde6fa" providerId="ADAL" clId="{93A63769-7055-42F5-A5C5-F5099B294F68}" dt="2026-09-15T05:23:34.086" v="2220" actId="478"/>
          <ac:spMkLst>
            <pc:docMk/>
            <pc:sldMk cId="1729095418" sldId="1096"/>
            <ac:spMk id="2" creationId="{8085330C-0F21-398C-981B-A06AA54E4C98}"/>
          </ac:spMkLst>
        </pc:spChg>
        <pc:spChg chg="mod">
          <ac:chgData name="Ibrahim, Wessam" userId="dfc128e0-f3a7-4481-b90c-260436bde6fa" providerId="ADAL" clId="{93A63769-7055-42F5-A5C5-F5099B294F68}" dt="2026-09-15T05:24:09.105" v="2225" actId="14100"/>
          <ac:spMkLst>
            <pc:docMk/>
            <pc:sldMk cId="1729095418" sldId="1096"/>
            <ac:spMk id="7" creationId="{D9BAC2AF-7A2A-6BCA-339E-2C61C1CD9C19}"/>
          </ac:spMkLst>
        </pc:spChg>
        <pc:spChg chg="mod">
          <ac:chgData name="Ibrahim, Wessam" userId="dfc128e0-f3a7-4481-b90c-260436bde6fa" providerId="ADAL" clId="{93A63769-7055-42F5-A5C5-F5099B294F68}" dt="2026-09-15T05:23:00.577" v="2215" actId="27636"/>
          <ac:spMkLst>
            <pc:docMk/>
            <pc:sldMk cId="1729095418" sldId="1096"/>
            <ac:spMk id="54274" creationId="{17535900-B630-3DB6-5766-54C11A80FAA4}"/>
          </ac:spMkLst>
        </pc:spChg>
      </pc:sldChg>
      <pc:sldChg chg="modSp add del mod">
        <pc:chgData name="Ibrahim, Wessam" userId="dfc128e0-f3a7-4481-b90c-260436bde6fa" providerId="ADAL" clId="{93A63769-7055-42F5-A5C5-F5099B294F68}" dt="2026-09-15T05:27:12.762" v="2265"/>
        <pc:sldMkLst>
          <pc:docMk/>
          <pc:sldMk cId="1832549848" sldId="1097"/>
        </pc:sldMkLst>
        <pc:spChg chg="mod">
          <ac:chgData name="Ibrahim, Wessam" userId="dfc128e0-f3a7-4481-b90c-260436bde6fa" providerId="ADAL" clId="{93A63769-7055-42F5-A5C5-F5099B294F68}" dt="2026-09-15T05:27:12.762" v="2265"/>
          <ac:spMkLst>
            <pc:docMk/>
            <pc:sldMk cId="1832549848" sldId="1097"/>
            <ac:spMk id="54274" creationId="{879C4B6F-DDA2-78CE-BFA5-2A47683B79F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0239D73C-AF14-7643-8BC7-209F4FB10DDF}" type="datetimeFigureOut">
              <a:rPr lang="en-US" smtClean="0"/>
              <a:pPr/>
              <a:t>9/14/2026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F52A25F9-16D3-E64A-8639-7B020C319E7B}" type="slidenum">
              <a:rPr lang="en-US" smtClean="0"/>
              <a:pPr/>
              <a:t>‹#›</a:t>
            </a:fld>
            <a:endParaRPr lang="en-US" dirty="0"/>
          </a:p>
        </p:txBody>
      </p:sp>
    </p:spTree>
    <p:extLst>
      <p:ext uri="{BB962C8B-B14F-4D97-AF65-F5344CB8AC3E}">
        <p14:creationId xmlns:p14="http://schemas.microsoft.com/office/powerpoint/2010/main" val="1908973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1557E0-2387-4ECC-B562-559B5DED316B}" type="slidenum">
              <a:rPr lang="en-US" smtClean="0"/>
              <a:t>6</a:t>
            </a:fld>
            <a:endParaRPr lang="en-US"/>
          </a:p>
        </p:txBody>
      </p:sp>
    </p:spTree>
    <p:extLst>
      <p:ext uri="{BB962C8B-B14F-4D97-AF65-F5344CB8AC3E}">
        <p14:creationId xmlns:p14="http://schemas.microsoft.com/office/powerpoint/2010/main" val="3370442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EE6F2FD5-4213-4AC8-BC10-F41205A98E8B}"/>
              </a:ext>
            </a:extLst>
          </p:cNvPr>
          <p:cNvSpPr>
            <a:spLocks noGrp="1" noRot="1" noChangeAspect="1" noTextEdit="1"/>
          </p:cNvSpPr>
          <p:nvPr>
            <p:ph type="sldImg"/>
          </p:nvPr>
        </p:nvSpPr>
        <p:spPr bwMode="auto">
          <a:xfrm>
            <a:off x="2224088" y="685800"/>
            <a:ext cx="3984625" cy="22415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395" name="Notes Placeholder 2">
            <a:extLst>
              <a:ext uri="{FF2B5EF4-FFF2-40B4-BE49-F238E27FC236}">
                <a16:creationId xmlns:a16="http://schemas.microsoft.com/office/drawing/2014/main" id="{22846D43-7EFC-41F8-B567-6534C862138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9396" name="Slide Number Placeholder 3">
            <a:extLst>
              <a:ext uri="{FF2B5EF4-FFF2-40B4-BE49-F238E27FC236}">
                <a16:creationId xmlns:a16="http://schemas.microsoft.com/office/drawing/2014/main" id="{3475726E-79CD-4499-BBA4-6ECC9CCAEBC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sz="2400">
                <a:solidFill>
                  <a:schemeClr val="tx1"/>
                </a:solidFill>
                <a:latin typeface="Times" panose="02020603050405020304" pitchFamily="18" charset="0"/>
              </a:defRPr>
            </a:lvl1pPr>
            <a:lvl2pPr marL="742950" indent="-285750" defTabSz="915988">
              <a:defRPr sz="2400">
                <a:solidFill>
                  <a:schemeClr val="tx1"/>
                </a:solidFill>
                <a:latin typeface="Times" panose="02020603050405020304" pitchFamily="18" charset="0"/>
              </a:defRPr>
            </a:lvl2pPr>
            <a:lvl3pPr marL="1143000" indent="-228600" defTabSz="915988">
              <a:defRPr sz="2400">
                <a:solidFill>
                  <a:schemeClr val="tx1"/>
                </a:solidFill>
                <a:latin typeface="Times" panose="02020603050405020304" pitchFamily="18" charset="0"/>
              </a:defRPr>
            </a:lvl3pPr>
            <a:lvl4pPr marL="1600200" indent="-228600" defTabSz="915988">
              <a:defRPr sz="2400">
                <a:solidFill>
                  <a:schemeClr val="tx1"/>
                </a:solidFill>
                <a:latin typeface="Times" panose="02020603050405020304" pitchFamily="18" charset="0"/>
              </a:defRPr>
            </a:lvl4pPr>
            <a:lvl5pPr marL="2057400" indent="-228600" defTabSz="915988">
              <a:defRPr sz="2400">
                <a:solidFill>
                  <a:schemeClr val="tx1"/>
                </a:solidFill>
                <a:latin typeface="Times" panose="02020603050405020304" pitchFamily="18" charset="0"/>
              </a:defRPr>
            </a:lvl5pPr>
            <a:lvl6pPr marL="2514600" indent="-228600" defTabSz="915988" eaLnBrk="0" fontAlgn="base" hangingPunct="0">
              <a:spcBef>
                <a:spcPct val="0"/>
              </a:spcBef>
              <a:spcAft>
                <a:spcPct val="0"/>
              </a:spcAft>
              <a:defRPr sz="2400">
                <a:solidFill>
                  <a:schemeClr val="tx1"/>
                </a:solidFill>
                <a:latin typeface="Times" panose="02020603050405020304" pitchFamily="18" charset="0"/>
              </a:defRPr>
            </a:lvl6pPr>
            <a:lvl7pPr marL="2971800" indent="-228600" defTabSz="915988" eaLnBrk="0" fontAlgn="base" hangingPunct="0">
              <a:spcBef>
                <a:spcPct val="0"/>
              </a:spcBef>
              <a:spcAft>
                <a:spcPct val="0"/>
              </a:spcAft>
              <a:defRPr sz="2400">
                <a:solidFill>
                  <a:schemeClr val="tx1"/>
                </a:solidFill>
                <a:latin typeface="Times" panose="02020603050405020304" pitchFamily="18" charset="0"/>
              </a:defRPr>
            </a:lvl7pPr>
            <a:lvl8pPr marL="3429000" indent="-228600" defTabSz="915988" eaLnBrk="0" fontAlgn="base" hangingPunct="0">
              <a:spcBef>
                <a:spcPct val="0"/>
              </a:spcBef>
              <a:spcAft>
                <a:spcPct val="0"/>
              </a:spcAft>
              <a:defRPr sz="2400">
                <a:solidFill>
                  <a:schemeClr val="tx1"/>
                </a:solidFill>
                <a:latin typeface="Times" panose="02020603050405020304" pitchFamily="18" charset="0"/>
              </a:defRPr>
            </a:lvl8pPr>
            <a:lvl9pPr marL="3886200" indent="-228600" defTabSz="915988" eaLnBrk="0" fontAlgn="base" hangingPunct="0">
              <a:spcBef>
                <a:spcPct val="0"/>
              </a:spcBef>
              <a:spcAft>
                <a:spcPct val="0"/>
              </a:spcAft>
              <a:defRPr sz="2400">
                <a:solidFill>
                  <a:schemeClr val="tx1"/>
                </a:solidFill>
                <a:latin typeface="Times" panose="02020603050405020304" pitchFamily="18" charset="0"/>
              </a:defRPr>
            </a:lvl9pPr>
          </a:lstStyle>
          <a:p>
            <a:fld id="{01A1D08C-4AC6-4718-9B8F-A8B435DEE04F}" type="slidenum">
              <a:rPr lang="tr-TR" altLang="en-US" sz="1300">
                <a:latin typeface="Calibri" panose="020F0502020204030204" pitchFamily="34" charset="0"/>
                <a:cs typeface="Arial" panose="020B0604020202020204" pitchFamily="34" charset="0"/>
              </a:rPr>
              <a:pPr/>
              <a:t>18</a:t>
            </a:fld>
            <a:endParaRPr lang="tr-TR" altLang="en-US" sz="1300">
              <a:latin typeface="Calibri" panose="020F050202020403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5"/>
          <p:cNvSpPr>
            <a:spLocks noGrp="1"/>
          </p:cNvSpPr>
          <p:nvPr>
            <p:ph type="body" sz="quarter" idx="10" hasCustomPrompt="1"/>
          </p:nvPr>
        </p:nvSpPr>
        <p:spPr>
          <a:xfrm>
            <a:off x="658368" y="3968496"/>
            <a:ext cx="6638544" cy="1650381"/>
          </a:xfrm>
          <a:prstGeom prst="rect">
            <a:avLst/>
          </a:prstGeom>
        </p:spPr>
        <p:txBody>
          <a:bodyPr lIns="0">
            <a:noAutofit/>
          </a:bodyPr>
          <a:lstStyle>
            <a:lvl1pPr marL="0" indent="0">
              <a:buNone/>
              <a:defRPr sz="28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lvl="0"/>
            <a:r>
              <a:rPr lang="en-US" dirty="0"/>
              <a:t>Sub-topic</a:t>
            </a:r>
          </a:p>
        </p:txBody>
      </p:sp>
      <p:sp>
        <p:nvSpPr>
          <p:cNvPr id="14" name="Title 1"/>
          <p:cNvSpPr>
            <a:spLocks noGrp="1"/>
          </p:cNvSpPr>
          <p:nvPr>
            <p:ph type="ctrTitle" hasCustomPrompt="1"/>
          </p:nvPr>
        </p:nvSpPr>
        <p:spPr>
          <a:xfrm>
            <a:off x="658368" y="1490472"/>
            <a:ext cx="6638544" cy="2386584"/>
          </a:xfrm>
          <a:prstGeom prst="rect">
            <a:avLst/>
          </a:prstGeom>
          <a:ln>
            <a:noFill/>
          </a:ln>
        </p:spPr>
        <p:txBody>
          <a:bodyPr lIns="0" anchor="b">
            <a:noAutofit/>
          </a:bodyPr>
          <a:lstStyle>
            <a:lvl1pPr algn="l">
              <a:lnSpc>
                <a:spcPts val="5800"/>
              </a:lnSpc>
              <a:defRPr sz="6000" b="1" i="0" cap="none" baseline="0">
                <a:solidFill>
                  <a:schemeClr val="bg1"/>
                </a:solidFill>
                <a:latin typeface="Arial" charset="0"/>
                <a:ea typeface="Arial" charset="0"/>
                <a:cs typeface="Arial" charset="0"/>
              </a:defRPr>
            </a:lvl1pPr>
          </a:lstStyle>
          <a:p>
            <a:r>
              <a:rPr lang="en-US" dirty="0"/>
              <a:t>Presentation</a:t>
            </a:r>
            <a:br>
              <a:rPr lang="en-US" dirty="0"/>
            </a:br>
            <a:r>
              <a:rPr lang="en-US" dirty="0"/>
              <a:t>title</a:t>
            </a:r>
          </a:p>
        </p:txBody>
      </p:sp>
      <p:pic>
        <p:nvPicPr>
          <p:cNvPr id="2" name="Picture 1" descr="A black and white sign with white text&#10;&#10;AI-generated content may be incorrect.">
            <a:extLst>
              <a:ext uri="{FF2B5EF4-FFF2-40B4-BE49-F238E27FC236}">
                <a16:creationId xmlns:a16="http://schemas.microsoft.com/office/drawing/2014/main" id="{CE361972-7FA0-BBDB-934F-4184C0951D3C}"/>
              </a:ext>
            </a:extLst>
          </p:cNvPr>
          <p:cNvPicPr>
            <a:picLocks noChangeAspect="1"/>
          </p:cNvPicPr>
          <p:nvPr userDrawn="1"/>
        </p:nvPicPr>
        <p:blipFill>
          <a:blip r:embed="rId3"/>
          <a:stretch>
            <a:fillRect/>
          </a:stretch>
        </p:blipFill>
        <p:spPr>
          <a:xfrm>
            <a:off x="8780205" y="2418852"/>
            <a:ext cx="2597195" cy="2020295"/>
          </a:xfrm>
          <a:prstGeom prst="rect">
            <a:avLst/>
          </a:prstGeom>
        </p:spPr>
      </p:pic>
    </p:spTree>
    <p:extLst>
      <p:ext uri="{BB962C8B-B14F-4D97-AF65-F5344CB8AC3E}">
        <p14:creationId xmlns:p14="http://schemas.microsoft.com/office/powerpoint/2010/main" val="3825410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5"/>
          <p:cNvSpPr>
            <a:spLocks noGrp="1"/>
          </p:cNvSpPr>
          <p:nvPr>
            <p:ph type="body" sz="quarter" idx="10" hasCustomPrompt="1"/>
          </p:nvPr>
        </p:nvSpPr>
        <p:spPr>
          <a:xfrm>
            <a:off x="658368" y="3968496"/>
            <a:ext cx="6638544" cy="1650381"/>
          </a:xfrm>
          <a:prstGeom prst="rect">
            <a:avLst/>
          </a:prstGeom>
        </p:spPr>
        <p:txBody>
          <a:bodyPr lIns="0">
            <a:noAutofit/>
          </a:bodyPr>
          <a:lstStyle>
            <a:lvl1pPr marL="0" indent="0">
              <a:buNone/>
              <a:defRPr sz="2800" b="0" i="0">
                <a:solidFill>
                  <a:srgbClr val="13294B"/>
                </a:solidFill>
                <a:latin typeface="Arial" panose="020B0604020202020204" pitchFamily="34" charset="0"/>
                <a:ea typeface="Arial" panose="020B0604020202020204" pitchFamily="34" charset="0"/>
                <a:cs typeface="Arial" panose="020B0604020202020204" pitchFamily="34" charset="0"/>
              </a:defRPr>
            </a:lvl1pPr>
          </a:lstStyle>
          <a:p>
            <a:pPr lvl="0"/>
            <a:r>
              <a:rPr lang="en-US" dirty="0"/>
              <a:t>Sub-topic</a:t>
            </a:r>
          </a:p>
        </p:txBody>
      </p:sp>
      <p:sp>
        <p:nvSpPr>
          <p:cNvPr id="14" name="Title 1"/>
          <p:cNvSpPr>
            <a:spLocks noGrp="1"/>
          </p:cNvSpPr>
          <p:nvPr>
            <p:ph type="ctrTitle" hasCustomPrompt="1"/>
          </p:nvPr>
        </p:nvSpPr>
        <p:spPr>
          <a:xfrm>
            <a:off x="658368" y="1490472"/>
            <a:ext cx="6638544" cy="2386584"/>
          </a:xfrm>
          <a:prstGeom prst="rect">
            <a:avLst/>
          </a:prstGeom>
          <a:ln>
            <a:noFill/>
          </a:ln>
        </p:spPr>
        <p:txBody>
          <a:bodyPr lIns="0" anchor="b">
            <a:noAutofit/>
          </a:bodyPr>
          <a:lstStyle>
            <a:lvl1pPr algn="l">
              <a:lnSpc>
                <a:spcPts val="5800"/>
              </a:lnSpc>
              <a:defRPr sz="6000" b="1" i="0" cap="none" baseline="0">
                <a:solidFill>
                  <a:schemeClr val="bg1"/>
                </a:solidFill>
                <a:latin typeface="Arial" charset="0"/>
                <a:ea typeface="Arial" charset="0"/>
                <a:cs typeface="Arial" charset="0"/>
              </a:defRPr>
            </a:lvl1pPr>
          </a:lstStyle>
          <a:p>
            <a:r>
              <a:rPr lang="en-US" dirty="0"/>
              <a:t>Presentation</a:t>
            </a:r>
            <a:br>
              <a:rPr lang="en-US" dirty="0"/>
            </a:br>
            <a:r>
              <a:rPr lang="en-US" dirty="0"/>
              <a:t>title</a:t>
            </a:r>
          </a:p>
        </p:txBody>
      </p:sp>
      <p:pic>
        <p:nvPicPr>
          <p:cNvPr id="2" name="Picture 1" descr="A black and white sign with white text&#10;&#10;AI-generated content may be incorrect.">
            <a:extLst>
              <a:ext uri="{FF2B5EF4-FFF2-40B4-BE49-F238E27FC236}">
                <a16:creationId xmlns:a16="http://schemas.microsoft.com/office/drawing/2014/main" id="{F8369D25-871B-2EF0-A9AF-39801B998591}"/>
              </a:ext>
            </a:extLst>
          </p:cNvPr>
          <p:cNvPicPr>
            <a:picLocks noChangeAspect="1"/>
          </p:cNvPicPr>
          <p:nvPr userDrawn="1"/>
        </p:nvPicPr>
        <p:blipFill>
          <a:blip r:embed="rId3"/>
          <a:stretch>
            <a:fillRect/>
          </a:stretch>
        </p:blipFill>
        <p:spPr>
          <a:xfrm>
            <a:off x="8780205" y="2418852"/>
            <a:ext cx="2597195" cy="2020295"/>
          </a:xfrm>
          <a:prstGeom prst="rect">
            <a:avLst/>
          </a:prstGeom>
        </p:spPr>
      </p:pic>
    </p:spTree>
    <p:extLst>
      <p:ext uri="{BB962C8B-B14F-4D97-AF65-F5344CB8AC3E}">
        <p14:creationId xmlns:p14="http://schemas.microsoft.com/office/powerpoint/2010/main" val="17337867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5"/>
          <p:cNvSpPr>
            <a:spLocks noGrp="1"/>
          </p:cNvSpPr>
          <p:nvPr>
            <p:ph type="body" sz="quarter" idx="10" hasCustomPrompt="1"/>
          </p:nvPr>
        </p:nvSpPr>
        <p:spPr>
          <a:xfrm>
            <a:off x="658368" y="3968496"/>
            <a:ext cx="6638544" cy="1650381"/>
          </a:xfrm>
          <a:prstGeom prst="rect">
            <a:avLst/>
          </a:prstGeom>
        </p:spPr>
        <p:txBody>
          <a:bodyPr lIns="0">
            <a:noAutofit/>
          </a:bodyPr>
          <a:lstStyle>
            <a:lvl1pPr marL="0" indent="0">
              <a:buNone/>
              <a:defRPr sz="2800" b="0" i="0">
                <a:solidFill>
                  <a:srgbClr val="13294B"/>
                </a:solidFill>
                <a:latin typeface="Arial" panose="020B0604020202020204" pitchFamily="34" charset="0"/>
                <a:ea typeface="Arial" panose="020B0604020202020204" pitchFamily="34" charset="0"/>
                <a:cs typeface="Arial" panose="020B0604020202020204" pitchFamily="34" charset="0"/>
              </a:defRPr>
            </a:lvl1pPr>
          </a:lstStyle>
          <a:p>
            <a:pPr lvl="0"/>
            <a:r>
              <a:rPr lang="en-US" dirty="0"/>
              <a:t>Sub-topic</a:t>
            </a:r>
          </a:p>
        </p:txBody>
      </p:sp>
      <p:sp>
        <p:nvSpPr>
          <p:cNvPr id="14" name="Title 1"/>
          <p:cNvSpPr>
            <a:spLocks noGrp="1"/>
          </p:cNvSpPr>
          <p:nvPr>
            <p:ph type="ctrTitle" hasCustomPrompt="1"/>
          </p:nvPr>
        </p:nvSpPr>
        <p:spPr>
          <a:xfrm>
            <a:off x="658368" y="1490472"/>
            <a:ext cx="6638544" cy="2386584"/>
          </a:xfrm>
          <a:prstGeom prst="rect">
            <a:avLst/>
          </a:prstGeom>
          <a:ln>
            <a:noFill/>
          </a:ln>
        </p:spPr>
        <p:txBody>
          <a:bodyPr lIns="0" anchor="b">
            <a:noAutofit/>
          </a:bodyPr>
          <a:lstStyle>
            <a:lvl1pPr algn="l">
              <a:lnSpc>
                <a:spcPts val="5800"/>
              </a:lnSpc>
              <a:defRPr sz="6000" b="1" i="0" cap="none" baseline="0">
                <a:solidFill>
                  <a:srgbClr val="FF5F05"/>
                </a:solidFill>
                <a:latin typeface="Arial" charset="0"/>
                <a:ea typeface="Arial" charset="0"/>
                <a:cs typeface="Arial" charset="0"/>
              </a:defRPr>
            </a:lvl1pPr>
          </a:lstStyle>
          <a:p>
            <a:r>
              <a:rPr lang="en-US" dirty="0"/>
              <a:t>Presentation</a:t>
            </a:r>
            <a:br>
              <a:rPr lang="en-US" dirty="0"/>
            </a:br>
            <a:r>
              <a:rPr lang="en-US" dirty="0"/>
              <a:t>title</a:t>
            </a:r>
          </a:p>
        </p:txBody>
      </p:sp>
      <p:pic>
        <p:nvPicPr>
          <p:cNvPr id="5" name="Picture 4" descr="A black background with blue text&#10;&#10;AI-generated content may be incorrect.">
            <a:extLst>
              <a:ext uri="{FF2B5EF4-FFF2-40B4-BE49-F238E27FC236}">
                <a16:creationId xmlns:a16="http://schemas.microsoft.com/office/drawing/2014/main" id="{0D47C9FB-3923-4B36-7602-94A322C3B969}"/>
              </a:ext>
            </a:extLst>
          </p:cNvPr>
          <p:cNvPicPr>
            <a:picLocks noChangeAspect="1"/>
          </p:cNvPicPr>
          <p:nvPr userDrawn="1"/>
        </p:nvPicPr>
        <p:blipFill>
          <a:blip r:embed="rId3"/>
          <a:stretch>
            <a:fillRect/>
          </a:stretch>
        </p:blipFill>
        <p:spPr>
          <a:xfrm>
            <a:off x="8780205" y="2418852"/>
            <a:ext cx="2597196" cy="2043584"/>
          </a:xfrm>
          <a:prstGeom prst="rect">
            <a:avLst/>
          </a:prstGeom>
        </p:spPr>
      </p:pic>
    </p:spTree>
    <p:extLst>
      <p:ext uri="{BB962C8B-B14F-4D97-AF65-F5344CB8AC3E}">
        <p14:creationId xmlns:p14="http://schemas.microsoft.com/office/powerpoint/2010/main" val="19540818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5"/>
          <p:cNvSpPr>
            <a:spLocks noGrp="1"/>
          </p:cNvSpPr>
          <p:nvPr>
            <p:ph type="body" sz="quarter" idx="10" hasCustomPrompt="1"/>
          </p:nvPr>
        </p:nvSpPr>
        <p:spPr>
          <a:xfrm>
            <a:off x="658368" y="5716876"/>
            <a:ext cx="10941960" cy="639363"/>
          </a:xfrm>
          <a:prstGeom prst="rect">
            <a:avLst/>
          </a:prstGeom>
        </p:spPr>
        <p:txBody>
          <a:bodyPr lIns="0">
            <a:noAutofit/>
          </a:bodyPr>
          <a:lstStyle>
            <a:lvl1pPr marL="0" indent="0" algn="ctr">
              <a:buNone/>
              <a:defRPr sz="28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lvl="0"/>
            <a:r>
              <a:rPr lang="en-US" dirty="0"/>
              <a:t>Sub-topic</a:t>
            </a:r>
          </a:p>
        </p:txBody>
      </p:sp>
      <p:sp>
        <p:nvSpPr>
          <p:cNvPr id="14" name="Title 1"/>
          <p:cNvSpPr>
            <a:spLocks noGrp="1"/>
          </p:cNvSpPr>
          <p:nvPr>
            <p:ph type="ctrTitle" hasCustomPrompt="1"/>
          </p:nvPr>
        </p:nvSpPr>
        <p:spPr>
          <a:xfrm>
            <a:off x="658367" y="3902240"/>
            <a:ext cx="10941961" cy="1650381"/>
          </a:xfrm>
          <a:prstGeom prst="rect">
            <a:avLst/>
          </a:prstGeom>
          <a:ln>
            <a:noFill/>
          </a:ln>
        </p:spPr>
        <p:txBody>
          <a:bodyPr lIns="0" anchor="b">
            <a:noAutofit/>
          </a:bodyPr>
          <a:lstStyle>
            <a:lvl1pPr algn="ctr">
              <a:lnSpc>
                <a:spcPts val="5800"/>
              </a:lnSpc>
              <a:defRPr sz="6000" b="1" i="0" cap="none" baseline="0">
                <a:solidFill>
                  <a:schemeClr val="bg1"/>
                </a:solidFill>
                <a:latin typeface="Arial" charset="0"/>
                <a:ea typeface="Arial" charset="0"/>
                <a:cs typeface="Arial" charset="0"/>
              </a:defRPr>
            </a:lvl1pPr>
          </a:lstStyle>
          <a:p>
            <a:r>
              <a:rPr lang="en-US" dirty="0"/>
              <a:t>Presentation</a:t>
            </a:r>
            <a:br>
              <a:rPr lang="en-US" dirty="0"/>
            </a:br>
            <a:r>
              <a:rPr lang="en-US" dirty="0"/>
              <a:t>title</a:t>
            </a:r>
          </a:p>
        </p:txBody>
      </p:sp>
      <p:pic>
        <p:nvPicPr>
          <p:cNvPr id="2" name="Picture 1" descr="A black and white sign with white text&#10;&#10;AI-generated content may be incorrect.">
            <a:extLst>
              <a:ext uri="{FF2B5EF4-FFF2-40B4-BE49-F238E27FC236}">
                <a16:creationId xmlns:a16="http://schemas.microsoft.com/office/drawing/2014/main" id="{0B0891F9-78C8-475A-FD9D-35B9A583CEE0}"/>
              </a:ext>
            </a:extLst>
          </p:cNvPr>
          <p:cNvPicPr>
            <a:picLocks noChangeAspect="1"/>
          </p:cNvPicPr>
          <p:nvPr userDrawn="1"/>
        </p:nvPicPr>
        <p:blipFill>
          <a:blip r:embed="rId3"/>
          <a:stretch>
            <a:fillRect/>
          </a:stretch>
        </p:blipFill>
        <p:spPr>
          <a:xfrm>
            <a:off x="4830749" y="935465"/>
            <a:ext cx="2597195" cy="2020295"/>
          </a:xfrm>
          <a:prstGeom prst="rect">
            <a:avLst/>
          </a:prstGeom>
        </p:spPr>
      </p:pic>
    </p:spTree>
    <p:extLst>
      <p:ext uri="{BB962C8B-B14F-4D97-AF65-F5344CB8AC3E}">
        <p14:creationId xmlns:p14="http://schemas.microsoft.com/office/powerpoint/2010/main" val="24358312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hasCustomPrompt="1"/>
          </p:nvPr>
        </p:nvSpPr>
        <p:spPr>
          <a:xfrm>
            <a:off x="566928" y="2185416"/>
            <a:ext cx="6951472" cy="3876171"/>
          </a:xfrm>
        </p:spPr>
        <p:txBody>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BBC65A68-87F5-011F-6939-564C13C5180E}"/>
              </a:ext>
            </a:extLst>
          </p:cNvPr>
          <p:cNvSpPr>
            <a:spLocks noGrp="1"/>
          </p:cNvSpPr>
          <p:nvPr>
            <p:ph type="ftr" sz="quarter" idx="11"/>
          </p:nvPr>
        </p:nvSpPr>
        <p:spPr/>
        <p:txBody>
          <a:bodyPr/>
          <a:lstStyle/>
          <a:p>
            <a:r>
              <a:rPr lang="en-US"/>
              <a:t>Office or unit name</a:t>
            </a:r>
            <a:endParaRPr lang="en-US" dirty="0"/>
          </a:p>
        </p:txBody>
      </p:sp>
      <p:sp>
        <p:nvSpPr>
          <p:cNvPr id="13" name="Slide Number Placeholder 12">
            <a:extLst>
              <a:ext uri="{FF2B5EF4-FFF2-40B4-BE49-F238E27FC236}">
                <a16:creationId xmlns:a16="http://schemas.microsoft.com/office/drawing/2014/main" id="{FDF86769-3B09-44C5-524F-15E86390F084}"/>
              </a:ext>
            </a:extLst>
          </p:cNvPr>
          <p:cNvSpPr>
            <a:spLocks noGrp="1"/>
          </p:cNvSpPr>
          <p:nvPr>
            <p:ph type="sldNum" sz="quarter" idx="12"/>
          </p:nvPr>
        </p:nvSpPr>
        <p:spPr/>
        <p:txBody>
          <a:bodyPr/>
          <a:lstStyle/>
          <a:p>
            <a:fld id="{BAF65E9F-5E40-4D44-8234-C4D848A18724}" type="slidenum">
              <a:rPr lang="en-US" smtClean="0"/>
              <a:t>‹#›</a:t>
            </a:fld>
            <a:endParaRPr lang="en-US"/>
          </a:p>
        </p:txBody>
      </p:sp>
    </p:spTree>
    <p:extLst>
      <p:ext uri="{BB962C8B-B14F-4D97-AF65-F5344CB8AC3E}">
        <p14:creationId xmlns:p14="http://schemas.microsoft.com/office/powerpoint/2010/main" val="3912402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p:spPr>
        <p:txBody>
          <a:bodyPr/>
          <a:lstStyle/>
          <a:p>
            <a:r>
              <a:rPr lang="en-US" dirty="0"/>
              <a:t>Click to edit Master title style</a:t>
            </a:r>
          </a:p>
        </p:txBody>
      </p:sp>
      <p:sp>
        <p:nvSpPr>
          <p:cNvPr id="12" name="Footer Placeholder 11">
            <a:extLst>
              <a:ext uri="{FF2B5EF4-FFF2-40B4-BE49-F238E27FC236}">
                <a16:creationId xmlns:a16="http://schemas.microsoft.com/office/drawing/2014/main" id="{BBC65A68-87F5-011F-6939-564C13C5180E}"/>
              </a:ext>
            </a:extLst>
          </p:cNvPr>
          <p:cNvSpPr>
            <a:spLocks noGrp="1"/>
          </p:cNvSpPr>
          <p:nvPr>
            <p:ph type="ftr" sz="quarter" idx="11"/>
          </p:nvPr>
        </p:nvSpPr>
        <p:spPr/>
        <p:txBody>
          <a:bodyPr/>
          <a:lstStyle/>
          <a:p>
            <a:r>
              <a:rPr lang="en-US"/>
              <a:t>Office or unit name</a:t>
            </a:r>
            <a:endParaRPr lang="en-US" dirty="0"/>
          </a:p>
        </p:txBody>
      </p:sp>
      <p:sp>
        <p:nvSpPr>
          <p:cNvPr id="13" name="Slide Number Placeholder 12">
            <a:extLst>
              <a:ext uri="{FF2B5EF4-FFF2-40B4-BE49-F238E27FC236}">
                <a16:creationId xmlns:a16="http://schemas.microsoft.com/office/drawing/2014/main" id="{FDF86769-3B09-44C5-524F-15E86390F084}"/>
              </a:ext>
            </a:extLst>
          </p:cNvPr>
          <p:cNvSpPr>
            <a:spLocks noGrp="1"/>
          </p:cNvSpPr>
          <p:nvPr>
            <p:ph type="sldNum" sz="quarter" idx="12"/>
          </p:nvPr>
        </p:nvSpPr>
        <p:spPr/>
        <p:txBody>
          <a:bodyPr/>
          <a:lstStyle/>
          <a:p>
            <a:fld id="{BAF65E9F-5E40-4D44-8234-C4D848A18724}" type="slidenum">
              <a:rPr lang="en-US" smtClean="0"/>
              <a:t>‹#›</a:t>
            </a:fld>
            <a:endParaRPr lang="en-US"/>
          </a:p>
        </p:txBody>
      </p:sp>
      <p:sp>
        <p:nvSpPr>
          <p:cNvPr id="5" name="Picture Placeholder 4">
            <a:extLst>
              <a:ext uri="{FF2B5EF4-FFF2-40B4-BE49-F238E27FC236}">
                <a16:creationId xmlns:a16="http://schemas.microsoft.com/office/drawing/2014/main" id="{216DA3DB-8694-44A7-C2C9-9E75E06847F2}"/>
              </a:ext>
            </a:extLst>
          </p:cNvPr>
          <p:cNvSpPr>
            <a:spLocks noGrp="1"/>
          </p:cNvSpPr>
          <p:nvPr>
            <p:ph type="pic" sz="quarter" idx="13"/>
          </p:nvPr>
        </p:nvSpPr>
        <p:spPr>
          <a:xfrm>
            <a:off x="566928" y="2337014"/>
            <a:ext cx="2674937" cy="2673350"/>
          </a:xfrm>
          <a:prstGeom prst="ellipse">
            <a:avLst/>
          </a:prstGeom>
          <a:solidFill>
            <a:schemeClr val="bg1">
              <a:lumMod val="75000"/>
            </a:schemeClr>
          </a:solidFill>
        </p:spPr>
        <p:txBody>
          <a:bodyPr anchor="ctr"/>
          <a:lstStyle>
            <a:lvl1pPr algn="ctr">
              <a:defRPr/>
            </a:lvl1pPr>
          </a:lstStyle>
          <a:p>
            <a:endParaRPr lang="en-US"/>
          </a:p>
        </p:txBody>
      </p:sp>
      <p:sp>
        <p:nvSpPr>
          <p:cNvPr id="7" name="Text Placeholder 6">
            <a:extLst>
              <a:ext uri="{FF2B5EF4-FFF2-40B4-BE49-F238E27FC236}">
                <a16:creationId xmlns:a16="http://schemas.microsoft.com/office/drawing/2014/main" id="{C2FD401B-7510-9207-6C4A-1F00933BCB2E}"/>
              </a:ext>
            </a:extLst>
          </p:cNvPr>
          <p:cNvSpPr>
            <a:spLocks noGrp="1"/>
          </p:cNvSpPr>
          <p:nvPr>
            <p:ph type="body" sz="quarter" idx="14" hasCustomPrompt="1"/>
          </p:nvPr>
        </p:nvSpPr>
        <p:spPr>
          <a:xfrm>
            <a:off x="3598696" y="2337014"/>
            <a:ext cx="7460731" cy="3021370"/>
          </a:xfrm>
        </p:spPr>
        <p:txBody>
          <a:bodyPr/>
          <a:lstStyle/>
          <a:p>
            <a:pPr lvl="0"/>
            <a:r>
              <a:rPr lang="en-US" dirty="0"/>
              <a:t>Speaker information</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a:t>
            </a:r>
          </a:p>
        </p:txBody>
      </p:sp>
    </p:spTree>
    <p:extLst>
      <p:ext uri="{BB962C8B-B14F-4D97-AF65-F5344CB8AC3E}">
        <p14:creationId xmlns:p14="http://schemas.microsoft.com/office/powerpoint/2010/main" val="3184744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p:spPr>
        <p:txBody>
          <a:bodyPr/>
          <a:lstStyle/>
          <a:p>
            <a:r>
              <a:rPr lang="en-US" dirty="0"/>
              <a:t>Click to edit Master title style</a:t>
            </a:r>
          </a:p>
        </p:txBody>
      </p:sp>
      <p:sp>
        <p:nvSpPr>
          <p:cNvPr id="12" name="Footer Placeholder 11">
            <a:extLst>
              <a:ext uri="{FF2B5EF4-FFF2-40B4-BE49-F238E27FC236}">
                <a16:creationId xmlns:a16="http://schemas.microsoft.com/office/drawing/2014/main" id="{BBC65A68-87F5-011F-6939-564C13C5180E}"/>
              </a:ext>
            </a:extLst>
          </p:cNvPr>
          <p:cNvSpPr>
            <a:spLocks noGrp="1"/>
          </p:cNvSpPr>
          <p:nvPr>
            <p:ph type="ftr" sz="quarter" idx="11"/>
          </p:nvPr>
        </p:nvSpPr>
        <p:spPr/>
        <p:txBody>
          <a:bodyPr/>
          <a:lstStyle/>
          <a:p>
            <a:r>
              <a:rPr lang="en-US"/>
              <a:t>Office or unit name</a:t>
            </a:r>
            <a:endParaRPr lang="en-US" dirty="0"/>
          </a:p>
        </p:txBody>
      </p:sp>
      <p:sp>
        <p:nvSpPr>
          <p:cNvPr id="13" name="Slide Number Placeholder 12">
            <a:extLst>
              <a:ext uri="{FF2B5EF4-FFF2-40B4-BE49-F238E27FC236}">
                <a16:creationId xmlns:a16="http://schemas.microsoft.com/office/drawing/2014/main" id="{FDF86769-3B09-44C5-524F-15E86390F084}"/>
              </a:ext>
            </a:extLst>
          </p:cNvPr>
          <p:cNvSpPr>
            <a:spLocks noGrp="1"/>
          </p:cNvSpPr>
          <p:nvPr>
            <p:ph type="sldNum" sz="quarter" idx="12"/>
          </p:nvPr>
        </p:nvSpPr>
        <p:spPr/>
        <p:txBody>
          <a:bodyPr/>
          <a:lstStyle/>
          <a:p>
            <a:fld id="{BAF65E9F-5E40-4D44-8234-C4D848A18724}" type="slidenum">
              <a:rPr lang="en-US" smtClean="0"/>
              <a:t>‹#›</a:t>
            </a:fld>
            <a:endParaRPr lang="en-US"/>
          </a:p>
        </p:txBody>
      </p:sp>
      <p:sp>
        <p:nvSpPr>
          <p:cNvPr id="5" name="Picture Placeholder 4">
            <a:extLst>
              <a:ext uri="{FF2B5EF4-FFF2-40B4-BE49-F238E27FC236}">
                <a16:creationId xmlns:a16="http://schemas.microsoft.com/office/drawing/2014/main" id="{216DA3DB-8694-44A7-C2C9-9E75E06847F2}"/>
              </a:ext>
            </a:extLst>
          </p:cNvPr>
          <p:cNvSpPr>
            <a:spLocks noGrp="1"/>
          </p:cNvSpPr>
          <p:nvPr>
            <p:ph type="pic" sz="quarter" idx="13"/>
          </p:nvPr>
        </p:nvSpPr>
        <p:spPr>
          <a:xfrm>
            <a:off x="566928" y="2337014"/>
            <a:ext cx="2674937" cy="2673350"/>
          </a:xfrm>
          <a:prstGeom prst="ellipse">
            <a:avLst/>
          </a:prstGeom>
          <a:solidFill>
            <a:schemeClr val="bg1">
              <a:lumMod val="75000"/>
            </a:schemeClr>
          </a:solidFill>
        </p:spPr>
        <p:txBody>
          <a:bodyPr anchor="ctr"/>
          <a:lstStyle>
            <a:lvl1pPr algn="ctr">
              <a:defRPr/>
            </a:lvl1pPr>
          </a:lstStyle>
          <a:p>
            <a:endParaRPr lang="en-US" dirty="0"/>
          </a:p>
        </p:txBody>
      </p:sp>
      <p:sp>
        <p:nvSpPr>
          <p:cNvPr id="4" name="Text Placeholder 3">
            <a:extLst>
              <a:ext uri="{FF2B5EF4-FFF2-40B4-BE49-F238E27FC236}">
                <a16:creationId xmlns:a16="http://schemas.microsoft.com/office/drawing/2014/main" id="{3BF7939D-A64E-B8ED-49C7-8324820DEDE9}"/>
              </a:ext>
            </a:extLst>
          </p:cNvPr>
          <p:cNvSpPr>
            <a:spLocks noGrp="1"/>
          </p:cNvSpPr>
          <p:nvPr>
            <p:ph type="body" sz="quarter" idx="14" hasCustomPrompt="1"/>
          </p:nvPr>
        </p:nvSpPr>
        <p:spPr>
          <a:xfrm>
            <a:off x="566738" y="5197475"/>
            <a:ext cx="2674937" cy="490538"/>
          </a:xfrm>
        </p:spPr>
        <p:txBody>
          <a:bodyPr/>
          <a:lstStyle>
            <a:lvl1pPr>
              <a:defRPr b="1">
                <a:solidFill>
                  <a:srgbClr val="13294B"/>
                </a:solidFill>
              </a:defRPr>
            </a:lvl1pPr>
          </a:lstStyle>
          <a:p>
            <a:pPr lvl="0"/>
            <a:r>
              <a:rPr lang="en-US" dirty="0"/>
              <a:t>Speaker 1 Name</a:t>
            </a:r>
          </a:p>
        </p:txBody>
      </p:sp>
      <p:sp>
        <p:nvSpPr>
          <p:cNvPr id="6" name="Picture Placeholder 4">
            <a:extLst>
              <a:ext uri="{FF2B5EF4-FFF2-40B4-BE49-F238E27FC236}">
                <a16:creationId xmlns:a16="http://schemas.microsoft.com/office/drawing/2014/main" id="{26514C75-1040-C07A-92F4-271FDC46C673}"/>
              </a:ext>
            </a:extLst>
          </p:cNvPr>
          <p:cNvSpPr>
            <a:spLocks noGrp="1"/>
          </p:cNvSpPr>
          <p:nvPr>
            <p:ph type="pic" sz="quarter" idx="15"/>
          </p:nvPr>
        </p:nvSpPr>
        <p:spPr>
          <a:xfrm>
            <a:off x="3926145" y="2337014"/>
            <a:ext cx="2674937" cy="2673350"/>
          </a:xfrm>
          <a:prstGeom prst="ellipse">
            <a:avLst/>
          </a:prstGeom>
          <a:solidFill>
            <a:schemeClr val="bg1">
              <a:lumMod val="75000"/>
            </a:schemeClr>
          </a:solidFill>
        </p:spPr>
        <p:txBody>
          <a:bodyPr anchor="ctr"/>
          <a:lstStyle>
            <a:lvl1pPr algn="ctr">
              <a:defRPr/>
            </a:lvl1pPr>
          </a:lstStyle>
          <a:p>
            <a:endParaRPr lang="en-US" dirty="0"/>
          </a:p>
        </p:txBody>
      </p:sp>
      <p:sp>
        <p:nvSpPr>
          <p:cNvPr id="8" name="Text Placeholder 3">
            <a:extLst>
              <a:ext uri="{FF2B5EF4-FFF2-40B4-BE49-F238E27FC236}">
                <a16:creationId xmlns:a16="http://schemas.microsoft.com/office/drawing/2014/main" id="{5540DA21-0973-5AFF-7528-EE6C8C4B7829}"/>
              </a:ext>
            </a:extLst>
          </p:cNvPr>
          <p:cNvSpPr>
            <a:spLocks noGrp="1"/>
          </p:cNvSpPr>
          <p:nvPr>
            <p:ph type="body" sz="quarter" idx="16" hasCustomPrompt="1"/>
          </p:nvPr>
        </p:nvSpPr>
        <p:spPr>
          <a:xfrm>
            <a:off x="3925955" y="5197475"/>
            <a:ext cx="2674937" cy="490538"/>
          </a:xfrm>
        </p:spPr>
        <p:txBody>
          <a:bodyPr/>
          <a:lstStyle>
            <a:lvl1pPr>
              <a:defRPr b="1">
                <a:solidFill>
                  <a:srgbClr val="13294B"/>
                </a:solidFill>
              </a:defRPr>
            </a:lvl1pPr>
          </a:lstStyle>
          <a:p>
            <a:pPr lvl="0"/>
            <a:r>
              <a:rPr lang="en-US" dirty="0"/>
              <a:t>Speaker 2 Name</a:t>
            </a:r>
          </a:p>
        </p:txBody>
      </p:sp>
      <p:sp>
        <p:nvSpPr>
          <p:cNvPr id="9" name="Picture Placeholder 4">
            <a:extLst>
              <a:ext uri="{FF2B5EF4-FFF2-40B4-BE49-F238E27FC236}">
                <a16:creationId xmlns:a16="http://schemas.microsoft.com/office/drawing/2014/main" id="{F733A4E3-AE12-7D91-7730-9FDD77849B4C}"/>
              </a:ext>
            </a:extLst>
          </p:cNvPr>
          <p:cNvSpPr>
            <a:spLocks noGrp="1"/>
          </p:cNvSpPr>
          <p:nvPr>
            <p:ph type="pic" sz="quarter" idx="17"/>
          </p:nvPr>
        </p:nvSpPr>
        <p:spPr>
          <a:xfrm>
            <a:off x="7291796" y="2337014"/>
            <a:ext cx="2674937" cy="2673350"/>
          </a:xfrm>
          <a:prstGeom prst="ellipse">
            <a:avLst/>
          </a:prstGeom>
          <a:solidFill>
            <a:schemeClr val="bg1">
              <a:lumMod val="75000"/>
            </a:schemeClr>
          </a:solidFill>
        </p:spPr>
        <p:txBody>
          <a:bodyPr anchor="ctr"/>
          <a:lstStyle>
            <a:lvl1pPr algn="ctr">
              <a:defRPr/>
            </a:lvl1pPr>
          </a:lstStyle>
          <a:p>
            <a:endParaRPr lang="en-US" dirty="0"/>
          </a:p>
        </p:txBody>
      </p:sp>
      <p:sp>
        <p:nvSpPr>
          <p:cNvPr id="10" name="Text Placeholder 3">
            <a:extLst>
              <a:ext uri="{FF2B5EF4-FFF2-40B4-BE49-F238E27FC236}">
                <a16:creationId xmlns:a16="http://schemas.microsoft.com/office/drawing/2014/main" id="{063C9734-BBBE-E879-094A-B64E95F6FB52}"/>
              </a:ext>
            </a:extLst>
          </p:cNvPr>
          <p:cNvSpPr>
            <a:spLocks noGrp="1"/>
          </p:cNvSpPr>
          <p:nvPr>
            <p:ph type="body" sz="quarter" idx="18" hasCustomPrompt="1"/>
          </p:nvPr>
        </p:nvSpPr>
        <p:spPr>
          <a:xfrm>
            <a:off x="7291606" y="5197475"/>
            <a:ext cx="2674937" cy="490538"/>
          </a:xfrm>
        </p:spPr>
        <p:txBody>
          <a:bodyPr/>
          <a:lstStyle>
            <a:lvl1pPr>
              <a:defRPr b="1">
                <a:solidFill>
                  <a:srgbClr val="13294B"/>
                </a:solidFill>
              </a:defRPr>
            </a:lvl1pPr>
          </a:lstStyle>
          <a:p>
            <a:pPr lvl="0"/>
            <a:r>
              <a:rPr lang="en-US" dirty="0"/>
              <a:t>Speaker 2 Name</a:t>
            </a:r>
          </a:p>
        </p:txBody>
      </p:sp>
    </p:spTree>
    <p:extLst>
      <p:ext uri="{BB962C8B-B14F-4D97-AF65-F5344CB8AC3E}">
        <p14:creationId xmlns:p14="http://schemas.microsoft.com/office/powerpoint/2010/main" val="2468902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Doubl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2B2E-D090-724F-8681-FBE0CDA2F117}"/>
              </a:ext>
            </a:extLst>
          </p:cNvPr>
          <p:cNvSpPr>
            <a:spLocks noGrp="1"/>
          </p:cNvSpPr>
          <p:nvPr>
            <p:ph type="title"/>
          </p:nvPr>
        </p:nvSpPr>
        <p:spPr>
          <a:xfrm>
            <a:off x="566928" y="1499616"/>
            <a:ext cx="10515600" cy="5909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E559530-982F-0F4F-B296-9DB2F44D8051}"/>
              </a:ext>
            </a:extLst>
          </p:cNvPr>
          <p:cNvSpPr>
            <a:spLocks noGrp="1"/>
          </p:cNvSpPr>
          <p:nvPr>
            <p:ph sz="half" idx="1" hasCustomPrompt="1"/>
          </p:nvPr>
        </p:nvSpPr>
        <p:spPr>
          <a:xfrm>
            <a:off x="566928" y="2185416"/>
            <a:ext cx="4500372" cy="3948684"/>
          </a:xfrm>
        </p:spPr>
        <p:txBody>
          <a:bodyPr/>
          <a:lstStyle>
            <a:lvl1pPr marL="0" indent="0">
              <a:buNone/>
              <a:defRPr/>
            </a:lvl1p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90367C6-4AC8-9C47-BDFA-A5613CF90E15}"/>
              </a:ext>
            </a:extLst>
          </p:cNvPr>
          <p:cNvSpPr>
            <a:spLocks noGrp="1"/>
          </p:cNvSpPr>
          <p:nvPr>
            <p:ph sz="half" idx="2" hasCustomPrompt="1"/>
          </p:nvPr>
        </p:nvSpPr>
        <p:spPr>
          <a:xfrm>
            <a:off x="5410200" y="2185416"/>
            <a:ext cx="4498848" cy="3950208"/>
          </a:xfrm>
        </p:spPr>
        <p:txBody>
          <a:bodyPr/>
          <a:lstStyle>
            <a:lvl1pPr marL="0" indent="0">
              <a:buNone/>
              <a:defRPr/>
            </a:lvl1p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a:t>
            </a:r>
          </a:p>
        </p:txBody>
      </p:sp>
      <p:sp>
        <p:nvSpPr>
          <p:cNvPr id="10" name="Footer Placeholder 9">
            <a:extLst>
              <a:ext uri="{FF2B5EF4-FFF2-40B4-BE49-F238E27FC236}">
                <a16:creationId xmlns:a16="http://schemas.microsoft.com/office/drawing/2014/main" id="{1C961090-4BBA-E015-731F-EDD04A1E4369}"/>
              </a:ext>
            </a:extLst>
          </p:cNvPr>
          <p:cNvSpPr>
            <a:spLocks noGrp="1"/>
          </p:cNvSpPr>
          <p:nvPr>
            <p:ph type="ftr" sz="quarter" idx="10"/>
          </p:nvPr>
        </p:nvSpPr>
        <p:spPr/>
        <p:txBody>
          <a:bodyPr/>
          <a:lstStyle/>
          <a:p>
            <a:r>
              <a:rPr lang="en-US"/>
              <a:t>Office or unit name</a:t>
            </a:r>
            <a:endParaRPr lang="en-US" dirty="0"/>
          </a:p>
        </p:txBody>
      </p:sp>
      <p:sp>
        <p:nvSpPr>
          <p:cNvPr id="11" name="Slide Number Placeholder 10">
            <a:extLst>
              <a:ext uri="{FF2B5EF4-FFF2-40B4-BE49-F238E27FC236}">
                <a16:creationId xmlns:a16="http://schemas.microsoft.com/office/drawing/2014/main" id="{0C487424-4868-8C8E-24DD-12C7DDCB1F87}"/>
              </a:ext>
            </a:extLst>
          </p:cNvPr>
          <p:cNvSpPr>
            <a:spLocks noGrp="1"/>
          </p:cNvSpPr>
          <p:nvPr>
            <p:ph type="sldNum" sz="quarter" idx="11"/>
          </p:nvPr>
        </p:nvSpPr>
        <p:spPr/>
        <p:txBody>
          <a:bodyPr/>
          <a:lstStyle/>
          <a:p>
            <a:fld id="{BAF65E9F-5E40-4D44-8234-C4D848A18724}" type="slidenum">
              <a:rPr lang="en-US" smtClean="0"/>
              <a:t>‹#›</a:t>
            </a:fld>
            <a:endParaRPr lang="en-US"/>
          </a:p>
        </p:txBody>
      </p:sp>
    </p:spTree>
    <p:extLst>
      <p:ext uri="{BB962C8B-B14F-4D97-AF65-F5344CB8AC3E}">
        <p14:creationId xmlns:p14="http://schemas.microsoft.com/office/powerpoint/2010/main" val="1499462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C5C1-32E2-374C-809B-D54BEC11EB3F}"/>
              </a:ext>
            </a:extLst>
          </p:cNvPr>
          <p:cNvSpPr>
            <a:spLocks noGrp="1"/>
          </p:cNvSpPr>
          <p:nvPr>
            <p:ph type="title"/>
          </p:nvPr>
        </p:nvSpPr>
        <p:spPr>
          <a:xfrm>
            <a:off x="566928" y="1499616"/>
            <a:ext cx="10515600" cy="590931"/>
          </a:xfrm>
        </p:spPr>
        <p:txBody>
          <a:bodyPr>
            <a:spAutoFit/>
          </a:bodyPr>
          <a:lstStyle/>
          <a:p>
            <a:r>
              <a:rPr lang="en-US" dirty="0"/>
              <a:t>Click to edit Master title style</a:t>
            </a:r>
          </a:p>
        </p:txBody>
      </p:sp>
      <p:sp>
        <p:nvSpPr>
          <p:cNvPr id="3" name="Text Placeholder 2">
            <a:extLst>
              <a:ext uri="{FF2B5EF4-FFF2-40B4-BE49-F238E27FC236}">
                <a16:creationId xmlns:a16="http://schemas.microsoft.com/office/drawing/2014/main" id="{9798817A-73B4-F340-8D0E-FB813E55F799}"/>
              </a:ext>
            </a:extLst>
          </p:cNvPr>
          <p:cNvSpPr>
            <a:spLocks noGrp="1"/>
          </p:cNvSpPr>
          <p:nvPr>
            <p:ph type="body" idx="1" hasCustomPrompt="1"/>
          </p:nvPr>
        </p:nvSpPr>
        <p:spPr>
          <a:xfrm>
            <a:off x="566928" y="2185416"/>
            <a:ext cx="5138928" cy="393192"/>
          </a:xfrm>
        </p:spPr>
        <p:txBody>
          <a:bodyPr anchor="t" anchorCtr="0">
            <a:spAutoFit/>
          </a:bodyPr>
          <a:lstStyle>
            <a:lvl1pPr marL="0" indent="0">
              <a:buNone/>
              <a:defRPr sz="1600" b="1" cap="all" baseline="0">
                <a:solidFill>
                  <a:srgbClr val="13294B"/>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B5126641-0094-3D49-865E-3DB9ECAC43C4}"/>
              </a:ext>
            </a:extLst>
          </p:cNvPr>
          <p:cNvSpPr>
            <a:spLocks noGrp="1"/>
          </p:cNvSpPr>
          <p:nvPr>
            <p:ph sz="half" idx="2" hasCustomPrompt="1"/>
          </p:nvPr>
        </p:nvSpPr>
        <p:spPr>
          <a:xfrm>
            <a:off x="566928" y="2593340"/>
            <a:ext cx="5140515" cy="3535744"/>
          </a:xfrm>
        </p:spPr>
        <p:txBody>
          <a:bodyPr/>
          <a:lstStyle>
            <a:lvl1pPr marL="0" indent="0">
              <a:buClr>
                <a:srgbClr val="FF5F05"/>
              </a:buClr>
              <a:buSzPct val="120000"/>
              <a:buFont typeface="Arial" panose="020B0604020202020204" pitchFamily="34" charset="0"/>
              <a:buNone/>
              <a:defRPr/>
            </a:lvl1pPr>
            <a:lvl2pPr>
              <a:buClr>
                <a:srgbClr val="FF5F05"/>
              </a:buClr>
              <a:defRPr/>
            </a:lvl2pPr>
            <a:lvl3pPr>
              <a:buClr>
                <a:srgbClr val="FF5F05"/>
              </a:buClr>
              <a:defRPr/>
            </a:lvl3pPr>
            <a:lvl4pPr>
              <a:buClr>
                <a:srgbClr val="FF5F05"/>
              </a:buClr>
              <a:defRPr/>
            </a:lvl4pPr>
            <a:lvl5pPr>
              <a:buClr>
                <a:srgbClr val="FF5F05"/>
              </a:buClr>
              <a:defRPr/>
            </a:lvl5p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6E11705-25F9-194A-9D2F-C9FEEA3A5744}"/>
              </a:ext>
            </a:extLst>
          </p:cNvPr>
          <p:cNvSpPr>
            <a:spLocks noGrp="1"/>
          </p:cNvSpPr>
          <p:nvPr>
            <p:ph type="body" sz="quarter" idx="3" hasCustomPrompt="1"/>
          </p:nvPr>
        </p:nvSpPr>
        <p:spPr>
          <a:xfrm>
            <a:off x="6172200" y="2185416"/>
            <a:ext cx="5138928" cy="379078"/>
          </a:xfrm>
        </p:spPr>
        <p:txBody>
          <a:bodyPr anchor="t" anchorCtr="0">
            <a:spAutoFit/>
          </a:bodyPr>
          <a:lstStyle>
            <a:lvl1pPr marL="0" indent="0">
              <a:buNone/>
              <a:defRPr sz="1600" b="1" cap="all" baseline="0">
                <a:solidFill>
                  <a:srgbClr val="13294B"/>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id="{7D978716-6004-6344-B5D2-C780B062C9CF}"/>
              </a:ext>
            </a:extLst>
          </p:cNvPr>
          <p:cNvSpPr>
            <a:spLocks noGrp="1"/>
          </p:cNvSpPr>
          <p:nvPr>
            <p:ph sz="quarter" idx="4" hasCustomPrompt="1"/>
          </p:nvPr>
        </p:nvSpPr>
        <p:spPr>
          <a:xfrm>
            <a:off x="6172200" y="2590800"/>
            <a:ext cx="5138928" cy="3538728"/>
          </a:xfrm>
        </p:spPr>
        <p:txBody>
          <a:bodyPr/>
          <a:lstStyle>
            <a:lvl1pPr marL="0" indent="0">
              <a:buClr>
                <a:srgbClr val="FF5F05"/>
              </a:buClr>
              <a:buSzPct val="120000"/>
              <a:buFont typeface="Arial" panose="020B0604020202020204" pitchFamily="34" charset="0"/>
              <a:buNone/>
              <a:defRPr/>
            </a:lvl1pPr>
            <a:lvl2pPr>
              <a:buClr>
                <a:srgbClr val="FF5F05"/>
              </a:buClr>
              <a:defRPr/>
            </a:lvl2pPr>
            <a:lvl3pPr>
              <a:buClr>
                <a:srgbClr val="FF5F05"/>
              </a:buClr>
              <a:defRPr/>
            </a:lvl3pPr>
            <a:lvl4pPr>
              <a:buClr>
                <a:srgbClr val="FF5F05"/>
              </a:buClr>
              <a:defRPr/>
            </a:lvl4pPr>
            <a:lvl5pPr>
              <a:buClr>
                <a:srgbClr val="FF5F05"/>
              </a:buClr>
              <a:defRPr/>
            </a:lvl5p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BF1C0333-8E57-3AA9-DCDE-75491A27A5B0}"/>
              </a:ext>
            </a:extLst>
          </p:cNvPr>
          <p:cNvSpPr>
            <a:spLocks noGrp="1"/>
          </p:cNvSpPr>
          <p:nvPr>
            <p:ph type="ftr" sz="quarter" idx="10"/>
          </p:nvPr>
        </p:nvSpPr>
        <p:spPr/>
        <p:txBody>
          <a:bodyPr/>
          <a:lstStyle/>
          <a:p>
            <a:r>
              <a:rPr lang="en-US"/>
              <a:t>Office or unit name</a:t>
            </a:r>
            <a:endParaRPr lang="en-US" dirty="0"/>
          </a:p>
        </p:txBody>
      </p:sp>
      <p:sp>
        <p:nvSpPr>
          <p:cNvPr id="13" name="Slide Number Placeholder 12">
            <a:extLst>
              <a:ext uri="{FF2B5EF4-FFF2-40B4-BE49-F238E27FC236}">
                <a16:creationId xmlns:a16="http://schemas.microsoft.com/office/drawing/2014/main" id="{34A15086-ED3D-F32F-3957-A3454CC627F8}"/>
              </a:ext>
            </a:extLst>
          </p:cNvPr>
          <p:cNvSpPr>
            <a:spLocks noGrp="1"/>
          </p:cNvSpPr>
          <p:nvPr>
            <p:ph type="sldNum" sz="quarter" idx="11"/>
          </p:nvPr>
        </p:nvSpPr>
        <p:spPr/>
        <p:txBody>
          <a:bodyPr/>
          <a:lstStyle/>
          <a:p>
            <a:fld id="{BAF65E9F-5E40-4D44-8234-C4D848A18724}" type="slidenum">
              <a:rPr lang="en-US" smtClean="0"/>
              <a:t>‹#›</a:t>
            </a:fld>
            <a:endParaRPr lang="en-US"/>
          </a:p>
        </p:txBody>
      </p:sp>
    </p:spTree>
    <p:extLst>
      <p:ext uri="{BB962C8B-B14F-4D97-AF65-F5344CB8AC3E}">
        <p14:creationId xmlns:p14="http://schemas.microsoft.com/office/powerpoint/2010/main" val="37484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A2439-3BDA-DB47-AA02-5590274D40F8}"/>
              </a:ext>
            </a:extLst>
          </p:cNvPr>
          <p:cNvSpPr>
            <a:spLocks noGrp="1"/>
          </p:cNvSpPr>
          <p:nvPr>
            <p:ph type="title"/>
          </p:nvPr>
        </p:nvSpPr>
        <p:spPr/>
        <p:txBody>
          <a:bodyPr>
            <a:spAutoFit/>
          </a:bodyPr>
          <a:lstStyle/>
          <a:p>
            <a:r>
              <a:rPr lang="en-US" dirty="0"/>
              <a:t>Click to edit Master title style</a:t>
            </a:r>
          </a:p>
        </p:txBody>
      </p:sp>
      <p:sp>
        <p:nvSpPr>
          <p:cNvPr id="8" name="Footer Placeholder 7">
            <a:extLst>
              <a:ext uri="{FF2B5EF4-FFF2-40B4-BE49-F238E27FC236}">
                <a16:creationId xmlns:a16="http://schemas.microsoft.com/office/drawing/2014/main" id="{0B56FD49-33C2-8BF7-86DA-D3F78A0BCE60}"/>
              </a:ext>
            </a:extLst>
          </p:cNvPr>
          <p:cNvSpPr>
            <a:spLocks noGrp="1"/>
          </p:cNvSpPr>
          <p:nvPr>
            <p:ph type="ftr" sz="quarter" idx="10"/>
          </p:nvPr>
        </p:nvSpPr>
        <p:spPr/>
        <p:txBody>
          <a:bodyPr/>
          <a:lstStyle/>
          <a:p>
            <a:r>
              <a:rPr lang="en-US"/>
              <a:t>Office or unit name</a:t>
            </a:r>
            <a:endParaRPr lang="en-US" dirty="0"/>
          </a:p>
        </p:txBody>
      </p:sp>
      <p:sp>
        <p:nvSpPr>
          <p:cNvPr id="9" name="Slide Number Placeholder 8">
            <a:extLst>
              <a:ext uri="{FF2B5EF4-FFF2-40B4-BE49-F238E27FC236}">
                <a16:creationId xmlns:a16="http://schemas.microsoft.com/office/drawing/2014/main" id="{F2F54ADC-407E-86C8-BF02-488001CC589A}"/>
              </a:ext>
            </a:extLst>
          </p:cNvPr>
          <p:cNvSpPr>
            <a:spLocks noGrp="1"/>
          </p:cNvSpPr>
          <p:nvPr>
            <p:ph type="sldNum" sz="quarter" idx="11"/>
          </p:nvPr>
        </p:nvSpPr>
        <p:spPr/>
        <p:txBody>
          <a:bodyPr/>
          <a:lstStyle/>
          <a:p>
            <a:fld id="{BAF65E9F-5E40-4D44-8234-C4D848A18724}" type="slidenum">
              <a:rPr lang="en-US" smtClean="0"/>
              <a:t>‹#›</a:t>
            </a:fld>
            <a:endParaRPr lang="en-US"/>
          </a:p>
        </p:txBody>
      </p:sp>
    </p:spTree>
    <p:extLst>
      <p:ext uri="{BB962C8B-B14F-4D97-AF65-F5344CB8AC3E}">
        <p14:creationId xmlns:p14="http://schemas.microsoft.com/office/powerpoint/2010/main" val="1209253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A2439-3BDA-DB47-AA02-5590274D40F8}"/>
              </a:ext>
            </a:extLst>
          </p:cNvPr>
          <p:cNvSpPr>
            <a:spLocks noGrp="1"/>
          </p:cNvSpPr>
          <p:nvPr>
            <p:ph type="title"/>
          </p:nvPr>
        </p:nvSpPr>
        <p:spPr>
          <a:xfrm>
            <a:off x="566928" y="932946"/>
            <a:ext cx="11037884" cy="590931"/>
          </a:xfrm>
        </p:spPr>
        <p:txBody>
          <a:bodyPr>
            <a:spAutoFit/>
          </a:bodyPr>
          <a:lstStyle/>
          <a:p>
            <a:r>
              <a:rPr lang="en-US" dirty="0"/>
              <a:t>Click to edit Master title style</a:t>
            </a:r>
          </a:p>
        </p:txBody>
      </p:sp>
      <p:sp>
        <p:nvSpPr>
          <p:cNvPr id="8" name="Footer Placeholder 7">
            <a:extLst>
              <a:ext uri="{FF2B5EF4-FFF2-40B4-BE49-F238E27FC236}">
                <a16:creationId xmlns:a16="http://schemas.microsoft.com/office/drawing/2014/main" id="{0B56FD49-33C2-8BF7-86DA-D3F78A0BCE60}"/>
              </a:ext>
            </a:extLst>
          </p:cNvPr>
          <p:cNvSpPr>
            <a:spLocks noGrp="1"/>
          </p:cNvSpPr>
          <p:nvPr>
            <p:ph type="ftr" sz="quarter" idx="10"/>
          </p:nvPr>
        </p:nvSpPr>
        <p:spPr/>
        <p:txBody>
          <a:bodyPr/>
          <a:lstStyle/>
          <a:p>
            <a:r>
              <a:rPr lang="en-US"/>
              <a:t>Office or unit name</a:t>
            </a:r>
            <a:endParaRPr lang="en-US" dirty="0"/>
          </a:p>
        </p:txBody>
      </p:sp>
      <p:sp>
        <p:nvSpPr>
          <p:cNvPr id="9" name="Slide Number Placeholder 8">
            <a:extLst>
              <a:ext uri="{FF2B5EF4-FFF2-40B4-BE49-F238E27FC236}">
                <a16:creationId xmlns:a16="http://schemas.microsoft.com/office/drawing/2014/main" id="{F2F54ADC-407E-86C8-BF02-488001CC589A}"/>
              </a:ext>
            </a:extLst>
          </p:cNvPr>
          <p:cNvSpPr>
            <a:spLocks noGrp="1"/>
          </p:cNvSpPr>
          <p:nvPr>
            <p:ph type="sldNum" sz="quarter" idx="11"/>
          </p:nvPr>
        </p:nvSpPr>
        <p:spPr/>
        <p:txBody>
          <a:bodyPr/>
          <a:lstStyle/>
          <a:p>
            <a:fld id="{BAF65E9F-5E40-4D44-8234-C4D848A18724}" type="slidenum">
              <a:rPr lang="en-US" smtClean="0"/>
              <a:t>‹#›</a:t>
            </a:fld>
            <a:endParaRPr lang="en-US"/>
          </a:p>
        </p:txBody>
      </p:sp>
      <p:sp>
        <p:nvSpPr>
          <p:cNvPr id="12" name="Text Placeholder 11">
            <a:extLst>
              <a:ext uri="{FF2B5EF4-FFF2-40B4-BE49-F238E27FC236}">
                <a16:creationId xmlns:a16="http://schemas.microsoft.com/office/drawing/2014/main" id="{91A8E880-86DA-938C-6A3F-BDC3E4B4742B}"/>
              </a:ext>
            </a:extLst>
          </p:cNvPr>
          <p:cNvSpPr>
            <a:spLocks noGrp="1"/>
          </p:cNvSpPr>
          <p:nvPr>
            <p:ph type="body" sz="quarter" idx="14" hasCustomPrompt="1"/>
          </p:nvPr>
        </p:nvSpPr>
        <p:spPr>
          <a:xfrm>
            <a:off x="2632264" y="1770116"/>
            <a:ext cx="6907212" cy="3021598"/>
          </a:xfrm>
        </p:spPr>
        <p:txBody>
          <a:bodyPr anchor="ctr">
            <a:normAutofit/>
          </a:bodyPr>
          <a:lstStyle>
            <a:lvl1pPr algn="ctr">
              <a:defRPr sz="2400" b="0" i="1"/>
            </a:lvl1pPr>
            <a:lvl2pPr marL="502920" indent="0" algn="ctr">
              <a:buNone/>
              <a:defRPr/>
            </a:lvl2pPr>
            <a:lvl3pPr algn="ctr">
              <a:defRPr/>
            </a:lvl3pPr>
            <a:lvl4pPr algn="ctr">
              <a:defRPr/>
            </a:lvl4pPr>
            <a:lvl5pPr algn="ctr">
              <a:defRPr/>
            </a:lvl5pPr>
          </a:lstStyle>
          <a:p>
            <a:pPr lvl="0"/>
            <a:r>
              <a:rPr lang="en-US" dirty="0"/>
              <a:t>Quote Block</a:t>
            </a: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p:txBody>
      </p:sp>
      <p:sp>
        <p:nvSpPr>
          <p:cNvPr id="14" name="TextBox 13">
            <a:extLst>
              <a:ext uri="{FF2B5EF4-FFF2-40B4-BE49-F238E27FC236}">
                <a16:creationId xmlns:a16="http://schemas.microsoft.com/office/drawing/2014/main" id="{72FF6010-9909-E8DA-CD29-D470F4E0E151}"/>
              </a:ext>
            </a:extLst>
          </p:cNvPr>
          <p:cNvSpPr txBox="1"/>
          <p:nvPr userDrawn="1"/>
        </p:nvSpPr>
        <p:spPr>
          <a:xfrm>
            <a:off x="1958290" y="1336743"/>
            <a:ext cx="782012" cy="1862048"/>
          </a:xfrm>
          <a:prstGeom prst="rect">
            <a:avLst/>
          </a:prstGeom>
          <a:noFill/>
        </p:spPr>
        <p:txBody>
          <a:bodyPr wrap="square" anchor="ctr">
            <a:spAutoFit/>
          </a:bodyPr>
          <a:lstStyle/>
          <a:p>
            <a:pPr algn="ctr"/>
            <a:r>
              <a:rPr lang="en" sz="11500" b="1" dirty="0">
                <a:solidFill>
                  <a:srgbClr val="FF552E"/>
                </a:solidFill>
                <a:latin typeface="Arial" panose="020B0604020202020204" pitchFamily="34" charset="0"/>
                <a:ea typeface="Verdana" panose="020B0604030504040204" pitchFamily="34" charset="0"/>
                <a:cs typeface="Arial" panose="020B0604020202020204" pitchFamily="34" charset="0"/>
              </a:rPr>
              <a:t>“</a:t>
            </a:r>
            <a:endParaRPr lang="en-US" sz="11500" dirty="0"/>
          </a:p>
        </p:txBody>
      </p:sp>
      <p:sp>
        <p:nvSpPr>
          <p:cNvPr id="15" name="TextBox 14">
            <a:extLst>
              <a:ext uri="{FF2B5EF4-FFF2-40B4-BE49-F238E27FC236}">
                <a16:creationId xmlns:a16="http://schemas.microsoft.com/office/drawing/2014/main" id="{A93C8120-DD7F-F409-FCF9-E133E6D19B11}"/>
              </a:ext>
            </a:extLst>
          </p:cNvPr>
          <p:cNvSpPr txBox="1"/>
          <p:nvPr userDrawn="1"/>
        </p:nvSpPr>
        <p:spPr>
          <a:xfrm rot="10800000">
            <a:off x="9438549" y="3337289"/>
            <a:ext cx="782012" cy="1862048"/>
          </a:xfrm>
          <a:prstGeom prst="rect">
            <a:avLst/>
          </a:prstGeom>
          <a:noFill/>
        </p:spPr>
        <p:txBody>
          <a:bodyPr wrap="square" anchor="ctr">
            <a:spAutoFit/>
          </a:bodyPr>
          <a:lstStyle/>
          <a:p>
            <a:pPr algn="ctr"/>
            <a:r>
              <a:rPr lang="en" sz="11500" b="1" dirty="0">
                <a:solidFill>
                  <a:srgbClr val="FF552E"/>
                </a:solidFill>
                <a:latin typeface="Arial" panose="020B0604020202020204" pitchFamily="34" charset="0"/>
                <a:ea typeface="Verdana" panose="020B0604030504040204" pitchFamily="34" charset="0"/>
                <a:cs typeface="Arial" panose="020B0604020202020204" pitchFamily="34" charset="0"/>
              </a:rPr>
              <a:t>“</a:t>
            </a:r>
            <a:endParaRPr lang="en-US" sz="11500" dirty="0"/>
          </a:p>
        </p:txBody>
      </p:sp>
      <p:sp>
        <p:nvSpPr>
          <p:cNvPr id="17" name="Text Placeholder 16">
            <a:extLst>
              <a:ext uri="{FF2B5EF4-FFF2-40B4-BE49-F238E27FC236}">
                <a16:creationId xmlns:a16="http://schemas.microsoft.com/office/drawing/2014/main" id="{AC5F68A5-F134-90F4-666E-E7D85B5E7609}"/>
              </a:ext>
            </a:extLst>
          </p:cNvPr>
          <p:cNvSpPr>
            <a:spLocks noGrp="1"/>
          </p:cNvSpPr>
          <p:nvPr>
            <p:ph type="body" sz="quarter" idx="15" hasCustomPrompt="1"/>
          </p:nvPr>
        </p:nvSpPr>
        <p:spPr>
          <a:xfrm>
            <a:off x="3942745" y="5086703"/>
            <a:ext cx="4286250" cy="407987"/>
          </a:xfrm>
        </p:spPr>
        <p:txBody>
          <a:bodyPr anchor="ctr">
            <a:noAutofit/>
          </a:bodyPr>
          <a:lstStyle>
            <a:lvl1pPr algn="ctr">
              <a:defRPr sz="2000"/>
            </a:lvl1pPr>
          </a:lstStyle>
          <a:p>
            <a:pPr lvl="0"/>
            <a:r>
              <a:rPr lang="en-US" dirty="0"/>
              <a:t>Quote Attribution</a:t>
            </a:r>
          </a:p>
        </p:txBody>
      </p:sp>
      <p:sp>
        <p:nvSpPr>
          <p:cNvPr id="18" name="Rectangle 17">
            <a:extLst>
              <a:ext uri="{FF2B5EF4-FFF2-40B4-BE49-F238E27FC236}">
                <a16:creationId xmlns:a16="http://schemas.microsoft.com/office/drawing/2014/main" id="{49AE0031-6DA8-9BBE-4551-06EC4A148DBF}"/>
              </a:ext>
            </a:extLst>
          </p:cNvPr>
          <p:cNvSpPr/>
          <p:nvPr userDrawn="1"/>
        </p:nvSpPr>
        <p:spPr>
          <a:xfrm>
            <a:off x="5807075" y="4918714"/>
            <a:ext cx="577850" cy="83566"/>
          </a:xfrm>
          <a:prstGeom prst="rect">
            <a:avLst/>
          </a:prstGeom>
          <a:solidFill>
            <a:srgbClr val="FF5F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1748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ntent and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5002598"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hasCustomPrompt="1"/>
          </p:nvPr>
        </p:nvSpPr>
        <p:spPr>
          <a:xfrm>
            <a:off x="566927" y="2185416"/>
            <a:ext cx="5002599" cy="3597867"/>
          </a:xfrm>
        </p:spPr>
        <p:txBody>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Footer Placeholder 17">
            <a:extLst>
              <a:ext uri="{FF2B5EF4-FFF2-40B4-BE49-F238E27FC236}">
                <a16:creationId xmlns:a16="http://schemas.microsoft.com/office/drawing/2014/main" id="{E97309F3-74AF-252A-0DD6-7FCCFD8EAFDA}"/>
              </a:ext>
            </a:extLst>
          </p:cNvPr>
          <p:cNvSpPr>
            <a:spLocks noGrp="1"/>
          </p:cNvSpPr>
          <p:nvPr>
            <p:ph type="ftr" sz="quarter" idx="23"/>
          </p:nvPr>
        </p:nvSpPr>
        <p:spPr/>
        <p:txBody>
          <a:bodyPr/>
          <a:lstStyle/>
          <a:p>
            <a:r>
              <a:rPr lang="en-US"/>
              <a:t>Office or unit name</a:t>
            </a:r>
            <a:endParaRPr lang="en-US" dirty="0"/>
          </a:p>
        </p:txBody>
      </p:sp>
      <p:sp>
        <p:nvSpPr>
          <p:cNvPr id="19" name="Slide Number Placeholder 18">
            <a:extLst>
              <a:ext uri="{FF2B5EF4-FFF2-40B4-BE49-F238E27FC236}">
                <a16:creationId xmlns:a16="http://schemas.microsoft.com/office/drawing/2014/main" id="{B5C5C905-1363-CB7F-9ECC-3A39DC2A853F}"/>
              </a:ext>
            </a:extLst>
          </p:cNvPr>
          <p:cNvSpPr>
            <a:spLocks noGrp="1"/>
          </p:cNvSpPr>
          <p:nvPr>
            <p:ph type="sldNum" sz="quarter" idx="24"/>
          </p:nvPr>
        </p:nvSpPr>
        <p:spPr>
          <a:noFill/>
        </p:spPr>
        <p:txBody>
          <a:bodyPr/>
          <a:lstStyle>
            <a:lvl1pPr>
              <a:defRPr>
                <a:solidFill>
                  <a:schemeClr val="bg1"/>
                </a:solidFill>
              </a:defRPr>
            </a:lvl1pPr>
          </a:lstStyle>
          <a:p>
            <a:fld id="{BAF65E9F-5E40-4D44-8234-C4D848A18724}" type="slidenum">
              <a:rPr lang="en-US" smtClean="0"/>
              <a:pPr/>
              <a:t>‹#›</a:t>
            </a:fld>
            <a:endParaRPr lang="en-US"/>
          </a:p>
        </p:txBody>
      </p:sp>
    </p:spTree>
    <p:extLst>
      <p:ext uri="{BB962C8B-B14F-4D97-AF65-F5344CB8AC3E}">
        <p14:creationId xmlns:p14="http://schemas.microsoft.com/office/powerpoint/2010/main" val="3702308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ntent and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hasCustomPrompt="1"/>
          </p:nvPr>
        </p:nvSpPr>
        <p:spPr>
          <a:xfrm>
            <a:off x="566928" y="1499616"/>
            <a:ext cx="5002598" cy="590931"/>
          </a:xfrm>
        </p:spPr>
        <p:txBody>
          <a:bodyPr/>
          <a:lstStyle>
            <a:lvl1pPr>
              <a:defRPr/>
            </a:lvl1pPr>
          </a:lstStyle>
          <a:p>
            <a:r>
              <a:rPr lang="en-US" dirty="0"/>
              <a:t>Click to edit (custom)</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hasCustomPrompt="1"/>
          </p:nvPr>
        </p:nvSpPr>
        <p:spPr>
          <a:xfrm>
            <a:off x="566927" y="2185416"/>
            <a:ext cx="5002599" cy="3502865"/>
          </a:xfrm>
        </p:spPr>
        <p:txBody>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Picture Placeholder 14">
            <a:extLst>
              <a:ext uri="{FF2B5EF4-FFF2-40B4-BE49-F238E27FC236}">
                <a16:creationId xmlns:a16="http://schemas.microsoft.com/office/drawing/2014/main" id="{E8327CCF-CC89-7D38-F98E-C5D8A88A080E}"/>
              </a:ext>
            </a:extLst>
          </p:cNvPr>
          <p:cNvSpPr>
            <a:spLocks noGrp="1"/>
          </p:cNvSpPr>
          <p:nvPr>
            <p:ph type="pic" sz="quarter" idx="22"/>
          </p:nvPr>
        </p:nvSpPr>
        <p:spPr>
          <a:xfrm flipH="1">
            <a:off x="6096000" y="1"/>
            <a:ext cx="6096000" cy="6858000"/>
          </a:xfrm>
          <a:prstGeom prst="round1Rect">
            <a:avLst>
              <a:gd name="adj" fmla="val 0"/>
            </a:avLst>
          </a:prstGeom>
          <a:solidFill>
            <a:schemeClr val="bg1">
              <a:lumMod val="75000"/>
            </a:schemeClr>
          </a:solidFill>
        </p:spPr>
        <p:txBody>
          <a:bodyPr anchor="ctr"/>
          <a:lstStyle>
            <a:lvl1pPr marL="0" indent="0" algn="ctr">
              <a:buNone/>
              <a:defRPr/>
            </a:lvl1pPr>
          </a:lstStyle>
          <a:p>
            <a:endParaRPr lang="en-US" dirty="0"/>
          </a:p>
        </p:txBody>
      </p:sp>
      <p:sp>
        <p:nvSpPr>
          <p:cNvPr id="5" name="Footer Placeholder 4">
            <a:extLst>
              <a:ext uri="{FF2B5EF4-FFF2-40B4-BE49-F238E27FC236}">
                <a16:creationId xmlns:a16="http://schemas.microsoft.com/office/drawing/2014/main" id="{A93525A3-5FE7-A463-5E55-73A56B719640}"/>
              </a:ext>
            </a:extLst>
          </p:cNvPr>
          <p:cNvSpPr>
            <a:spLocks noGrp="1"/>
          </p:cNvSpPr>
          <p:nvPr>
            <p:ph type="ftr" sz="quarter" idx="23"/>
          </p:nvPr>
        </p:nvSpPr>
        <p:spPr/>
        <p:txBody>
          <a:bodyPr/>
          <a:lstStyle/>
          <a:p>
            <a:r>
              <a:rPr lang="en-US"/>
              <a:t>Office or unit name</a:t>
            </a:r>
            <a:endParaRPr lang="en-US" dirty="0"/>
          </a:p>
        </p:txBody>
      </p:sp>
      <p:sp>
        <p:nvSpPr>
          <p:cNvPr id="6" name="Slide Number Placeholder 5">
            <a:extLst>
              <a:ext uri="{FF2B5EF4-FFF2-40B4-BE49-F238E27FC236}">
                <a16:creationId xmlns:a16="http://schemas.microsoft.com/office/drawing/2014/main" id="{AEEA7223-1327-D9D0-49C7-C84344680B92}"/>
              </a:ext>
            </a:extLst>
          </p:cNvPr>
          <p:cNvSpPr>
            <a:spLocks noGrp="1"/>
          </p:cNvSpPr>
          <p:nvPr>
            <p:ph type="sldNum" sz="quarter" idx="24"/>
          </p:nvPr>
        </p:nvSpPr>
        <p:spPr>
          <a:noFill/>
        </p:spPr>
        <p:txBody>
          <a:bodyPr/>
          <a:lstStyle>
            <a:lvl1pPr>
              <a:defRPr>
                <a:solidFill>
                  <a:schemeClr val="bg1"/>
                </a:solidFill>
              </a:defRPr>
            </a:lvl1pPr>
          </a:lstStyle>
          <a:p>
            <a:fld id="{BAF65E9F-5E40-4D44-8234-C4D848A18724}" type="slidenum">
              <a:rPr lang="en-US" smtClean="0"/>
              <a:pPr/>
              <a:t>‹#›</a:t>
            </a:fld>
            <a:endParaRPr lang="en-US" dirty="0"/>
          </a:p>
        </p:txBody>
      </p:sp>
    </p:spTree>
    <p:extLst>
      <p:ext uri="{BB962C8B-B14F-4D97-AF65-F5344CB8AC3E}">
        <p14:creationId xmlns:p14="http://schemas.microsoft.com/office/powerpoint/2010/main" val="34558550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and Photo">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7FA52CB-2C05-6E64-7497-E2C9282AD2A8}"/>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6096000" y="-1"/>
            <a:ext cx="6096000" cy="6858000"/>
          </a:xfrm>
          <a:prstGeom prst="rect">
            <a:avLst/>
          </a:prstGeom>
        </p:spPr>
      </p:pic>
      <p:sp>
        <p:nvSpPr>
          <p:cNvPr id="2" name="Title 1">
            <a:extLst>
              <a:ext uri="{FF2B5EF4-FFF2-40B4-BE49-F238E27FC236}">
                <a16:creationId xmlns:a16="http://schemas.microsoft.com/office/drawing/2014/main" id="{6D82049F-7F34-5D48-8F72-755B85F3E737}"/>
              </a:ext>
            </a:extLst>
          </p:cNvPr>
          <p:cNvSpPr>
            <a:spLocks noGrp="1"/>
          </p:cNvSpPr>
          <p:nvPr>
            <p:ph type="title" hasCustomPrompt="1"/>
          </p:nvPr>
        </p:nvSpPr>
        <p:spPr>
          <a:xfrm>
            <a:off x="566928" y="1499616"/>
            <a:ext cx="5002598" cy="590931"/>
          </a:xfrm>
        </p:spPr>
        <p:txBody>
          <a:bodyPr/>
          <a:lstStyle>
            <a:lvl1pPr>
              <a:defRPr/>
            </a:lvl1pPr>
          </a:lstStyle>
          <a:p>
            <a:r>
              <a:rPr lang="en-US" dirty="0"/>
              <a:t>Click to edit (option 1)</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hasCustomPrompt="1"/>
          </p:nvPr>
        </p:nvSpPr>
        <p:spPr>
          <a:xfrm>
            <a:off x="566927" y="2185416"/>
            <a:ext cx="5002599" cy="3502865"/>
          </a:xfrm>
        </p:spPr>
        <p:txBody>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93525A3-5FE7-A463-5E55-73A56B719640}"/>
              </a:ext>
            </a:extLst>
          </p:cNvPr>
          <p:cNvSpPr>
            <a:spLocks noGrp="1"/>
          </p:cNvSpPr>
          <p:nvPr>
            <p:ph type="ftr" sz="quarter" idx="23"/>
          </p:nvPr>
        </p:nvSpPr>
        <p:spPr/>
        <p:txBody>
          <a:bodyPr/>
          <a:lstStyle/>
          <a:p>
            <a:r>
              <a:rPr lang="en-US"/>
              <a:t>Office or unit name</a:t>
            </a:r>
            <a:endParaRPr lang="en-US" dirty="0"/>
          </a:p>
        </p:txBody>
      </p:sp>
      <p:sp>
        <p:nvSpPr>
          <p:cNvPr id="6" name="Slide Number Placeholder 5">
            <a:extLst>
              <a:ext uri="{FF2B5EF4-FFF2-40B4-BE49-F238E27FC236}">
                <a16:creationId xmlns:a16="http://schemas.microsoft.com/office/drawing/2014/main" id="{AEEA7223-1327-D9D0-49C7-C84344680B92}"/>
              </a:ext>
            </a:extLst>
          </p:cNvPr>
          <p:cNvSpPr>
            <a:spLocks noGrp="1"/>
          </p:cNvSpPr>
          <p:nvPr>
            <p:ph type="sldNum" sz="quarter" idx="24"/>
          </p:nvPr>
        </p:nvSpPr>
        <p:spPr>
          <a:noFill/>
        </p:spPr>
        <p:txBody>
          <a:bodyPr/>
          <a:lstStyle>
            <a:lvl1pPr>
              <a:defRPr>
                <a:solidFill>
                  <a:schemeClr val="bg1"/>
                </a:solidFill>
              </a:defRPr>
            </a:lvl1pPr>
          </a:lstStyle>
          <a:p>
            <a:fld id="{BAF65E9F-5E40-4D44-8234-C4D848A18724}" type="slidenum">
              <a:rPr lang="en-US" smtClean="0"/>
              <a:pPr/>
              <a:t>‹#›</a:t>
            </a:fld>
            <a:endParaRPr lang="en-US" dirty="0"/>
          </a:p>
        </p:txBody>
      </p:sp>
    </p:spTree>
    <p:extLst>
      <p:ext uri="{BB962C8B-B14F-4D97-AF65-F5344CB8AC3E}">
        <p14:creationId xmlns:p14="http://schemas.microsoft.com/office/powerpoint/2010/main" val="24123666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Content and Photo">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F2EB1F4-EE44-1570-E7F3-714AC5610110}"/>
              </a:ext>
            </a:extLst>
          </p:cNvPr>
          <p:cNvPicPr>
            <a:picLocks noChangeAspect="1"/>
          </p:cNvPicPr>
          <p:nvPr userDrawn="1"/>
        </p:nvPicPr>
        <p:blipFill>
          <a:blip r:embed="rId2">
            <a:extLst>
              <a:ext uri="{28A0092B-C50C-407E-A947-70E740481C1C}">
                <a14:useLocalDpi xmlns:a14="http://schemas.microsoft.com/office/drawing/2010/main"/>
              </a:ext>
            </a:extLst>
          </a:blip>
          <a:srcRect l="-1"/>
          <a:stretch>
            <a:fillRect/>
          </a:stretch>
        </p:blipFill>
        <p:spPr>
          <a:xfrm>
            <a:off x="6096000" y="-2"/>
            <a:ext cx="6096000" cy="6858000"/>
          </a:xfrm>
          <a:prstGeom prst="rect">
            <a:avLst/>
          </a:prstGeom>
        </p:spPr>
      </p:pic>
      <p:sp>
        <p:nvSpPr>
          <p:cNvPr id="2" name="Title 1">
            <a:extLst>
              <a:ext uri="{FF2B5EF4-FFF2-40B4-BE49-F238E27FC236}">
                <a16:creationId xmlns:a16="http://schemas.microsoft.com/office/drawing/2014/main" id="{6D82049F-7F34-5D48-8F72-755B85F3E737}"/>
              </a:ext>
            </a:extLst>
          </p:cNvPr>
          <p:cNvSpPr>
            <a:spLocks noGrp="1"/>
          </p:cNvSpPr>
          <p:nvPr>
            <p:ph type="title" hasCustomPrompt="1"/>
          </p:nvPr>
        </p:nvSpPr>
        <p:spPr>
          <a:xfrm>
            <a:off x="566928" y="1499616"/>
            <a:ext cx="5002598" cy="590931"/>
          </a:xfrm>
        </p:spPr>
        <p:txBody>
          <a:bodyPr/>
          <a:lstStyle>
            <a:lvl1pPr>
              <a:defRPr/>
            </a:lvl1pPr>
          </a:lstStyle>
          <a:p>
            <a:r>
              <a:rPr lang="en-US" dirty="0"/>
              <a:t>Click to edit (option 2)</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hasCustomPrompt="1"/>
          </p:nvPr>
        </p:nvSpPr>
        <p:spPr>
          <a:xfrm>
            <a:off x="566927" y="2185416"/>
            <a:ext cx="5002599" cy="3502865"/>
          </a:xfrm>
        </p:spPr>
        <p:txBody>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93525A3-5FE7-A463-5E55-73A56B719640}"/>
              </a:ext>
            </a:extLst>
          </p:cNvPr>
          <p:cNvSpPr>
            <a:spLocks noGrp="1"/>
          </p:cNvSpPr>
          <p:nvPr>
            <p:ph type="ftr" sz="quarter" idx="23"/>
          </p:nvPr>
        </p:nvSpPr>
        <p:spPr/>
        <p:txBody>
          <a:bodyPr/>
          <a:lstStyle/>
          <a:p>
            <a:r>
              <a:rPr lang="en-US"/>
              <a:t>Office or unit name</a:t>
            </a:r>
            <a:endParaRPr lang="en-US" dirty="0"/>
          </a:p>
        </p:txBody>
      </p:sp>
      <p:sp>
        <p:nvSpPr>
          <p:cNvPr id="6" name="Slide Number Placeholder 5">
            <a:extLst>
              <a:ext uri="{FF2B5EF4-FFF2-40B4-BE49-F238E27FC236}">
                <a16:creationId xmlns:a16="http://schemas.microsoft.com/office/drawing/2014/main" id="{AEEA7223-1327-D9D0-49C7-C84344680B92}"/>
              </a:ext>
            </a:extLst>
          </p:cNvPr>
          <p:cNvSpPr>
            <a:spLocks noGrp="1"/>
          </p:cNvSpPr>
          <p:nvPr>
            <p:ph type="sldNum" sz="quarter" idx="24"/>
          </p:nvPr>
        </p:nvSpPr>
        <p:spPr>
          <a:noFill/>
        </p:spPr>
        <p:txBody>
          <a:bodyPr/>
          <a:lstStyle>
            <a:lvl1pPr>
              <a:defRPr>
                <a:solidFill>
                  <a:schemeClr val="bg1"/>
                </a:solidFill>
              </a:defRPr>
            </a:lvl1pPr>
          </a:lstStyle>
          <a:p>
            <a:fld id="{BAF65E9F-5E40-4D44-8234-C4D848A18724}" type="slidenum">
              <a:rPr lang="en-US" smtClean="0"/>
              <a:pPr/>
              <a:t>‹#›</a:t>
            </a:fld>
            <a:endParaRPr lang="en-US" dirty="0"/>
          </a:p>
        </p:txBody>
      </p:sp>
    </p:spTree>
    <p:extLst>
      <p:ext uri="{BB962C8B-B14F-4D97-AF65-F5344CB8AC3E}">
        <p14:creationId xmlns:p14="http://schemas.microsoft.com/office/powerpoint/2010/main" val="18015703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Content and Photo">
    <p:spTree>
      <p:nvGrpSpPr>
        <p:cNvPr id="1" name=""/>
        <p:cNvGrpSpPr/>
        <p:nvPr/>
      </p:nvGrpSpPr>
      <p:grpSpPr>
        <a:xfrm>
          <a:off x="0" y="0"/>
          <a:ext cx="0" cy="0"/>
          <a:chOff x="0" y="0"/>
          <a:chExt cx="0" cy="0"/>
        </a:xfrm>
      </p:grpSpPr>
      <p:pic>
        <p:nvPicPr>
          <p:cNvPr id="8" name="Picture 7" descr="A hand holding a black wire&#10;&#10;AI-generated content may be incorrect.">
            <a:extLst>
              <a:ext uri="{FF2B5EF4-FFF2-40B4-BE49-F238E27FC236}">
                <a16:creationId xmlns:a16="http://schemas.microsoft.com/office/drawing/2014/main" id="{14018172-D191-5A40-9346-F19FFDAE14A3}"/>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6096000" y="-1"/>
            <a:ext cx="6096000" cy="6858000"/>
          </a:xfrm>
          <a:prstGeom prst="rect">
            <a:avLst/>
          </a:prstGeom>
        </p:spPr>
      </p:pic>
      <p:sp>
        <p:nvSpPr>
          <p:cNvPr id="2" name="Title 1">
            <a:extLst>
              <a:ext uri="{FF2B5EF4-FFF2-40B4-BE49-F238E27FC236}">
                <a16:creationId xmlns:a16="http://schemas.microsoft.com/office/drawing/2014/main" id="{6D82049F-7F34-5D48-8F72-755B85F3E737}"/>
              </a:ext>
            </a:extLst>
          </p:cNvPr>
          <p:cNvSpPr>
            <a:spLocks noGrp="1"/>
          </p:cNvSpPr>
          <p:nvPr>
            <p:ph type="title" hasCustomPrompt="1"/>
          </p:nvPr>
        </p:nvSpPr>
        <p:spPr>
          <a:xfrm>
            <a:off x="566928" y="1499616"/>
            <a:ext cx="5002598" cy="590931"/>
          </a:xfrm>
        </p:spPr>
        <p:txBody>
          <a:bodyPr/>
          <a:lstStyle>
            <a:lvl1pPr>
              <a:defRPr/>
            </a:lvl1pPr>
          </a:lstStyle>
          <a:p>
            <a:r>
              <a:rPr lang="en-US" dirty="0"/>
              <a:t>Click to edit (option 3)</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hasCustomPrompt="1"/>
          </p:nvPr>
        </p:nvSpPr>
        <p:spPr>
          <a:xfrm>
            <a:off x="566927" y="2185416"/>
            <a:ext cx="5002599" cy="3502865"/>
          </a:xfrm>
        </p:spPr>
        <p:txBody>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93525A3-5FE7-A463-5E55-73A56B719640}"/>
              </a:ext>
            </a:extLst>
          </p:cNvPr>
          <p:cNvSpPr>
            <a:spLocks noGrp="1"/>
          </p:cNvSpPr>
          <p:nvPr>
            <p:ph type="ftr" sz="quarter" idx="23"/>
          </p:nvPr>
        </p:nvSpPr>
        <p:spPr/>
        <p:txBody>
          <a:bodyPr/>
          <a:lstStyle/>
          <a:p>
            <a:r>
              <a:rPr lang="en-US"/>
              <a:t>Office or unit name</a:t>
            </a:r>
            <a:endParaRPr lang="en-US" dirty="0"/>
          </a:p>
        </p:txBody>
      </p:sp>
      <p:sp>
        <p:nvSpPr>
          <p:cNvPr id="6" name="Slide Number Placeholder 5">
            <a:extLst>
              <a:ext uri="{FF2B5EF4-FFF2-40B4-BE49-F238E27FC236}">
                <a16:creationId xmlns:a16="http://schemas.microsoft.com/office/drawing/2014/main" id="{AEEA7223-1327-D9D0-49C7-C84344680B92}"/>
              </a:ext>
            </a:extLst>
          </p:cNvPr>
          <p:cNvSpPr>
            <a:spLocks noGrp="1"/>
          </p:cNvSpPr>
          <p:nvPr>
            <p:ph type="sldNum" sz="quarter" idx="24"/>
          </p:nvPr>
        </p:nvSpPr>
        <p:spPr>
          <a:noFill/>
        </p:spPr>
        <p:txBody>
          <a:bodyPr/>
          <a:lstStyle>
            <a:lvl1pPr>
              <a:defRPr>
                <a:solidFill>
                  <a:schemeClr val="bg1"/>
                </a:solidFill>
              </a:defRPr>
            </a:lvl1pPr>
          </a:lstStyle>
          <a:p>
            <a:fld id="{BAF65E9F-5E40-4D44-8234-C4D848A18724}" type="slidenum">
              <a:rPr lang="en-US" smtClean="0"/>
              <a:pPr/>
              <a:t>‹#›</a:t>
            </a:fld>
            <a:endParaRPr lang="en-US" dirty="0"/>
          </a:p>
        </p:txBody>
      </p:sp>
    </p:spTree>
    <p:extLst>
      <p:ext uri="{BB962C8B-B14F-4D97-AF65-F5344CB8AC3E}">
        <p14:creationId xmlns:p14="http://schemas.microsoft.com/office/powerpoint/2010/main" val="3629357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Content and Photo">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87EACD3-D574-0ECF-3702-034312A49667}"/>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6096000" y="-1"/>
            <a:ext cx="6096000" cy="6858000"/>
          </a:xfrm>
          <a:prstGeom prst="rect">
            <a:avLst/>
          </a:prstGeom>
        </p:spPr>
      </p:pic>
      <p:sp>
        <p:nvSpPr>
          <p:cNvPr id="2" name="Title 1">
            <a:extLst>
              <a:ext uri="{FF2B5EF4-FFF2-40B4-BE49-F238E27FC236}">
                <a16:creationId xmlns:a16="http://schemas.microsoft.com/office/drawing/2014/main" id="{6D82049F-7F34-5D48-8F72-755B85F3E737}"/>
              </a:ext>
            </a:extLst>
          </p:cNvPr>
          <p:cNvSpPr>
            <a:spLocks noGrp="1"/>
          </p:cNvSpPr>
          <p:nvPr>
            <p:ph type="title" hasCustomPrompt="1"/>
          </p:nvPr>
        </p:nvSpPr>
        <p:spPr>
          <a:xfrm>
            <a:off x="566928" y="1499616"/>
            <a:ext cx="5002598" cy="590931"/>
          </a:xfrm>
        </p:spPr>
        <p:txBody>
          <a:bodyPr/>
          <a:lstStyle>
            <a:lvl1pPr>
              <a:defRPr/>
            </a:lvl1pPr>
          </a:lstStyle>
          <a:p>
            <a:r>
              <a:rPr lang="en-US" dirty="0"/>
              <a:t>Click to edit (option 4)</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hasCustomPrompt="1"/>
          </p:nvPr>
        </p:nvSpPr>
        <p:spPr>
          <a:xfrm>
            <a:off x="566927" y="2185416"/>
            <a:ext cx="5002599" cy="3502865"/>
          </a:xfrm>
        </p:spPr>
        <p:txBody>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93525A3-5FE7-A463-5E55-73A56B719640}"/>
              </a:ext>
            </a:extLst>
          </p:cNvPr>
          <p:cNvSpPr>
            <a:spLocks noGrp="1"/>
          </p:cNvSpPr>
          <p:nvPr>
            <p:ph type="ftr" sz="quarter" idx="23"/>
          </p:nvPr>
        </p:nvSpPr>
        <p:spPr/>
        <p:txBody>
          <a:bodyPr/>
          <a:lstStyle/>
          <a:p>
            <a:r>
              <a:rPr lang="en-US"/>
              <a:t>Office or unit name</a:t>
            </a:r>
            <a:endParaRPr lang="en-US" dirty="0"/>
          </a:p>
        </p:txBody>
      </p:sp>
      <p:sp>
        <p:nvSpPr>
          <p:cNvPr id="6" name="Slide Number Placeholder 5">
            <a:extLst>
              <a:ext uri="{FF2B5EF4-FFF2-40B4-BE49-F238E27FC236}">
                <a16:creationId xmlns:a16="http://schemas.microsoft.com/office/drawing/2014/main" id="{AEEA7223-1327-D9D0-49C7-C84344680B92}"/>
              </a:ext>
            </a:extLst>
          </p:cNvPr>
          <p:cNvSpPr>
            <a:spLocks noGrp="1"/>
          </p:cNvSpPr>
          <p:nvPr>
            <p:ph type="sldNum" sz="quarter" idx="24"/>
          </p:nvPr>
        </p:nvSpPr>
        <p:spPr>
          <a:noFill/>
        </p:spPr>
        <p:txBody>
          <a:bodyPr/>
          <a:lstStyle>
            <a:lvl1pPr>
              <a:defRPr>
                <a:solidFill>
                  <a:schemeClr val="bg1"/>
                </a:solidFill>
              </a:defRPr>
            </a:lvl1pPr>
          </a:lstStyle>
          <a:p>
            <a:fld id="{BAF65E9F-5E40-4D44-8234-C4D848A18724}" type="slidenum">
              <a:rPr lang="en-US" smtClean="0"/>
              <a:pPr/>
              <a:t>‹#›</a:t>
            </a:fld>
            <a:endParaRPr lang="en-US" dirty="0"/>
          </a:p>
        </p:txBody>
      </p:sp>
    </p:spTree>
    <p:extLst>
      <p:ext uri="{BB962C8B-B14F-4D97-AF65-F5344CB8AC3E}">
        <p14:creationId xmlns:p14="http://schemas.microsoft.com/office/powerpoint/2010/main" val="41882125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Content and Photo">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1CF7870-0450-4C98-AE99-CBD1F813512D}"/>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6096000" y="0"/>
            <a:ext cx="6096000" cy="6858000"/>
          </a:xfrm>
          <a:prstGeom prst="rect">
            <a:avLst/>
          </a:prstGeom>
        </p:spPr>
      </p:pic>
      <p:sp>
        <p:nvSpPr>
          <p:cNvPr id="2" name="Title 1">
            <a:extLst>
              <a:ext uri="{FF2B5EF4-FFF2-40B4-BE49-F238E27FC236}">
                <a16:creationId xmlns:a16="http://schemas.microsoft.com/office/drawing/2014/main" id="{6D82049F-7F34-5D48-8F72-755B85F3E737}"/>
              </a:ext>
            </a:extLst>
          </p:cNvPr>
          <p:cNvSpPr>
            <a:spLocks noGrp="1"/>
          </p:cNvSpPr>
          <p:nvPr>
            <p:ph type="title" hasCustomPrompt="1"/>
          </p:nvPr>
        </p:nvSpPr>
        <p:spPr>
          <a:xfrm>
            <a:off x="566928" y="1499616"/>
            <a:ext cx="5002598" cy="590931"/>
          </a:xfrm>
        </p:spPr>
        <p:txBody>
          <a:bodyPr/>
          <a:lstStyle>
            <a:lvl1pPr>
              <a:defRPr/>
            </a:lvl1pPr>
          </a:lstStyle>
          <a:p>
            <a:r>
              <a:rPr lang="en-US" dirty="0"/>
              <a:t>Click to edit (option 5)</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hasCustomPrompt="1"/>
          </p:nvPr>
        </p:nvSpPr>
        <p:spPr>
          <a:xfrm>
            <a:off x="566927" y="2185416"/>
            <a:ext cx="5002599" cy="3502865"/>
          </a:xfrm>
        </p:spPr>
        <p:txBody>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93525A3-5FE7-A463-5E55-73A56B719640}"/>
              </a:ext>
            </a:extLst>
          </p:cNvPr>
          <p:cNvSpPr>
            <a:spLocks noGrp="1"/>
          </p:cNvSpPr>
          <p:nvPr>
            <p:ph type="ftr" sz="quarter" idx="23"/>
          </p:nvPr>
        </p:nvSpPr>
        <p:spPr/>
        <p:txBody>
          <a:bodyPr/>
          <a:lstStyle/>
          <a:p>
            <a:r>
              <a:rPr lang="en-US"/>
              <a:t>Office or unit name</a:t>
            </a:r>
            <a:endParaRPr lang="en-US" dirty="0"/>
          </a:p>
        </p:txBody>
      </p:sp>
      <p:sp>
        <p:nvSpPr>
          <p:cNvPr id="6" name="Slide Number Placeholder 5">
            <a:extLst>
              <a:ext uri="{FF2B5EF4-FFF2-40B4-BE49-F238E27FC236}">
                <a16:creationId xmlns:a16="http://schemas.microsoft.com/office/drawing/2014/main" id="{AEEA7223-1327-D9D0-49C7-C84344680B92}"/>
              </a:ext>
            </a:extLst>
          </p:cNvPr>
          <p:cNvSpPr>
            <a:spLocks noGrp="1"/>
          </p:cNvSpPr>
          <p:nvPr>
            <p:ph type="sldNum" sz="quarter" idx="24"/>
          </p:nvPr>
        </p:nvSpPr>
        <p:spPr>
          <a:noFill/>
        </p:spPr>
        <p:txBody>
          <a:bodyPr/>
          <a:lstStyle>
            <a:lvl1pPr>
              <a:defRPr>
                <a:solidFill>
                  <a:schemeClr val="bg1"/>
                </a:solidFill>
              </a:defRPr>
            </a:lvl1pPr>
          </a:lstStyle>
          <a:p>
            <a:fld id="{BAF65E9F-5E40-4D44-8234-C4D848A18724}" type="slidenum">
              <a:rPr lang="en-US" smtClean="0"/>
              <a:pPr/>
              <a:t>‹#›</a:t>
            </a:fld>
            <a:endParaRPr lang="en-US" dirty="0"/>
          </a:p>
        </p:txBody>
      </p:sp>
    </p:spTree>
    <p:extLst>
      <p:ext uri="{BB962C8B-B14F-4D97-AF65-F5344CB8AC3E}">
        <p14:creationId xmlns:p14="http://schemas.microsoft.com/office/powerpoint/2010/main" val="32950976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Content and Photo">
    <p:spTree>
      <p:nvGrpSpPr>
        <p:cNvPr id="1" name=""/>
        <p:cNvGrpSpPr/>
        <p:nvPr/>
      </p:nvGrpSpPr>
      <p:grpSpPr>
        <a:xfrm>
          <a:off x="0" y="0"/>
          <a:ext cx="0" cy="0"/>
          <a:chOff x="0" y="0"/>
          <a:chExt cx="0" cy="0"/>
        </a:xfrm>
      </p:grpSpPr>
      <p:pic>
        <p:nvPicPr>
          <p:cNvPr id="18" name="Picture 17" descr="A person wearing surgical gear and mask&#10;&#10;AI-generated content may be incorrect.">
            <a:extLst>
              <a:ext uri="{FF2B5EF4-FFF2-40B4-BE49-F238E27FC236}">
                <a16:creationId xmlns:a16="http://schemas.microsoft.com/office/drawing/2014/main" id="{E71B93B4-65A5-F3B3-90FB-1D7629EBBE03}"/>
              </a:ext>
            </a:extLst>
          </p:cNvPr>
          <p:cNvPicPr>
            <a:picLocks noChangeAspect="1"/>
          </p:cNvPicPr>
          <p:nvPr userDrawn="1"/>
        </p:nvPicPr>
        <p:blipFill>
          <a:blip r:embed="rId2">
            <a:extLst>
              <a:ext uri="{28A0092B-C50C-407E-A947-70E740481C1C}">
                <a14:useLocalDpi xmlns:a14="http://schemas.microsoft.com/office/drawing/2010/main"/>
              </a:ext>
            </a:extLst>
          </a:blip>
          <a:srcRect l="-292"/>
          <a:stretch>
            <a:fillRect/>
          </a:stretch>
        </p:blipFill>
        <p:spPr>
          <a:xfrm>
            <a:off x="6113712" y="-4"/>
            <a:ext cx="6078288" cy="6858003"/>
          </a:xfrm>
          <a:prstGeom prst="rect">
            <a:avLst/>
          </a:prstGeom>
        </p:spPr>
      </p:pic>
      <p:sp>
        <p:nvSpPr>
          <p:cNvPr id="2" name="Title 1">
            <a:extLst>
              <a:ext uri="{FF2B5EF4-FFF2-40B4-BE49-F238E27FC236}">
                <a16:creationId xmlns:a16="http://schemas.microsoft.com/office/drawing/2014/main" id="{6D82049F-7F34-5D48-8F72-755B85F3E737}"/>
              </a:ext>
            </a:extLst>
          </p:cNvPr>
          <p:cNvSpPr>
            <a:spLocks noGrp="1"/>
          </p:cNvSpPr>
          <p:nvPr>
            <p:ph type="title" hasCustomPrompt="1"/>
          </p:nvPr>
        </p:nvSpPr>
        <p:spPr>
          <a:xfrm>
            <a:off x="566928" y="1499616"/>
            <a:ext cx="5002598" cy="590931"/>
          </a:xfrm>
        </p:spPr>
        <p:txBody>
          <a:bodyPr/>
          <a:lstStyle>
            <a:lvl1pPr>
              <a:defRPr/>
            </a:lvl1pPr>
          </a:lstStyle>
          <a:p>
            <a:r>
              <a:rPr lang="en-US" dirty="0"/>
              <a:t>Click to edit (option 6)</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hasCustomPrompt="1"/>
          </p:nvPr>
        </p:nvSpPr>
        <p:spPr>
          <a:xfrm>
            <a:off x="566927" y="2185416"/>
            <a:ext cx="5002599" cy="3502865"/>
          </a:xfrm>
        </p:spPr>
        <p:txBody>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93525A3-5FE7-A463-5E55-73A56B719640}"/>
              </a:ext>
            </a:extLst>
          </p:cNvPr>
          <p:cNvSpPr>
            <a:spLocks noGrp="1"/>
          </p:cNvSpPr>
          <p:nvPr>
            <p:ph type="ftr" sz="quarter" idx="23"/>
          </p:nvPr>
        </p:nvSpPr>
        <p:spPr/>
        <p:txBody>
          <a:bodyPr/>
          <a:lstStyle/>
          <a:p>
            <a:r>
              <a:rPr lang="en-US"/>
              <a:t>Office or unit name</a:t>
            </a:r>
            <a:endParaRPr lang="en-US" dirty="0"/>
          </a:p>
        </p:txBody>
      </p:sp>
      <p:sp>
        <p:nvSpPr>
          <p:cNvPr id="6" name="Slide Number Placeholder 5">
            <a:extLst>
              <a:ext uri="{FF2B5EF4-FFF2-40B4-BE49-F238E27FC236}">
                <a16:creationId xmlns:a16="http://schemas.microsoft.com/office/drawing/2014/main" id="{AEEA7223-1327-D9D0-49C7-C84344680B92}"/>
              </a:ext>
            </a:extLst>
          </p:cNvPr>
          <p:cNvSpPr>
            <a:spLocks noGrp="1"/>
          </p:cNvSpPr>
          <p:nvPr>
            <p:ph type="sldNum" sz="quarter" idx="24"/>
          </p:nvPr>
        </p:nvSpPr>
        <p:spPr>
          <a:noFill/>
        </p:spPr>
        <p:txBody>
          <a:bodyPr/>
          <a:lstStyle>
            <a:lvl1pPr>
              <a:defRPr>
                <a:solidFill>
                  <a:schemeClr val="bg1"/>
                </a:solidFill>
              </a:defRPr>
            </a:lvl1pPr>
          </a:lstStyle>
          <a:p>
            <a:fld id="{BAF65E9F-5E40-4D44-8234-C4D848A18724}" type="slidenum">
              <a:rPr lang="en-US" smtClean="0"/>
              <a:pPr/>
              <a:t>‹#›</a:t>
            </a:fld>
            <a:endParaRPr lang="en-US" dirty="0"/>
          </a:p>
        </p:txBody>
      </p:sp>
    </p:spTree>
    <p:extLst>
      <p:ext uri="{BB962C8B-B14F-4D97-AF65-F5344CB8AC3E}">
        <p14:creationId xmlns:p14="http://schemas.microsoft.com/office/powerpoint/2010/main" val="42091485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Content and Photo">
    <p:spTree>
      <p:nvGrpSpPr>
        <p:cNvPr id="1" name=""/>
        <p:cNvGrpSpPr/>
        <p:nvPr/>
      </p:nvGrpSpPr>
      <p:grpSpPr>
        <a:xfrm>
          <a:off x="0" y="0"/>
          <a:ext cx="0" cy="0"/>
          <a:chOff x="0" y="0"/>
          <a:chExt cx="0" cy="0"/>
        </a:xfrm>
      </p:grpSpPr>
      <p:pic>
        <p:nvPicPr>
          <p:cNvPr id="10" name="Picture 9" descr="A group of surgeons performing a surgery&#10;&#10;AI-generated content may be incorrect.">
            <a:extLst>
              <a:ext uri="{FF2B5EF4-FFF2-40B4-BE49-F238E27FC236}">
                <a16:creationId xmlns:a16="http://schemas.microsoft.com/office/drawing/2014/main" id="{D08546A7-3430-0240-9C56-9B0B977687AB}"/>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6096000" y="-3"/>
            <a:ext cx="6096000" cy="6858000"/>
          </a:xfrm>
          <a:prstGeom prst="rect">
            <a:avLst/>
          </a:prstGeom>
        </p:spPr>
      </p:pic>
      <p:sp>
        <p:nvSpPr>
          <p:cNvPr id="2" name="Title 1">
            <a:extLst>
              <a:ext uri="{FF2B5EF4-FFF2-40B4-BE49-F238E27FC236}">
                <a16:creationId xmlns:a16="http://schemas.microsoft.com/office/drawing/2014/main" id="{6D82049F-7F34-5D48-8F72-755B85F3E737}"/>
              </a:ext>
            </a:extLst>
          </p:cNvPr>
          <p:cNvSpPr>
            <a:spLocks noGrp="1"/>
          </p:cNvSpPr>
          <p:nvPr>
            <p:ph type="title" hasCustomPrompt="1"/>
          </p:nvPr>
        </p:nvSpPr>
        <p:spPr>
          <a:xfrm>
            <a:off x="566928" y="1499616"/>
            <a:ext cx="5002598" cy="590931"/>
          </a:xfrm>
        </p:spPr>
        <p:txBody>
          <a:bodyPr/>
          <a:lstStyle>
            <a:lvl1pPr>
              <a:defRPr/>
            </a:lvl1pPr>
          </a:lstStyle>
          <a:p>
            <a:r>
              <a:rPr lang="en-US" dirty="0"/>
              <a:t>Click to edit (option 7)</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hasCustomPrompt="1"/>
          </p:nvPr>
        </p:nvSpPr>
        <p:spPr>
          <a:xfrm>
            <a:off x="566927" y="2185416"/>
            <a:ext cx="5002599" cy="3502865"/>
          </a:xfrm>
        </p:spPr>
        <p:txBody>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93525A3-5FE7-A463-5E55-73A56B719640}"/>
              </a:ext>
            </a:extLst>
          </p:cNvPr>
          <p:cNvSpPr>
            <a:spLocks noGrp="1"/>
          </p:cNvSpPr>
          <p:nvPr>
            <p:ph type="ftr" sz="quarter" idx="23"/>
          </p:nvPr>
        </p:nvSpPr>
        <p:spPr/>
        <p:txBody>
          <a:bodyPr/>
          <a:lstStyle/>
          <a:p>
            <a:r>
              <a:rPr lang="en-US"/>
              <a:t>Office or unit name</a:t>
            </a:r>
            <a:endParaRPr lang="en-US" dirty="0"/>
          </a:p>
        </p:txBody>
      </p:sp>
      <p:sp>
        <p:nvSpPr>
          <p:cNvPr id="6" name="Slide Number Placeholder 5">
            <a:extLst>
              <a:ext uri="{FF2B5EF4-FFF2-40B4-BE49-F238E27FC236}">
                <a16:creationId xmlns:a16="http://schemas.microsoft.com/office/drawing/2014/main" id="{AEEA7223-1327-D9D0-49C7-C84344680B92}"/>
              </a:ext>
            </a:extLst>
          </p:cNvPr>
          <p:cNvSpPr>
            <a:spLocks noGrp="1"/>
          </p:cNvSpPr>
          <p:nvPr>
            <p:ph type="sldNum" sz="quarter" idx="24"/>
          </p:nvPr>
        </p:nvSpPr>
        <p:spPr>
          <a:noFill/>
        </p:spPr>
        <p:txBody>
          <a:bodyPr/>
          <a:lstStyle>
            <a:lvl1pPr>
              <a:defRPr>
                <a:solidFill>
                  <a:schemeClr val="bg1"/>
                </a:solidFill>
              </a:defRPr>
            </a:lvl1pPr>
          </a:lstStyle>
          <a:p>
            <a:fld id="{BAF65E9F-5E40-4D44-8234-C4D848A18724}" type="slidenum">
              <a:rPr lang="en-US" smtClean="0"/>
              <a:pPr/>
              <a:t>‹#›</a:t>
            </a:fld>
            <a:endParaRPr lang="en-US" dirty="0"/>
          </a:p>
        </p:txBody>
      </p:sp>
    </p:spTree>
    <p:extLst>
      <p:ext uri="{BB962C8B-B14F-4D97-AF65-F5344CB8AC3E}">
        <p14:creationId xmlns:p14="http://schemas.microsoft.com/office/powerpoint/2010/main" val="32783355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0_Content and Photo">
    <p:spTree>
      <p:nvGrpSpPr>
        <p:cNvPr id="1" name=""/>
        <p:cNvGrpSpPr/>
        <p:nvPr/>
      </p:nvGrpSpPr>
      <p:grpSpPr>
        <a:xfrm>
          <a:off x="0" y="0"/>
          <a:ext cx="0" cy="0"/>
          <a:chOff x="0" y="0"/>
          <a:chExt cx="0" cy="0"/>
        </a:xfrm>
      </p:grpSpPr>
      <p:pic>
        <p:nvPicPr>
          <p:cNvPr id="7" name="Picture 6" descr="A group of colorful objects&#10;&#10;AI-generated content may be incorrect.">
            <a:extLst>
              <a:ext uri="{FF2B5EF4-FFF2-40B4-BE49-F238E27FC236}">
                <a16:creationId xmlns:a16="http://schemas.microsoft.com/office/drawing/2014/main" id="{F04AE94A-2FF1-4F79-1F5E-E76DA32AA900}"/>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6096000" y="-4"/>
            <a:ext cx="6096000" cy="6858003"/>
          </a:xfrm>
          <a:prstGeom prst="rect">
            <a:avLst/>
          </a:prstGeom>
        </p:spPr>
      </p:pic>
      <p:sp>
        <p:nvSpPr>
          <p:cNvPr id="2" name="Title 1">
            <a:extLst>
              <a:ext uri="{FF2B5EF4-FFF2-40B4-BE49-F238E27FC236}">
                <a16:creationId xmlns:a16="http://schemas.microsoft.com/office/drawing/2014/main" id="{6D82049F-7F34-5D48-8F72-755B85F3E737}"/>
              </a:ext>
            </a:extLst>
          </p:cNvPr>
          <p:cNvSpPr>
            <a:spLocks noGrp="1"/>
          </p:cNvSpPr>
          <p:nvPr>
            <p:ph type="title" hasCustomPrompt="1"/>
          </p:nvPr>
        </p:nvSpPr>
        <p:spPr>
          <a:xfrm>
            <a:off x="566928" y="1499616"/>
            <a:ext cx="5002598" cy="590931"/>
          </a:xfrm>
        </p:spPr>
        <p:txBody>
          <a:bodyPr/>
          <a:lstStyle>
            <a:lvl1pPr>
              <a:defRPr/>
            </a:lvl1pPr>
          </a:lstStyle>
          <a:p>
            <a:r>
              <a:rPr lang="en-US" dirty="0"/>
              <a:t>Click to edit (option 8)</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hasCustomPrompt="1"/>
          </p:nvPr>
        </p:nvSpPr>
        <p:spPr>
          <a:xfrm>
            <a:off x="566927" y="2185416"/>
            <a:ext cx="5002599" cy="3502865"/>
          </a:xfrm>
        </p:spPr>
        <p:txBody>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93525A3-5FE7-A463-5E55-73A56B719640}"/>
              </a:ext>
            </a:extLst>
          </p:cNvPr>
          <p:cNvSpPr>
            <a:spLocks noGrp="1"/>
          </p:cNvSpPr>
          <p:nvPr>
            <p:ph type="ftr" sz="quarter" idx="23"/>
          </p:nvPr>
        </p:nvSpPr>
        <p:spPr/>
        <p:txBody>
          <a:bodyPr/>
          <a:lstStyle/>
          <a:p>
            <a:r>
              <a:rPr lang="en-US"/>
              <a:t>Office or unit name</a:t>
            </a:r>
            <a:endParaRPr lang="en-US" dirty="0"/>
          </a:p>
        </p:txBody>
      </p:sp>
      <p:sp>
        <p:nvSpPr>
          <p:cNvPr id="6" name="Slide Number Placeholder 5">
            <a:extLst>
              <a:ext uri="{FF2B5EF4-FFF2-40B4-BE49-F238E27FC236}">
                <a16:creationId xmlns:a16="http://schemas.microsoft.com/office/drawing/2014/main" id="{AEEA7223-1327-D9D0-49C7-C84344680B92}"/>
              </a:ext>
            </a:extLst>
          </p:cNvPr>
          <p:cNvSpPr>
            <a:spLocks noGrp="1"/>
          </p:cNvSpPr>
          <p:nvPr>
            <p:ph type="sldNum" sz="quarter" idx="24"/>
          </p:nvPr>
        </p:nvSpPr>
        <p:spPr>
          <a:noFill/>
        </p:spPr>
        <p:txBody>
          <a:bodyPr/>
          <a:lstStyle>
            <a:lvl1pPr>
              <a:defRPr>
                <a:solidFill>
                  <a:schemeClr val="bg1"/>
                </a:solidFill>
              </a:defRPr>
            </a:lvl1pPr>
          </a:lstStyle>
          <a:p>
            <a:fld id="{BAF65E9F-5E40-4D44-8234-C4D848A18724}" type="slidenum">
              <a:rPr lang="en-US" smtClean="0"/>
              <a:pPr/>
              <a:t>‹#›</a:t>
            </a:fld>
            <a:endParaRPr lang="en-US" dirty="0"/>
          </a:p>
        </p:txBody>
      </p:sp>
    </p:spTree>
    <p:extLst>
      <p:ext uri="{BB962C8B-B14F-4D97-AF65-F5344CB8AC3E}">
        <p14:creationId xmlns:p14="http://schemas.microsoft.com/office/powerpoint/2010/main" val="4565383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_Content and Photo">
    <p:spTree>
      <p:nvGrpSpPr>
        <p:cNvPr id="1" name=""/>
        <p:cNvGrpSpPr/>
        <p:nvPr/>
      </p:nvGrpSpPr>
      <p:grpSpPr>
        <a:xfrm>
          <a:off x="0" y="0"/>
          <a:ext cx="0" cy="0"/>
          <a:chOff x="0" y="0"/>
          <a:chExt cx="0" cy="0"/>
        </a:xfrm>
      </p:grpSpPr>
      <p:pic>
        <p:nvPicPr>
          <p:cNvPr id="10" name="Picture 9" descr="A doctor performing an oxygen mask&#10;&#10;AI-generated content may be incorrect.">
            <a:extLst>
              <a:ext uri="{FF2B5EF4-FFF2-40B4-BE49-F238E27FC236}">
                <a16:creationId xmlns:a16="http://schemas.microsoft.com/office/drawing/2014/main" id="{67608348-D515-6D00-067F-7679129C5685}"/>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6096000" y="-5"/>
            <a:ext cx="6096000" cy="6858000"/>
          </a:xfrm>
          <a:prstGeom prst="rect">
            <a:avLst/>
          </a:prstGeom>
        </p:spPr>
      </p:pic>
      <p:sp>
        <p:nvSpPr>
          <p:cNvPr id="2" name="Title 1">
            <a:extLst>
              <a:ext uri="{FF2B5EF4-FFF2-40B4-BE49-F238E27FC236}">
                <a16:creationId xmlns:a16="http://schemas.microsoft.com/office/drawing/2014/main" id="{6D82049F-7F34-5D48-8F72-755B85F3E737}"/>
              </a:ext>
            </a:extLst>
          </p:cNvPr>
          <p:cNvSpPr>
            <a:spLocks noGrp="1"/>
          </p:cNvSpPr>
          <p:nvPr>
            <p:ph type="title" hasCustomPrompt="1"/>
          </p:nvPr>
        </p:nvSpPr>
        <p:spPr>
          <a:xfrm>
            <a:off x="566928" y="1499616"/>
            <a:ext cx="5002598" cy="590931"/>
          </a:xfrm>
        </p:spPr>
        <p:txBody>
          <a:bodyPr/>
          <a:lstStyle>
            <a:lvl1pPr>
              <a:defRPr/>
            </a:lvl1pPr>
          </a:lstStyle>
          <a:p>
            <a:r>
              <a:rPr lang="en-US" dirty="0"/>
              <a:t>Click to edit (option 9)</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hasCustomPrompt="1"/>
          </p:nvPr>
        </p:nvSpPr>
        <p:spPr>
          <a:xfrm>
            <a:off x="566927" y="2185416"/>
            <a:ext cx="5002599" cy="3502865"/>
          </a:xfrm>
        </p:spPr>
        <p:txBody>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93525A3-5FE7-A463-5E55-73A56B719640}"/>
              </a:ext>
            </a:extLst>
          </p:cNvPr>
          <p:cNvSpPr>
            <a:spLocks noGrp="1"/>
          </p:cNvSpPr>
          <p:nvPr>
            <p:ph type="ftr" sz="quarter" idx="23"/>
          </p:nvPr>
        </p:nvSpPr>
        <p:spPr/>
        <p:txBody>
          <a:bodyPr/>
          <a:lstStyle/>
          <a:p>
            <a:r>
              <a:rPr lang="en-US"/>
              <a:t>Office or unit name</a:t>
            </a:r>
            <a:endParaRPr lang="en-US" dirty="0"/>
          </a:p>
        </p:txBody>
      </p:sp>
      <p:sp>
        <p:nvSpPr>
          <p:cNvPr id="6" name="Slide Number Placeholder 5">
            <a:extLst>
              <a:ext uri="{FF2B5EF4-FFF2-40B4-BE49-F238E27FC236}">
                <a16:creationId xmlns:a16="http://schemas.microsoft.com/office/drawing/2014/main" id="{AEEA7223-1327-D9D0-49C7-C84344680B92}"/>
              </a:ext>
            </a:extLst>
          </p:cNvPr>
          <p:cNvSpPr>
            <a:spLocks noGrp="1"/>
          </p:cNvSpPr>
          <p:nvPr>
            <p:ph type="sldNum" sz="quarter" idx="24"/>
          </p:nvPr>
        </p:nvSpPr>
        <p:spPr>
          <a:noFill/>
        </p:spPr>
        <p:txBody>
          <a:bodyPr/>
          <a:lstStyle>
            <a:lvl1pPr>
              <a:defRPr>
                <a:solidFill>
                  <a:schemeClr val="bg1"/>
                </a:solidFill>
              </a:defRPr>
            </a:lvl1pPr>
          </a:lstStyle>
          <a:p>
            <a:fld id="{BAF65E9F-5E40-4D44-8234-C4D848A18724}" type="slidenum">
              <a:rPr lang="en-US" smtClean="0"/>
              <a:pPr/>
              <a:t>‹#›</a:t>
            </a:fld>
            <a:endParaRPr lang="en-US" dirty="0"/>
          </a:p>
        </p:txBody>
      </p:sp>
    </p:spTree>
    <p:extLst>
      <p:ext uri="{BB962C8B-B14F-4D97-AF65-F5344CB8AC3E}">
        <p14:creationId xmlns:p14="http://schemas.microsoft.com/office/powerpoint/2010/main" val="5808252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nd Thre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hasCustomPrompt="1"/>
          </p:nvPr>
        </p:nvSpPr>
        <p:spPr>
          <a:xfrm>
            <a:off x="566928" y="2185416"/>
            <a:ext cx="4248912" cy="3968249"/>
          </a:xfrm>
        </p:spPr>
        <p:txBody>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
            <a:extLst>
              <a:ext uri="{FF2B5EF4-FFF2-40B4-BE49-F238E27FC236}">
                <a16:creationId xmlns:a16="http://schemas.microsoft.com/office/drawing/2014/main" id="{0CAA554F-B37C-9E47-B5E4-82235D4EC6CD}"/>
              </a:ext>
            </a:extLst>
          </p:cNvPr>
          <p:cNvSpPr>
            <a:spLocks noGrp="1" noChangeAspect="1"/>
          </p:cNvSpPr>
          <p:nvPr>
            <p:ph type="pic" idx="13" hasCustomPrompt="1"/>
          </p:nvPr>
        </p:nvSpPr>
        <p:spPr>
          <a:xfrm>
            <a:off x="5114631" y="0"/>
            <a:ext cx="7077369" cy="3426796"/>
          </a:xfrm>
          <a:prstGeom prst="rect">
            <a:avLst/>
          </a:prstGeom>
          <a:solidFill>
            <a:schemeClr val="bg2">
              <a:lumMod val="75000"/>
            </a:schemeClr>
          </a:solidFill>
          <a:ln>
            <a:solidFill>
              <a:schemeClr val="bg1"/>
            </a:solidFill>
          </a:ln>
        </p:spPr>
        <p:txBody>
          <a:bodyPr anchor="ctr">
            <a:normAutofit/>
          </a:bodyPr>
          <a:lstStyle>
            <a:lvl1pPr marL="0" indent="0" algn="ctr">
              <a:buNone/>
              <a:defRPr sz="1600" b="0" i="0">
                <a:solidFill>
                  <a:srgbClr val="13294B"/>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picture</a:t>
            </a:r>
          </a:p>
        </p:txBody>
      </p:sp>
      <p:sp>
        <p:nvSpPr>
          <p:cNvPr id="8" name="Picture Placeholder 2">
            <a:extLst>
              <a:ext uri="{FF2B5EF4-FFF2-40B4-BE49-F238E27FC236}">
                <a16:creationId xmlns:a16="http://schemas.microsoft.com/office/drawing/2014/main" id="{9F5FDDA2-E7AF-294B-ACDF-BDB5997277BC}"/>
              </a:ext>
            </a:extLst>
          </p:cNvPr>
          <p:cNvSpPr>
            <a:spLocks noGrp="1" noChangeAspect="1"/>
          </p:cNvSpPr>
          <p:nvPr>
            <p:ph type="pic" idx="14" hasCustomPrompt="1"/>
          </p:nvPr>
        </p:nvSpPr>
        <p:spPr>
          <a:xfrm>
            <a:off x="5114631" y="3429000"/>
            <a:ext cx="3602522" cy="3426796"/>
          </a:xfrm>
          <a:prstGeom prst="rect">
            <a:avLst/>
          </a:prstGeom>
          <a:solidFill>
            <a:schemeClr val="bg2">
              <a:lumMod val="75000"/>
            </a:schemeClr>
          </a:solidFill>
          <a:ln>
            <a:solidFill>
              <a:schemeClr val="bg1"/>
            </a:solidFill>
          </a:ln>
        </p:spPr>
        <p:txBody>
          <a:bodyPr anchor="ctr">
            <a:normAutofit/>
          </a:bodyPr>
          <a:lstStyle>
            <a:lvl1pPr marL="0" indent="0" algn="ctr">
              <a:buNone/>
              <a:defRPr sz="1600" b="0" i="0">
                <a:solidFill>
                  <a:srgbClr val="13294B"/>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picture</a:t>
            </a:r>
          </a:p>
        </p:txBody>
      </p:sp>
      <p:sp>
        <p:nvSpPr>
          <p:cNvPr id="9" name="Picture Placeholder 2">
            <a:extLst>
              <a:ext uri="{FF2B5EF4-FFF2-40B4-BE49-F238E27FC236}">
                <a16:creationId xmlns:a16="http://schemas.microsoft.com/office/drawing/2014/main" id="{F2499D1A-BF4E-8444-BF94-86863CA11648}"/>
              </a:ext>
            </a:extLst>
          </p:cNvPr>
          <p:cNvSpPr>
            <a:spLocks noGrp="1" noChangeAspect="1"/>
          </p:cNvSpPr>
          <p:nvPr>
            <p:ph type="pic" idx="15" hasCustomPrompt="1"/>
          </p:nvPr>
        </p:nvSpPr>
        <p:spPr>
          <a:xfrm>
            <a:off x="8701089" y="3429000"/>
            <a:ext cx="3490912" cy="3426796"/>
          </a:xfrm>
          <a:prstGeom prst="rect">
            <a:avLst/>
          </a:prstGeom>
          <a:solidFill>
            <a:schemeClr val="bg2">
              <a:lumMod val="75000"/>
            </a:schemeClr>
          </a:solidFill>
          <a:ln>
            <a:solidFill>
              <a:schemeClr val="bg1"/>
            </a:solidFill>
          </a:ln>
        </p:spPr>
        <p:txBody>
          <a:bodyPr anchor="ctr">
            <a:normAutofit/>
          </a:bodyPr>
          <a:lstStyle>
            <a:lvl1pPr marL="0" indent="0" algn="ctr">
              <a:buNone/>
              <a:defRPr sz="1600" b="0" i="0">
                <a:solidFill>
                  <a:srgbClr val="13294B"/>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picture</a:t>
            </a:r>
          </a:p>
        </p:txBody>
      </p:sp>
      <p:sp>
        <p:nvSpPr>
          <p:cNvPr id="12" name="Footer Placeholder 11">
            <a:extLst>
              <a:ext uri="{FF2B5EF4-FFF2-40B4-BE49-F238E27FC236}">
                <a16:creationId xmlns:a16="http://schemas.microsoft.com/office/drawing/2014/main" id="{15F738EF-BE2D-EBBE-5EFC-9D962D19C30F}"/>
              </a:ext>
            </a:extLst>
          </p:cNvPr>
          <p:cNvSpPr>
            <a:spLocks noGrp="1"/>
          </p:cNvSpPr>
          <p:nvPr>
            <p:ph type="ftr" sz="quarter" idx="16"/>
          </p:nvPr>
        </p:nvSpPr>
        <p:spPr/>
        <p:txBody>
          <a:bodyPr/>
          <a:lstStyle/>
          <a:p>
            <a:r>
              <a:rPr lang="en-US"/>
              <a:t>Office or unit name</a:t>
            </a:r>
            <a:endParaRPr lang="en-US" dirty="0"/>
          </a:p>
        </p:txBody>
      </p:sp>
      <p:sp>
        <p:nvSpPr>
          <p:cNvPr id="13" name="Slide Number Placeholder 12">
            <a:extLst>
              <a:ext uri="{FF2B5EF4-FFF2-40B4-BE49-F238E27FC236}">
                <a16:creationId xmlns:a16="http://schemas.microsoft.com/office/drawing/2014/main" id="{0D82571D-624C-0CD3-7EA6-4B172E81E945}"/>
              </a:ext>
            </a:extLst>
          </p:cNvPr>
          <p:cNvSpPr>
            <a:spLocks noGrp="1"/>
          </p:cNvSpPr>
          <p:nvPr>
            <p:ph type="sldNum" sz="quarter" idx="17"/>
          </p:nvPr>
        </p:nvSpPr>
        <p:spPr>
          <a:noFill/>
        </p:spPr>
        <p:txBody>
          <a:bodyPr/>
          <a:lstStyle>
            <a:lvl1pPr>
              <a:defRPr>
                <a:solidFill>
                  <a:schemeClr val="bg1"/>
                </a:solidFill>
              </a:defRPr>
            </a:lvl1pPr>
          </a:lstStyle>
          <a:p>
            <a:fld id="{BAF65E9F-5E40-4D44-8234-C4D848A18724}" type="slidenum">
              <a:rPr lang="en-US" smtClean="0"/>
              <a:pPr/>
              <a:t>‹#›</a:t>
            </a:fld>
            <a:endParaRPr lang="en-US" dirty="0"/>
          </a:p>
        </p:txBody>
      </p:sp>
    </p:spTree>
    <p:extLst>
      <p:ext uri="{BB962C8B-B14F-4D97-AF65-F5344CB8AC3E}">
        <p14:creationId xmlns:p14="http://schemas.microsoft.com/office/powerpoint/2010/main" val="5408519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hasCustomPrompt="1"/>
          </p:nvPr>
        </p:nvSpPr>
        <p:spPr>
          <a:xfrm>
            <a:off x="566928" y="2185416"/>
            <a:ext cx="4248912" cy="3968249"/>
          </a:xfrm>
        </p:spPr>
        <p:txBody>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hart Placeholder 2">
            <a:extLst>
              <a:ext uri="{FF2B5EF4-FFF2-40B4-BE49-F238E27FC236}">
                <a16:creationId xmlns:a16="http://schemas.microsoft.com/office/drawing/2014/main" id="{7B782143-2792-E14B-AE51-0FFA9028EB8A}"/>
              </a:ext>
            </a:extLst>
          </p:cNvPr>
          <p:cNvSpPr>
            <a:spLocks noGrp="1"/>
          </p:cNvSpPr>
          <p:nvPr>
            <p:ph type="chart" sz="quarter" idx="16"/>
          </p:nvPr>
        </p:nvSpPr>
        <p:spPr>
          <a:xfrm>
            <a:off x="5161935" y="1976285"/>
            <a:ext cx="6325152" cy="3967316"/>
          </a:xfrm>
          <a:prstGeom prst="rect">
            <a:avLst/>
          </a:prstGeom>
          <a:solidFill>
            <a:schemeClr val="bg2">
              <a:lumMod val="75000"/>
            </a:schemeClr>
          </a:solidFill>
          <a:ln>
            <a:noFill/>
          </a:ln>
        </p:spPr>
        <p:style>
          <a:lnRef idx="1">
            <a:schemeClr val="accent3"/>
          </a:lnRef>
          <a:fillRef idx="2">
            <a:schemeClr val="accent3"/>
          </a:fillRef>
          <a:effectRef idx="1">
            <a:schemeClr val="accent3"/>
          </a:effectRef>
          <a:fontRef idx="none"/>
        </p:style>
        <p:txBody>
          <a:bodyPr anchor="ct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aseline="0">
                <a:solidFill>
                  <a:srgbClr val="13294B"/>
                </a:solidFill>
                <a:latin typeface="Arial" charset="0"/>
                <a:ea typeface="Arial" charset="0"/>
                <a:cs typeface="Arial" charset="0"/>
              </a:defRPr>
            </a:lvl1pPr>
          </a:lstStyle>
          <a:p>
            <a:endParaRPr lang="en-US" dirty="0"/>
          </a:p>
          <a:p>
            <a:r>
              <a:rPr lang="en-US" dirty="0"/>
              <a:t>Drag chart to placeholder or click icon to add chart</a:t>
            </a:r>
          </a:p>
          <a:p>
            <a:endParaRPr lang="en-US" dirty="0"/>
          </a:p>
        </p:txBody>
      </p:sp>
      <p:sp>
        <p:nvSpPr>
          <p:cNvPr id="11" name="Footer Placeholder 10">
            <a:extLst>
              <a:ext uri="{FF2B5EF4-FFF2-40B4-BE49-F238E27FC236}">
                <a16:creationId xmlns:a16="http://schemas.microsoft.com/office/drawing/2014/main" id="{D968C925-1F4D-59FC-C656-61F3120B427E}"/>
              </a:ext>
            </a:extLst>
          </p:cNvPr>
          <p:cNvSpPr>
            <a:spLocks noGrp="1"/>
          </p:cNvSpPr>
          <p:nvPr>
            <p:ph type="ftr" sz="quarter" idx="17"/>
          </p:nvPr>
        </p:nvSpPr>
        <p:spPr/>
        <p:txBody>
          <a:bodyPr/>
          <a:lstStyle/>
          <a:p>
            <a:r>
              <a:rPr lang="en-US"/>
              <a:t>Office or unit name</a:t>
            </a:r>
            <a:endParaRPr lang="en-US" dirty="0"/>
          </a:p>
        </p:txBody>
      </p:sp>
      <p:sp>
        <p:nvSpPr>
          <p:cNvPr id="12" name="Slide Number Placeholder 11">
            <a:extLst>
              <a:ext uri="{FF2B5EF4-FFF2-40B4-BE49-F238E27FC236}">
                <a16:creationId xmlns:a16="http://schemas.microsoft.com/office/drawing/2014/main" id="{25044782-6AB9-7686-BADD-5BCA3E9E3BD8}"/>
              </a:ext>
            </a:extLst>
          </p:cNvPr>
          <p:cNvSpPr>
            <a:spLocks noGrp="1"/>
          </p:cNvSpPr>
          <p:nvPr>
            <p:ph type="sldNum" sz="quarter" idx="18"/>
          </p:nvPr>
        </p:nvSpPr>
        <p:spPr/>
        <p:txBody>
          <a:bodyPr/>
          <a:lstStyle/>
          <a:p>
            <a:fld id="{BAF65E9F-5E40-4D44-8234-C4D848A18724}" type="slidenum">
              <a:rPr lang="en-US" smtClean="0"/>
              <a:t>‹#›</a:t>
            </a:fld>
            <a:endParaRPr lang="en-US"/>
          </a:p>
        </p:txBody>
      </p:sp>
    </p:spTree>
    <p:extLst>
      <p:ext uri="{BB962C8B-B14F-4D97-AF65-F5344CB8AC3E}">
        <p14:creationId xmlns:p14="http://schemas.microsoft.com/office/powerpoint/2010/main" val="6124946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EDDD9E-A095-8CEE-9880-9433EF54DF3A}"/>
              </a:ext>
            </a:extLst>
          </p:cNvPr>
          <p:cNvSpPr>
            <a:spLocks noGrp="1"/>
          </p:cNvSpPr>
          <p:nvPr>
            <p:ph type="dt" sz="half" idx="10"/>
          </p:nvPr>
        </p:nvSpPr>
        <p:spPr/>
        <p:txBody>
          <a:bodyPr/>
          <a:lstStyle/>
          <a:p>
            <a:fld id="{41059C7B-C8A4-46C6-AE5F-26AFDAD65A2C}" type="datetimeFigureOut">
              <a:rPr lang="en-US" smtClean="0"/>
              <a:t>9/14/2026</a:t>
            </a:fld>
            <a:endParaRPr lang="en-US"/>
          </a:p>
        </p:txBody>
      </p:sp>
      <p:sp>
        <p:nvSpPr>
          <p:cNvPr id="3" name="Footer Placeholder 2">
            <a:extLst>
              <a:ext uri="{FF2B5EF4-FFF2-40B4-BE49-F238E27FC236}">
                <a16:creationId xmlns:a16="http://schemas.microsoft.com/office/drawing/2014/main" id="{7B7164E8-7D47-5F3B-6B4D-7B3850D92F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243A8F-F0A3-D4CD-0F55-508B92C1DD42}"/>
              </a:ext>
            </a:extLst>
          </p:cNvPr>
          <p:cNvSpPr>
            <a:spLocks noGrp="1"/>
          </p:cNvSpPr>
          <p:nvPr>
            <p:ph type="sldNum" sz="quarter" idx="12"/>
          </p:nvPr>
        </p:nvSpPr>
        <p:spPr/>
        <p:txBody>
          <a:bodyPr/>
          <a:lstStyle/>
          <a:p>
            <a:fld id="{4CE12D10-9B82-4513-81F6-C3B00C1CF925}" type="slidenum">
              <a:rPr lang="en-US" smtClean="0"/>
              <a:t>‹#›</a:t>
            </a:fld>
            <a:endParaRPr lang="en-US"/>
          </a:p>
        </p:txBody>
      </p:sp>
    </p:spTree>
    <p:extLst>
      <p:ext uri="{BB962C8B-B14F-4D97-AF65-F5344CB8AC3E}">
        <p14:creationId xmlns:p14="http://schemas.microsoft.com/office/powerpoint/2010/main" val="2395127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7">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4B290A1-A488-635D-C256-B3FE2A3A4BAB}"/>
              </a:ext>
            </a:extLst>
          </p:cNvPr>
          <p:cNvSpPr/>
          <p:nvPr userDrawn="1"/>
        </p:nvSpPr>
        <p:spPr>
          <a:xfrm>
            <a:off x="-8783" y="6186264"/>
            <a:ext cx="2213598" cy="7043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A21614BA-85C5-BA49-A402-F7BCCCDB2C4F}"/>
              </a:ext>
            </a:extLst>
          </p:cNvPr>
          <p:cNvSpPr>
            <a:spLocks noGrp="1"/>
          </p:cNvSpPr>
          <p:nvPr>
            <p:ph type="title"/>
          </p:nvPr>
        </p:nvSpPr>
        <p:spPr>
          <a:xfrm>
            <a:off x="566928" y="1499616"/>
            <a:ext cx="11037884" cy="590931"/>
          </a:xfrm>
          <a:prstGeom prst="rect">
            <a:avLst/>
          </a:prstGeom>
        </p:spPr>
        <p:txBody>
          <a:bodyPr vert="horz" wrap="square" lIns="91440" tIns="45720" rIns="91440" bIns="45720" rtlCol="0" anchor="b"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C6A66ADF-AEA5-DC4B-841D-168372B891D6}"/>
              </a:ext>
            </a:extLst>
          </p:cNvPr>
          <p:cNvSpPr>
            <a:spLocks noGrp="1"/>
          </p:cNvSpPr>
          <p:nvPr>
            <p:ph type="body" idx="1"/>
          </p:nvPr>
        </p:nvSpPr>
        <p:spPr>
          <a:xfrm>
            <a:off x="566928" y="2185416"/>
            <a:ext cx="11037884" cy="3968249"/>
          </a:xfrm>
          <a:prstGeom prst="rect">
            <a:avLst/>
          </a:prstGeom>
        </p:spPr>
        <p:txBody>
          <a:bodyPr vert="horz" lIns="91440" tIns="45720" rIns="91440" bIns="45720" rtlCol="0">
            <a:noAutofit/>
          </a:bodyPr>
          <a:lstStyle/>
          <a:p>
            <a:pPr lvl="0"/>
            <a:r>
              <a:rPr lang="en-US" dirty="0"/>
              <a:t>Edit Master text styles</a:t>
            </a:r>
          </a:p>
          <a:p>
            <a:pPr marL="228600" marR="0" lvl="0" indent="-228600" algn="l" defTabSz="914400" rtl="0" eaLnBrk="1" fontAlgn="auto" latinLnBrk="0" hangingPunct="1">
              <a:lnSpc>
                <a:spcPct val="130000"/>
              </a:lnSpc>
              <a:spcBef>
                <a:spcPts val="600"/>
              </a:spcBef>
              <a:spcAft>
                <a:spcPts val="0"/>
              </a:spcAft>
              <a:buClr>
                <a:srgbClr val="FF5F05"/>
              </a:buClr>
              <a:buSzPct val="120000"/>
              <a:buFont typeface="Arial" panose="020B0604020202020204" pitchFamily="34" charset="0"/>
              <a:buChar char="•"/>
              <a:tabLst/>
              <a:defRPr/>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Single Corner Rounded 3">
            <a:extLst>
              <a:ext uri="{FF2B5EF4-FFF2-40B4-BE49-F238E27FC236}">
                <a16:creationId xmlns:a16="http://schemas.microsoft.com/office/drawing/2014/main" id="{82EEAE8F-7519-29C8-F957-A5DF1A345AFD}"/>
              </a:ext>
            </a:extLst>
          </p:cNvPr>
          <p:cNvSpPr/>
          <p:nvPr userDrawn="1"/>
        </p:nvSpPr>
        <p:spPr>
          <a:xfrm>
            <a:off x="2129085" y="6188440"/>
            <a:ext cx="3446775" cy="683623"/>
          </a:xfrm>
          <a:prstGeom prst="round1Rect">
            <a:avLst>
              <a:gd name="adj" fmla="val 33439"/>
            </a:avLst>
          </a:prstGeom>
          <a:solidFill>
            <a:srgbClr val="FF5F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11">
            <a:extLst>
              <a:ext uri="{FF2B5EF4-FFF2-40B4-BE49-F238E27FC236}">
                <a16:creationId xmlns:a16="http://schemas.microsoft.com/office/drawing/2014/main" id="{85058491-9C5F-2CBA-8A79-649BC9C3D283}"/>
              </a:ext>
            </a:extLst>
          </p:cNvPr>
          <p:cNvSpPr>
            <a:spLocks noGrp="1"/>
          </p:cNvSpPr>
          <p:nvPr>
            <p:ph type="ftr" sz="quarter" idx="3"/>
          </p:nvPr>
        </p:nvSpPr>
        <p:spPr>
          <a:xfrm>
            <a:off x="2304645" y="6370414"/>
            <a:ext cx="3093573" cy="365125"/>
          </a:xfrm>
          <a:prstGeom prst="rect">
            <a:avLst/>
          </a:prstGeom>
        </p:spPr>
        <p:txBody>
          <a:bodyPr vert="horz" lIns="91440" tIns="45720" rIns="91440" bIns="45720" rtlCol="0" anchor="ctr">
            <a:normAutofit/>
          </a:bodyPr>
          <a:lstStyle>
            <a:lvl1pPr algn="ctr">
              <a:defRPr sz="1600" b="1">
                <a:solidFill>
                  <a:schemeClr val="bg1"/>
                </a:solidFill>
                <a:latin typeface="+mj-lt"/>
              </a:defRPr>
            </a:lvl1pPr>
          </a:lstStyle>
          <a:p>
            <a:r>
              <a:rPr lang="en-US" dirty="0"/>
              <a:t>Office or unit name</a:t>
            </a:r>
          </a:p>
        </p:txBody>
      </p:sp>
      <p:sp>
        <p:nvSpPr>
          <p:cNvPr id="14" name="Slide Number Placeholder 13">
            <a:extLst>
              <a:ext uri="{FF2B5EF4-FFF2-40B4-BE49-F238E27FC236}">
                <a16:creationId xmlns:a16="http://schemas.microsoft.com/office/drawing/2014/main" id="{1C99DD88-293F-B174-9B69-932022C7BB41}"/>
              </a:ext>
            </a:extLst>
          </p:cNvPr>
          <p:cNvSpPr>
            <a:spLocks noGrp="1"/>
          </p:cNvSpPr>
          <p:nvPr>
            <p:ph type="sldNum" sz="quarter" idx="4"/>
          </p:nvPr>
        </p:nvSpPr>
        <p:spPr>
          <a:xfrm>
            <a:off x="11234478" y="6354827"/>
            <a:ext cx="372217" cy="276999"/>
          </a:xfrm>
          <a:prstGeom prst="rect">
            <a:avLst/>
          </a:prstGeom>
          <a:solidFill>
            <a:schemeClr val="bg1"/>
          </a:solidFill>
        </p:spPr>
        <p:txBody>
          <a:bodyPr vert="horz" wrap="none" lIns="91440" tIns="45720" rIns="91440" bIns="45720" rtlCol="0" anchor="ctr">
            <a:spAutoFit/>
          </a:bodyPr>
          <a:lstStyle>
            <a:lvl1pPr algn="ctr">
              <a:defRPr sz="1200">
                <a:solidFill>
                  <a:srgbClr val="13294B"/>
                </a:solidFill>
              </a:defRPr>
            </a:lvl1pPr>
          </a:lstStyle>
          <a:p>
            <a:fld id="{BAF65E9F-5E40-4D44-8234-C4D848A18724}" type="slidenum">
              <a:rPr lang="en-US" smtClean="0"/>
              <a:pPr/>
              <a:t>‹#›</a:t>
            </a:fld>
            <a:endParaRPr lang="en-US" dirty="0"/>
          </a:p>
        </p:txBody>
      </p:sp>
      <p:pic>
        <p:nvPicPr>
          <p:cNvPr id="4" name="Picture 3" descr="A black and white sign with white text&#10;&#10;AI-generated content may be incorrect.">
            <a:extLst>
              <a:ext uri="{FF2B5EF4-FFF2-40B4-BE49-F238E27FC236}">
                <a16:creationId xmlns:a16="http://schemas.microsoft.com/office/drawing/2014/main" id="{2361A194-2A20-F94C-AD73-1863B3A206A4}"/>
              </a:ext>
            </a:extLst>
          </p:cNvPr>
          <p:cNvPicPr>
            <a:picLocks noChangeAspect="1"/>
          </p:cNvPicPr>
          <p:nvPr userDrawn="1"/>
        </p:nvPicPr>
        <p:blipFill>
          <a:blip r:embed="rId28">
            <a:extLst>
              <a:ext uri="{28A0092B-C50C-407E-A947-70E740481C1C}">
                <a14:useLocalDpi xmlns:a14="http://schemas.microsoft.com/office/drawing/2010/main"/>
              </a:ext>
            </a:extLst>
          </a:blip>
          <a:srcRect/>
          <a:stretch>
            <a:fillRect/>
          </a:stretch>
        </p:blipFill>
        <p:spPr>
          <a:xfrm>
            <a:off x="55668" y="6279575"/>
            <a:ext cx="1949145" cy="493936"/>
          </a:xfrm>
          <a:prstGeom prst="rect">
            <a:avLst/>
          </a:prstGeom>
        </p:spPr>
      </p:pic>
      <p:pic>
        <p:nvPicPr>
          <p:cNvPr id="9" name="Picture 8" descr="A black background with red letters&#10;&#10;AI-generated content may be incorrect.">
            <a:extLst>
              <a:ext uri="{FF2B5EF4-FFF2-40B4-BE49-F238E27FC236}">
                <a16:creationId xmlns:a16="http://schemas.microsoft.com/office/drawing/2014/main" id="{07FB6785-CCC7-973B-B794-6C8729EAABA1}"/>
              </a:ext>
            </a:extLst>
          </p:cNvPr>
          <p:cNvPicPr>
            <a:picLocks noChangeAspect="1"/>
          </p:cNvPicPr>
          <p:nvPr userDrawn="1"/>
        </p:nvPicPr>
        <p:blipFill>
          <a:blip r:embed="rId29"/>
          <a:stretch>
            <a:fillRect/>
          </a:stretch>
        </p:blipFill>
        <p:spPr>
          <a:xfrm>
            <a:off x="9189925" y="6232658"/>
            <a:ext cx="2044553" cy="587769"/>
          </a:xfrm>
          <a:prstGeom prst="rect">
            <a:avLst/>
          </a:prstGeom>
        </p:spPr>
      </p:pic>
    </p:spTree>
    <p:extLst>
      <p:ext uri="{BB962C8B-B14F-4D97-AF65-F5344CB8AC3E}">
        <p14:creationId xmlns:p14="http://schemas.microsoft.com/office/powerpoint/2010/main" val="2937971482"/>
      </p:ext>
    </p:extLst>
  </p:cSld>
  <p:clrMap bg1="lt1" tx1="dk1" bg2="lt2" tx2="dk2" accent1="accent1" accent2="accent2" accent3="accent3" accent4="accent4" accent5="accent5" accent6="accent6" hlink="hlink" folHlink="folHlink"/>
  <p:sldLayoutIdLst>
    <p:sldLayoutId id="2147483662" r:id="rId1"/>
    <p:sldLayoutId id="2147483672" r:id="rId2"/>
    <p:sldLayoutId id="2147483673" r:id="rId3"/>
    <p:sldLayoutId id="2147483670" r:id="rId4"/>
    <p:sldLayoutId id="2147483650" r:id="rId5"/>
    <p:sldLayoutId id="2147483679" r:id="rId6"/>
    <p:sldLayoutId id="2147483680" r:id="rId7"/>
    <p:sldLayoutId id="2147483652" r:id="rId8"/>
    <p:sldLayoutId id="2147483653" r:id="rId9"/>
    <p:sldLayoutId id="2147483654" r:id="rId10"/>
    <p:sldLayoutId id="2147483677" r:id="rId11"/>
    <p:sldLayoutId id="2147483678" r:id="rId12"/>
    <p:sldLayoutId id="2147483669" r:id="rId13"/>
    <p:sldLayoutId id="2147483681" r:id="rId14"/>
    <p:sldLayoutId id="2147483685" r:id="rId15"/>
    <p:sldLayoutId id="2147483682" r:id="rId16"/>
    <p:sldLayoutId id="2147483683" r:id="rId17"/>
    <p:sldLayoutId id="2147483684" r:id="rId18"/>
    <p:sldLayoutId id="2147483688" r:id="rId19"/>
    <p:sldLayoutId id="2147483686" r:id="rId20"/>
    <p:sldLayoutId id="2147483689" r:id="rId21"/>
    <p:sldLayoutId id="2147483690" r:id="rId22"/>
    <p:sldLayoutId id="2147483666" r:id="rId23"/>
    <p:sldLayoutId id="2147483667" r:id="rId24"/>
    <p:sldLayoutId id="2147483692" r:id="rId25"/>
  </p:sldLayoutIdLst>
  <p:hf hdr="0" dt="0"/>
  <p:txStyles>
    <p:titleStyle>
      <a:lvl1pPr algn="l" defTabSz="914400" rtl="0" eaLnBrk="1" latinLnBrk="0" hangingPunct="1">
        <a:lnSpc>
          <a:spcPct val="90000"/>
        </a:lnSpc>
        <a:spcBef>
          <a:spcPct val="0"/>
        </a:spcBef>
        <a:buNone/>
        <a:defRPr sz="3600" b="1" i="0" kern="1200">
          <a:solidFill>
            <a:srgbClr val="FF5F05"/>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30000"/>
        </a:lnSpc>
        <a:spcBef>
          <a:spcPts val="600"/>
        </a:spcBef>
        <a:buClr>
          <a:srgbClr val="FF5F05"/>
        </a:buClr>
        <a:buSzPct val="120000"/>
        <a:buFont typeface="Arial" panose="020B0604020202020204" pitchFamily="34" charset="0"/>
        <a:buNone/>
        <a:defRPr sz="1800" kern="1200">
          <a:solidFill>
            <a:srgbClr val="13294B"/>
          </a:solidFill>
          <a:latin typeface="+mn-lt"/>
          <a:ea typeface="+mn-ea"/>
          <a:cs typeface="+mn-cs"/>
        </a:defRPr>
      </a:lvl1pPr>
      <a:lvl2pPr marL="685800" indent="-182880" algn="l" defTabSz="914400" rtl="0" eaLnBrk="1" latinLnBrk="0" hangingPunct="1">
        <a:lnSpc>
          <a:spcPct val="130000"/>
        </a:lnSpc>
        <a:spcBef>
          <a:spcPts val="600"/>
        </a:spcBef>
        <a:buClr>
          <a:srgbClr val="FF5F05"/>
        </a:buClr>
        <a:buSzPct val="120000"/>
        <a:buFont typeface="System Font Regular"/>
        <a:buChar char="-"/>
        <a:defRPr sz="1800" kern="1200">
          <a:solidFill>
            <a:srgbClr val="13294B"/>
          </a:solidFill>
          <a:latin typeface="+mn-lt"/>
          <a:ea typeface="+mn-ea"/>
          <a:cs typeface="+mn-cs"/>
        </a:defRPr>
      </a:lvl2pPr>
      <a:lvl3pPr marL="1143000" indent="-182880" algn="l" defTabSz="914400" rtl="0" eaLnBrk="1" latinLnBrk="0" hangingPunct="1">
        <a:lnSpc>
          <a:spcPct val="130000"/>
        </a:lnSpc>
        <a:spcBef>
          <a:spcPts val="600"/>
        </a:spcBef>
        <a:buClr>
          <a:srgbClr val="FF5F05"/>
        </a:buClr>
        <a:buSzPct val="120000"/>
        <a:buFont typeface="System Font Regular"/>
        <a:buChar char="-"/>
        <a:defRPr sz="1800" kern="1200">
          <a:solidFill>
            <a:srgbClr val="13294B"/>
          </a:solidFill>
          <a:latin typeface="+mn-lt"/>
          <a:ea typeface="+mn-ea"/>
          <a:cs typeface="+mn-cs"/>
        </a:defRPr>
      </a:lvl3pPr>
      <a:lvl4pPr marL="1600200" indent="-182880" algn="l" defTabSz="914400" rtl="0" eaLnBrk="1" latinLnBrk="0" hangingPunct="1">
        <a:lnSpc>
          <a:spcPct val="130000"/>
        </a:lnSpc>
        <a:spcBef>
          <a:spcPts val="600"/>
        </a:spcBef>
        <a:buClr>
          <a:srgbClr val="FF5F05"/>
        </a:buClr>
        <a:buSzPct val="120000"/>
        <a:buFont typeface="System Font Regular"/>
        <a:buChar char="-"/>
        <a:defRPr sz="1800" kern="1200">
          <a:solidFill>
            <a:srgbClr val="13294B"/>
          </a:solidFill>
          <a:latin typeface="+mn-lt"/>
          <a:ea typeface="+mn-ea"/>
          <a:cs typeface="+mn-cs"/>
        </a:defRPr>
      </a:lvl4pPr>
      <a:lvl5pPr marL="2057400" indent="-182880" algn="l" defTabSz="914400" rtl="0" eaLnBrk="1" latinLnBrk="0" hangingPunct="1">
        <a:lnSpc>
          <a:spcPct val="130000"/>
        </a:lnSpc>
        <a:spcBef>
          <a:spcPts val="600"/>
        </a:spcBef>
        <a:buClr>
          <a:srgbClr val="FF5F05"/>
        </a:buClr>
        <a:buSzPct val="120000"/>
        <a:buFont typeface="System Font Regular"/>
        <a:buChar char="-"/>
        <a:defRPr sz="1800" kern="1200">
          <a:solidFill>
            <a:srgbClr val="13294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5.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5.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D271779-DB91-C181-417D-950E9879EC25}"/>
              </a:ext>
            </a:extLst>
          </p:cNvPr>
          <p:cNvSpPr>
            <a:spLocks noGrp="1"/>
          </p:cNvSpPr>
          <p:nvPr>
            <p:ph type="ctrTitle"/>
          </p:nvPr>
        </p:nvSpPr>
        <p:spPr>
          <a:xfrm>
            <a:off x="755019" y="1386741"/>
            <a:ext cx="7710380" cy="2386584"/>
          </a:xfrm>
        </p:spPr>
        <p:txBody>
          <a:bodyPr/>
          <a:lstStyle/>
          <a:p>
            <a:r>
              <a:rPr lang="en-US" dirty="0">
                <a:latin typeface="Times New Roman" panose="02020603050405020304" pitchFamily="18" charset="0"/>
                <a:cs typeface="Times New Roman" panose="02020603050405020304" pitchFamily="18" charset="0"/>
              </a:rPr>
              <a:t>Clinical Embryology</a:t>
            </a:r>
          </a:p>
        </p:txBody>
      </p:sp>
      <p:sp>
        <p:nvSpPr>
          <p:cNvPr id="3" name="Rectangle 3">
            <a:extLst>
              <a:ext uri="{FF2B5EF4-FFF2-40B4-BE49-F238E27FC236}">
                <a16:creationId xmlns:a16="http://schemas.microsoft.com/office/drawing/2014/main" id="{BBAF05C5-038E-D4BA-24A2-C62A8345213F}"/>
              </a:ext>
            </a:extLst>
          </p:cNvPr>
          <p:cNvSpPr txBox="1">
            <a:spLocks noGrp="1" noChangeArrowheads="1"/>
          </p:cNvSpPr>
          <p:nvPr>
            <p:ph type="body" sz="quarter" idx="10"/>
          </p:nvPr>
        </p:nvSpPr>
        <p:spPr>
          <a:xfrm>
            <a:off x="171350" y="4720257"/>
            <a:ext cx="10006319" cy="1650381"/>
          </a:xfrm>
          <a:prstGeom prst="rect">
            <a:avLst/>
          </a:prstGeom>
        </p:spPr>
        <p:txBody>
          <a:bodyPr vert="horz" lIns="91440" tIns="45720" rIns="91440" bIns="45720" rtlCol="0">
            <a:normAutofit/>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defRPr>
            </a:lvl2pPr>
            <a:lvl3pPr marL="914400" indent="0" algn="ctr" rtl="0" eaLnBrk="0" fontAlgn="base" hangingPunct="0">
              <a:spcBef>
                <a:spcPct val="20000"/>
              </a:spcBef>
              <a:spcAft>
                <a:spcPct val="0"/>
              </a:spcAft>
              <a:buNone/>
              <a:defRPr sz="24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sz="2000">
                <a:solidFill>
                  <a:schemeClr val="tx1"/>
                </a:solidFill>
                <a:latin typeface="+mn-lt"/>
              </a:defRPr>
            </a:lvl6pPr>
            <a:lvl7pPr marL="2743200" indent="0" algn="ctr" rtl="0" fontAlgn="base">
              <a:spcBef>
                <a:spcPct val="20000"/>
              </a:spcBef>
              <a:spcAft>
                <a:spcPct val="0"/>
              </a:spcAft>
              <a:buNone/>
              <a:defRPr sz="2000">
                <a:solidFill>
                  <a:schemeClr val="tx1"/>
                </a:solidFill>
                <a:latin typeface="+mn-lt"/>
              </a:defRPr>
            </a:lvl7pPr>
            <a:lvl8pPr marL="3200400" indent="0" algn="ctr" rtl="0" fontAlgn="base">
              <a:spcBef>
                <a:spcPct val="20000"/>
              </a:spcBef>
              <a:spcAft>
                <a:spcPct val="0"/>
              </a:spcAft>
              <a:buNone/>
              <a:defRPr sz="2000">
                <a:solidFill>
                  <a:schemeClr val="tx1"/>
                </a:solidFill>
                <a:latin typeface="+mn-lt"/>
              </a:defRPr>
            </a:lvl8pPr>
            <a:lvl9pPr marL="3657600" indent="0" algn="ctr" rtl="0" fontAlgn="base">
              <a:spcBef>
                <a:spcPct val="20000"/>
              </a:spcBef>
              <a:spcAft>
                <a:spcPct val="0"/>
              </a:spcAft>
              <a:buNone/>
              <a:defRPr sz="2000">
                <a:solidFill>
                  <a:schemeClr val="tx1"/>
                </a:solidFill>
                <a:latin typeface="+mn-lt"/>
              </a:defRPr>
            </a:lvl9pPr>
          </a:lstStyle>
          <a:p>
            <a:pPr algn="l" eaLnBrk="1" hangingPunct="1">
              <a:lnSpc>
                <a:spcPct val="90000"/>
              </a:lnSpc>
              <a:defRPr/>
            </a:pPr>
            <a:r>
              <a:rPr lang="en-US" altLang="en-US" sz="4300" b="1" dirty="0">
                <a:solidFill>
                  <a:schemeClr val="bg1"/>
                </a:solidFill>
                <a:latin typeface="Times New Roman" panose="02020603050405020304" pitchFamily="18" charset="0"/>
                <a:cs typeface="Times New Roman" panose="02020603050405020304" pitchFamily="18" charset="0"/>
              </a:rPr>
              <a:t>Wessam Ibrahim, MD, PhD, MEHP</a:t>
            </a:r>
            <a:endParaRPr lang="en-US" altLang="en-US" sz="2200" b="1"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C220DA6-EE1E-D714-0D94-DAC9FBB6648D}"/>
              </a:ext>
            </a:extLst>
          </p:cNvPr>
          <p:cNvSpPr txBox="1"/>
          <p:nvPr/>
        </p:nvSpPr>
        <p:spPr>
          <a:xfrm>
            <a:off x="171350" y="6152444"/>
            <a:ext cx="6585487" cy="480131"/>
          </a:xfrm>
          <a:prstGeom prst="rect">
            <a:avLst/>
          </a:prstGeom>
          <a:noFill/>
        </p:spPr>
        <p:txBody>
          <a:bodyPr wrap="square" rtlCol="0">
            <a:spAutoFit/>
          </a:bodyPr>
          <a:lstStyle/>
          <a:p>
            <a:pPr algn="l" eaLnBrk="1" hangingPunct="1">
              <a:lnSpc>
                <a:spcPct val="90000"/>
              </a:lnSpc>
              <a:defRPr/>
            </a:pPr>
            <a:r>
              <a:rPr lang="en-US" altLang="en-US" sz="2800" b="1" dirty="0">
                <a:solidFill>
                  <a:schemeClr val="bg1"/>
                </a:solidFill>
                <a:latin typeface="Times New Roman" panose="02020603050405020304" pitchFamily="18" charset="0"/>
                <a:cs typeface="Times New Roman" panose="02020603050405020304" pitchFamily="18" charset="0"/>
              </a:rPr>
              <a:t>(For use only by CIMED students)</a:t>
            </a:r>
          </a:p>
        </p:txBody>
      </p:sp>
    </p:spTree>
    <p:extLst>
      <p:ext uri="{BB962C8B-B14F-4D97-AF65-F5344CB8AC3E}">
        <p14:creationId xmlns:p14="http://schemas.microsoft.com/office/powerpoint/2010/main" val="555265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6E7F4-0D13-4AEC-5D9C-6257431ACFA5}"/>
              </a:ext>
            </a:extLst>
          </p:cNvPr>
          <p:cNvSpPr>
            <a:spLocks noGrp="1"/>
          </p:cNvSpPr>
          <p:nvPr>
            <p:ph type="title" idx="4294967295"/>
          </p:nvPr>
        </p:nvSpPr>
        <p:spPr>
          <a:xfrm>
            <a:off x="73572" y="35237"/>
            <a:ext cx="11037884" cy="590931"/>
          </a:xfrm>
        </p:spPr>
        <p:txBody>
          <a:bodyPr vert="horz" wrap="square" lIns="91440" tIns="45720" rIns="91440" bIns="45720" rtlCol="0" anchor="b" anchorCtr="0">
            <a:spAutoFit/>
          </a:bodyPr>
          <a:lstStyle/>
          <a:p>
            <a:r>
              <a:rPr lang="en-US" dirty="0">
                <a:latin typeface="Times New Roman" panose="02020603050405020304" pitchFamily="18" charset="0"/>
                <a:cs typeface="Times New Roman" panose="02020603050405020304" pitchFamily="18" charset="0"/>
              </a:rPr>
              <a:t>Learning Objectives </a:t>
            </a:r>
          </a:p>
        </p:txBody>
      </p:sp>
      <p:graphicFrame>
        <p:nvGraphicFramePr>
          <p:cNvPr id="4" name="Table 3">
            <a:extLst>
              <a:ext uri="{FF2B5EF4-FFF2-40B4-BE49-F238E27FC236}">
                <a16:creationId xmlns:a16="http://schemas.microsoft.com/office/drawing/2014/main" id="{36B0AF16-A5A4-0FA3-6DE0-E5334D27D3EF}"/>
              </a:ext>
            </a:extLst>
          </p:cNvPr>
          <p:cNvGraphicFramePr>
            <a:graphicFrameLocks noGrp="1"/>
          </p:cNvGraphicFramePr>
          <p:nvPr>
            <p:extLst>
              <p:ext uri="{D42A27DB-BD31-4B8C-83A1-F6EECF244321}">
                <p14:modId xmlns:p14="http://schemas.microsoft.com/office/powerpoint/2010/main" val="1983123101"/>
              </p:ext>
            </p:extLst>
          </p:nvPr>
        </p:nvGraphicFramePr>
        <p:xfrm>
          <a:off x="73572" y="626169"/>
          <a:ext cx="11655973" cy="5499383"/>
        </p:xfrm>
        <a:graphic>
          <a:graphicData uri="http://schemas.openxmlformats.org/drawingml/2006/table">
            <a:tbl>
              <a:tblPr firstRow="1" firstCol="1" bandRow="1">
                <a:tableStyleId>{2D5ABB26-0587-4C30-8999-92F81FD0307C}</a:tableStyleId>
              </a:tblPr>
              <a:tblGrid>
                <a:gridCol w="11655973">
                  <a:extLst>
                    <a:ext uri="{9D8B030D-6E8A-4147-A177-3AD203B41FA5}">
                      <a16:colId xmlns:a16="http://schemas.microsoft.com/office/drawing/2014/main" val="3751321204"/>
                    </a:ext>
                  </a:extLst>
                </a:gridCol>
              </a:tblGrid>
              <a:tr h="309762">
                <a:tc>
                  <a:txBody>
                    <a:bodyPr/>
                    <a:lstStyle/>
                    <a:p>
                      <a:pPr marL="285750" marR="0" indent="-285750" algn="just">
                        <a:lnSpc>
                          <a:spcPct val="110000"/>
                        </a:lnSpc>
                        <a:spcAft>
                          <a:spcPts val="800"/>
                        </a:spcAft>
                        <a:buFont typeface="Arial" panose="020B0604020202020204" pitchFamily="34" charset="0"/>
                        <a:buChar char="•"/>
                      </a:pP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Differentiate between embryonic/fetal age &amp; gestational age.</a:t>
                      </a:r>
                      <a:endParaRPr lang="en-US" sz="17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91187367"/>
                  </a:ext>
                </a:extLst>
              </a:tr>
              <a:tr h="557447">
                <a:tc>
                  <a:txBody>
                    <a:bodyPr/>
                    <a:lstStyle/>
                    <a:p>
                      <a:pPr marL="285750" marR="0" indent="-285750">
                        <a:lnSpc>
                          <a:spcPct val="115000"/>
                        </a:lnSpc>
                        <a:spcAft>
                          <a:spcPts val="800"/>
                        </a:spcAft>
                        <a:buFont typeface="Arial" panose="020B0604020202020204" pitchFamily="34" charset="0"/>
                        <a:buChar char="•"/>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Describe the major events of the first three weeks of human development, including fertilization, cleavage, implantation, and gastrulation.</a:t>
                      </a:r>
                    </a:p>
                  </a:txBody>
                  <a:tcPr marL="68580" marR="68580" marT="0" marB="0"/>
                </a:tc>
                <a:extLst>
                  <a:ext uri="{0D108BD9-81ED-4DB2-BD59-A6C34878D82A}">
                    <a16:rowId xmlns:a16="http://schemas.microsoft.com/office/drawing/2014/main" val="2066491245"/>
                  </a:ext>
                </a:extLst>
              </a:tr>
              <a:tr h="535352">
                <a:tc>
                  <a:txBody>
                    <a:bodyPr/>
                    <a:lstStyle/>
                    <a:p>
                      <a:pPr marL="285750" marR="0" indent="-285750" algn="just">
                        <a:lnSpc>
                          <a:spcPct val="110000"/>
                        </a:lnSpc>
                        <a:spcAft>
                          <a:spcPts val="800"/>
                        </a:spcAft>
                        <a:buFont typeface="Arial" panose="020B0604020202020204" pitchFamily="34" charset="0"/>
                        <a:buChar char="•"/>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Explain the formation and derivatives of the three germ layers while correlating them with clinically relevant congenital anomalies.</a:t>
                      </a:r>
                    </a:p>
                  </a:txBody>
                  <a:tcPr marL="68580" marR="68580" marT="0" marB="0"/>
                </a:tc>
                <a:extLst>
                  <a:ext uri="{0D108BD9-81ED-4DB2-BD59-A6C34878D82A}">
                    <a16:rowId xmlns:a16="http://schemas.microsoft.com/office/drawing/2014/main" val="2996756678"/>
                  </a:ext>
                </a:extLst>
              </a:tr>
              <a:tr h="444223">
                <a:tc>
                  <a:txBody>
                    <a:bodyPr/>
                    <a:lstStyle/>
                    <a:p>
                      <a:pPr marL="285750" marR="0" indent="-285750" algn="just">
                        <a:lnSpc>
                          <a:spcPct val="110000"/>
                        </a:lnSpc>
                        <a:spcAft>
                          <a:spcPts val="800"/>
                        </a:spcAft>
                        <a:buFont typeface="Arial" panose="020B0604020202020204" pitchFamily="34" charset="0"/>
                        <a:buChar char="•"/>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Describe the development and functions of extraembryonic membranes and the placenta during early pregnancy.</a:t>
                      </a:r>
                    </a:p>
                  </a:txBody>
                  <a:tcPr marL="68580" marR="68580" marT="0" marB="0"/>
                </a:tc>
                <a:extLst>
                  <a:ext uri="{0D108BD9-81ED-4DB2-BD59-A6C34878D82A}">
                    <a16:rowId xmlns:a16="http://schemas.microsoft.com/office/drawing/2014/main" val="2567468263"/>
                  </a:ext>
                </a:extLst>
              </a:tr>
              <a:tr h="443825">
                <a:tc>
                  <a:txBody>
                    <a:bodyPr/>
                    <a:lstStyle/>
                    <a:p>
                      <a:pPr marL="285750" marR="0" indent="-285750" algn="just">
                        <a:lnSpc>
                          <a:spcPct val="110000"/>
                        </a:lnSpc>
                        <a:spcAft>
                          <a:spcPts val="800"/>
                        </a:spcAft>
                        <a:buFont typeface="Arial" panose="020B0604020202020204" pitchFamily="34" charset="0"/>
                        <a:buChar char="•"/>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Explain the establishment of maternal-fetal circulation and the endocrine functions of the placenta.</a:t>
                      </a:r>
                    </a:p>
                  </a:txBody>
                  <a:tcPr marL="68580" marR="68580" marT="0" marB="0"/>
                </a:tc>
                <a:extLst>
                  <a:ext uri="{0D108BD9-81ED-4DB2-BD59-A6C34878D82A}">
                    <a16:rowId xmlns:a16="http://schemas.microsoft.com/office/drawing/2014/main" val="502283818"/>
                  </a:ext>
                </a:extLst>
              </a:tr>
              <a:tr h="535352">
                <a:tc>
                  <a:txBody>
                    <a:bodyPr/>
                    <a:lstStyle/>
                    <a:p>
                      <a:pPr marL="285750" marR="0" indent="-285750" algn="just">
                        <a:lnSpc>
                          <a:spcPct val="110000"/>
                        </a:lnSpc>
                        <a:spcAft>
                          <a:spcPts val="800"/>
                        </a:spcAft>
                        <a:buFont typeface="Arial" panose="020B0604020202020204" pitchFamily="34" charset="0"/>
                        <a:buChar char="•"/>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Apply embryologic principles to interpret abnormalities of implantation and placentation, including ectopic pregnancy, placenta previa, and placenta accreta.</a:t>
                      </a:r>
                    </a:p>
                  </a:txBody>
                  <a:tcPr marL="68580" marR="68580" marT="0" marB="0"/>
                </a:tc>
                <a:extLst>
                  <a:ext uri="{0D108BD9-81ED-4DB2-BD59-A6C34878D82A}">
                    <a16:rowId xmlns:a16="http://schemas.microsoft.com/office/drawing/2014/main" val="3127457862"/>
                  </a:ext>
                </a:extLst>
              </a:tr>
              <a:tr h="464641">
                <a:tc>
                  <a:txBody>
                    <a:bodyPr/>
                    <a:lstStyle/>
                    <a:p>
                      <a:pPr marL="285750" marR="0" indent="-285750" algn="just">
                        <a:lnSpc>
                          <a:spcPct val="110000"/>
                        </a:lnSpc>
                        <a:spcAft>
                          <a:spcPts val="800"/>
                        </a:spcAft>
                        <a:buFont typeface="Arial" panose="020B0604020202020204" pitchFamily="34" charset="0"/>
                        <a:buChar char="•"/>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Describe the embryologic origins of the gonads, genital ducts, and external genitalia.</a:t>
                      </a:r>
                    </a:p>
                  </a:txBody>
                  <a:tcPr marL="68580" marR="68580" marT="0" marB="0"/>
                </a:tc>
                <a:extLst>
                  <a:ext uri="{0D108BD9-81ED-4DB2-BD59-A6C34878D82A}">
                    <a16:rowId xmlns:a16="http://schemas.microsoft.com/office/drawing/2014/main" val="3960959063"/>
                  </a:ext>
                </a:extLst>
              </a:tr>
              <a:tr h="535352">
                <a:tc>
                  <a:txBody>
                    <a:bodyPr/>
                    <a:lstStyle/>
                    <a:p>
                      <a:pPr marL="285750" marR="0" indent="-285750" algn="just">
                        <a:lnSpc>
                          <a:spcPct val="110000"/>
                        </a:lnSpc>
                        <a:spcAft>
                          <a:spcPts val="800"/>
                        </a:spcAft>
                        <a:buFont typeface="Arial" panose="020B0604020202020204" pitchFamily="34" charset="0"/>
                        <a:buChar char="•"/>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Explain the molecular and hormonal mechanisms of sex determination and sexual differentiation, including the roles of SRY and AMH.</a:t>
                      </a:r>
                    </a:p>
                  </a:txBody>
                  <a:tcPr marL="68580" marR="68580" marT="0" marB="0"/>
                </a:tc>
                <a:extLst>
                  <a:ext uri="{0D108BD9-81ED-4DB2-BD59-A6C34878D82A}">
                    <a16:rowId xmlns:a16="http://schemas.microsoft.com/office/drawing/2014/main" val="740432342"/>
                  </a:ext>
                </a:extLst>
              </a:tr>
              <a:tr h="443825">
                <a:tc>
                  <a:txBody>
                    <a:bodyPr/>
                    <a:lstStyle/>
                    <a:p>
                      <a:pPr marL="285750" marR="0" indent="-285750" algn="just">
                        <a:lnSpc>
                          <a:spcPct val="110000"/>
                        </a:lnSpc>
                        <a:spcAft>
                          <a:spcPts val="800"/>
                        </a:spcAft>
                        <a:buFont typeface="Arial" panose="020B0604020202020204" pitchFamily="34" charset="0"/>
                        <a:buChar char="•"/>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Differentiate the derivatives of the mesonephric (Wolffian) and paramesonephric (Müllerian) ducts in males and females.</a:t>
                      </a:r>
                    </a:p>
                  </a:txBody>
                  <a:tcPr marL="68580" marR="68580" marT="0" marB="0"/>
                </a:tc>
                <a:extLst>
                  <a:ext uri="{0D108BD9-81ED-4DB2-BD59-A6C34878D82A}">
                    <a16:rowId xmlns:a16="http://schemas.microsoft.com/office/drawing/2014/main" val="2618622426"/>
                  </a:ext>
                </a:extLst>
              </a:tr>
              <a:tr h="624062">
                <a:tc>
                  <a:txBody>
                    <a:bodyPr/>
                    <a:lstStyle/>
                    <a:p>
                      <a:pPr marL="285750" marR="0" indent="-285750" algn="just">
                        <a:lnSpc>
                          <a:spcPct val="110000"/>
                        </a:lnSpc>
                        <a:spcAft>
                          <a:spcPts val="800"/>
                        </a:spcAft>
                        <a:buFont typeface="Arial" panose="020B0604020202020204" pitchFamily="34" charset="0"/>
                        <a:buChar char="•"/>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Analyze the embryologic basis of common congenital malformations of the reproductive system, including cryptorchidism, hypospadias, Müllerian anomalies, and disorders of sexual development</a:t>
                      </a:r>
                    </a:p>
                  </a:txBody>
                  <a:tcPr marL="68580" marR="68580" marT="0" marB="0"/>
                </a:tc>
                <a:extLst>
                  <a:ext uri="{0D108BD9-81ED-4DB2-BD59-A6C34878D82A}">
                    <a16:rowId xmlns:a16="http://schemas.microsoft.com/office/drawing/2014/main" val="4057479577"/>
                  </a:ext>
                </a:extLst>
              </a:tr>
              <a:tr h="535352">
                <a:tc>
                  <a:txBody>
                    <a:bodyPr/>
                    <a:lstStyle/>
                    <a:p>
                      <a:pPr marL="285750" marR="0" indent="-285750" algn="just">
                        <a:lnSpc>
                          <a:spcPct val="110000"/>
                        </a:lnSpc>
                        <a:spcAft>
                          <a:spcPts val="800"/>
                        </a:spcAft>
                        <a:buFont typeface="Arial" panose="020B0604020202020204" pitchFamily="34" charset="0"/>
                        <a:buChar char="•"/>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Integrate embryologic, placental, and reproductive developmental concepts to solve clinical and USMLE Step 1-style questions involving congenital abnormalities and reproductive disorders.</a:t>
                      </a:r>
                    </a:p>
                  </a:txBody>
                  <a:tcPr marL="68580" marR="68580" marT="0" marB="0"/>
                </a:tc>
                <a:extLst>
                  <a:ext uri="{0D108BD9-81ED-4DB2-BD59-A6C34878D82A}">
                    <a16:rowId xmlns:a16="http://schemas.microsoft.com/office/drawing/2014/main" val="4262437"/>
                  </a:ext>
                </a:extLst>
              </a:tr>
            </a:tbl>
          </a:graphicData>
        </a:graphic>
      </p:graphicFrame>
    </p:spTree>
    <p:extLst>
      <p:ext uri="{BB962C8B-B14F-4D97-AF65-F5344CB8AC3E}">
        <p14:creationId xmlns:p14="http://schemas.microsoft.com/office/powerpoint/2010/main" val="570088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7A081-F263-94A2-1B7B-3227AB44D160}"/>
            </a:ext>
          </a:extLst>
        </p:cNvPr>
        <p:cNvGrpSpPr/>
        <p:nvPr/>
      </p:nvGrpSpPr>
      <p:grpSpPr>
        <a:xfrm>
          <a:off x="0" y="0"/>
          <a:ext cx="0" cy="0"/>
          <a:chOff x="0" y="0"/>
          <a:chExt cx="0" cy="0"/>
        </a:xfrm>
      </p:grpSpPr>
      <p:sp>
        <p:nvSpPr>
          <p:cNvPr id="54274" name="Title 1">
            <a:extLst>
              <a:ext uri="{FF2B5EF4-FFF2-40B4-BE49-F238E27FC236}">
                <a16:creationId xmlns:a16="http://schemas.microsoft.com/office/drawing/2014/main" id="{86EDCF91-F3DB-7B6F-2092-7C2A3DE9C993}"/>
              </a:ext>
            </a:extLst>
          </p:cNvPr>
          <p:cNvSpPr>
            <a:spLocks noGrp="1"/>
          </p:cNvSpPr>
          <p:nvPr>
            <p:ph type="title"/>
          </p:nvPr>
        </p:nvSpPr>
        <p:spPr bwMode="auto">
          <a:xfrm>
            <a:off x="0" y="0"/>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1</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6ADA8343-D05C-027D-A5A8-FEF24BB84FAD}"/>
              </a:ext>
            </a:extLst>
          </p:cNvPr>
          <p:cNvSpPr>
            <a:spLocks noGrp="1"/>
          </p:cNvSpPr>
          <p:nvPr>
            <p:ph idx="1"/>
          </p:nvPr>
        </p:nvSpPr>
        <p:spPr>
          <a:xfrm>
            <a:off x="109957" y="613576"/>
            <a:ext cx="11972085" cy="5313081"/>
          </a:xfrm>
        </p:spPr>
        <p:txBody>
          <a:bodyPr vert="horz" lIns="91440" tIns="45720" rIns="91440" bIns="45720" rtlCol="0">
            <a:noAutofit/>
          </a:bodyPr>
          <a:lstStyle/>
          <a:p>
            <a:pPr marL="0" indent="0" algn="just">
              <a:lnSpc>
                <a:spcPct val="100000"/>
              </a:lnSpc>
              <a:buNone/>
            </a:pPr>
            <a:r>
              <a:rPr lang="en-US" sz="2600" b="1" dirty="0">
                <a:solidFill>
                  <a:srgbClr val="232323"/>
                </a:solidFill>
                <a:latin typeface="Times New Roman" panose="02020603050405020304" pitchFamily="18" charset="0"/>
                <a:cs typeface="Times New Roman" panose="02020603050405020304" pitchFamily="18" charset="0"/>
              </a:rPr>
              <a:t>A 30-year-old woman presents with 2 years of unexplained infertility. Evaluation of her partner reveals normal sperm concentration, morphology, and motility. During assisted reproductive testing, sperm successfully reach and surround the secondary oocyte but are unable to bind effectively to the zona pellucida or undergo the acrosome reaction. Further studies demonstrate failure of the biochemical changes that normally occur as sperm transit through the female reproductive tract. Which of the following processes is most likely defective in this patient?</a:t>
            </a:r>
          </a:p>
          <a:p>
            <a:pPr marL="0" indent="0" algn="just">
              <a:lnSpc>
                <a:spcPct val="100000"/>
              </a:lnSpc>
              <a:buNone/>
            </a:pPr>
            <a:endParaRPr lang="en-US" sz="2600" b="1" dirty="0">
              <a:solidFill>
                <a:srgbClr val="232323"/>
              </a:solidFill>
              <a:latin typeface="Times New Roman" panose="02020603050405020304" pitchFamily="18" charset="0"/>
              <a:cs typeface="Times New Roman" panose="02020603050405020304" pitchFamily="18" charset="0"/>
            </a:endParaRPr>
          </a:p>
          <a:p>
            <a:pPr marL="0" indent="0">
              <a:lnSpc>
                <a:spcPct val="100000"/>
              </a:lnSpc>
              <a:buNone/>
            </a:pPr>
            <a:r>
              <a:rPr lang="en-US" sz="2600" dirty="0">
                <a:solidFill>
                  <a:srgbClr val="232323"/>
                </a:solidFill>
                <a:latin typeface="Times New Roman" panose="02020603050405020304" pitchFamily="18" charset="0"/>
                <a:cs typeface="Times New Roman" panose="02020603050405020304" pitchFamily="18" charset="0"/>
              </a:rPr>
              <a:t>A. Completion of meiosis II by the secondary oocyte</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B. Capacitation of spermatozoa</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C. Cortical granule exocytosis</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D. Formation of the male pronucleus</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E. Fusion of the male and female pronuclei</a:t>
            </a:r>
          </a:p>
        </p:txBody>
      </p:sp>
    </p:spTree>
    <p:extLst>
      <p:ext uri="{BB962C8B-B14F-4D97-AF65-F5344CB8AC3E}">
        <p14:creationId xmlns:p14="http://schemas.microsoft.com/office/powerpoint/2010/main" val="494854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1E5FBFA-1DE4-5F00-21E7-C4B101636458}"/>
            </a:ext>
          </a:extLst>
        </p:cNvPr>
        <p:cNvGrpSpPr/>
        <p:nvPr/>
      </p:nvGrpSpPr>
      <p:grpSpPr>
        <a:xfrm>
          <a:off x="0" y="0"/>
          <a:ext cx="0" cy="0"/>
          <a:chOff x="0" y="0"/>
          <a:chExt cx="0" cy="0"/>
        </a:xfrm>
      </p:grpSpPr>
      <p:sp>
        <p:nvSpPr>
          <p:cNvPr id="54274" name="Title 1">
            <a:extLst>
              <a:ext uri="{FF2B5EF4-FFF2-40B4-BE49-F238E27FC236}">
                <a16:creationId xmlns:a16="http://schemas.microsoft.com/office/drawing/2014/main" id="{5579DC46-CF51-5587-C99E-4662344229CA}"/>
              </a:ext>
            </a:extLst>
          </p:cNvPr>
          <p:cNvSpPr>
            <a:spLocks noGrp="1"/>
          </p:cNvSpPr>
          <p:nvPr>
            <p:ph type="title"/>
          </p:nvPr>
        </p:nvSpPr>
        <p:spPr bwMode="auto">
          <a:xfrm>
            <a:off x="0" y="16986"/>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2</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522187A8-105E-49C0-E847-1B6C99907D4A}"/>
              </a:ext>
            </a:extLst>
          </p:cNvPr>
          <p:cNvSpPr>
            <a:spLocks noGrp="1"/>
          </p:cNvSpPr>
          <p:nvPr>
            <p:ph idx="1"/>
          </p:nvPr>
        </p:nvSpPr>
        <p:spPr>
          <a:xfrm>
            <a:off x="0" y="638734"/>
            <a:ext cx="12106275" cy="5360988"/>
          </a:xfrm>
        </p:spPr>
        <p:txBody>
          <a:bodyPr vert="horz" lIns="91440" tIns="45720" rIns="91440" bIns="45720" rtlCol="0">
            <a:noAutofit/>
          </a:bodyPr>
          <a:lstStyle/>
          <a:p>
            <a:pPr algn="just">
              <a:lnSpc>
                <a:spcPct val="100000"/>
              </a:lnSpc>
            </a:pPr>
            <a:r>
              <a:rPr lang="en-US" sz="2600" b="1" dirty="0">
                <a:solidFill>
                  <a:srgbClr val="232323"/>
                </a:solidFill>
                <a:latin typeface="Times New Roman" panose="02020603050405020304" pitchFamily="18" charset="0"/>
                <a:cs typeface="Times New Roman" panose="02020603050405020304" pitchFamily="18" charset="0"/>
              </a:rPr>
              <a:t>A 34-year-old woman undergoes evaluation for recurrent implantation failure following multiple cycles of in vitro fertilization. Genetic testing demonstrates a normal embryo karyotype, and embryo development progresses appropriately to the blastocyst stage. Endometrial biopsy reveals inadequate invasion of maternal endometrial tissue by trophoblastic cells, preventing establishment of normal maternal-fetal exchange. Which of the following embryonic cell populations is primarily responsible for invasion of the endometrium and establishment of implantation?</a:t>
            </a:r>
          </a:p>
          <a:p>
            <a:pPr>
              <a:lnSpc>
                <a:spcPct val="100000"/>
              </a:lnSpc>
            </a:pPr>
            <a:r>
              <a:rPr lang="en-US" sz="2600" dirty="0">
                <a:solidFill>
                  <a:srgbClr val="232323"/>
                </a:solidFill>
                <a:latin typeface="Times New Roman" panose="02020603050405020304" pitchFamily="18" charset="0"/>
                <a:cs typeface="Times New Roman" panose="02020603050405020304" pitchFamily="18" charset="0"/>
              </a:rPr>
              <a:t>A. Cytotrophoblast</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B. Epiblast</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C. Syncytiotrophoblast</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D. Hypoblast</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E. Extraembryonic mesoderm</a:t>
            </a:r>
          </a:p>
        </p:txBody>
      </p:sp>
    </p:spTree>
    <p:extLst>
      <p:ext uri="{BB962C8B-B14F-4D97-AF65-F5344CB8AC3E}">
        <p14:creationId xmlns:p14="http://schemas.microsoft.com/office/powerpoint/2010/main" val="3530441981"/>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6859520-891C-1BAB-A422-DEF1F370E866}"/>
            </a:ext>
          </a:extLst>
        </p:cNvPr>
        <p:cNvGrpSpPr/>
        <p:nvPr/>
      </p:nvGrpSpPr>
      <p:grpSpPr>
        <a:xfrm>
          <a:off x="0" y="0"/>
          <a:ext cx="0" cy="0"/>
          <a:chOff x="0" y="0"/>
          <a:chExt cx="0" cy="0"/>
        </a:xfrm>
      </p:grpSpPr>
      <p:sp>
        <p:nvSpPr>
          <p:cNvPr id="54274" name="Title 1">
            <a:extLst>
              <a:ext uri="{FF2B5EF4-FFF2-40B4-BE49-F238E27FC236}">
                <a16:creationId xmlns:a16="http://schemas.microsoft.com/office/drawing/2014/main" id="{7CCCE51D-07D1-B063-379D-C8B93B546AC4}"/>
              </a:ext>
            </a:extLst>
          </p:cNvPr>
          <p:cNvSpPr>
            <a:spLocks noGrp="1"/>
          </p:cNvSpPr>
          <p:nvPr>
            <p:ph type="title"/>
          </p:nvPr>
        </p:nvSpPr>
        <p:spPr bwMode="auto">
          <a:xfrm>
            <a:off x="0" y="0"/>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3</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6D997C8B-4B3B-FAE3-9EC6-79EB8B771B5D}"/>
              </a:ext>
            </a:extLst>
          </p:cNvPr>
          <p:cNvSpPr>
            <a:spLocks noGrp="1"/>
          </p:cNvSpPr>
          <p:nvPr>
            <p:ph idx="1"/>
          </p:nvPr>
        </p:nvSpPr>
        <p:spPr>
          <a:xfrm>
            <a:off x="101600" y="870426"/>
            <a:ext cx="11750675" cy="5347494"/>
          </a:xfrm>
        </p:spPr>
        <p:txBody>
          <a:bodyPr vert="horz" lIns="91440" tIns="45720" rIns="91440" bIns="45720" rtlCol="0">
            <a:noAutofit/>
          </a:bodyPr>
          <a:lstStyle/>
          <a:p>
            <a:pPr algn="just">
              <a:lnSpc>
                <a:spcPct val="100000"/>
              </a:lnSpc>
            </a:pPr>
            <a:r>
              <a:rPr lang="en-US" sz="2600" b="1" dirty="0">
                <a:solidFill>
                  <a:srgbClr val="232323"/>
                </a:solidFill>
                <a:latin typeface="Times New Roman" panose="02020603050405020304" pitchFamily="18" charset="0"/>
                <a:cs typeface="Times New Roman" panose="02020603050405020304" pitchFamily="18" charset="0"/>
              </a:rPr>
              <a:t>A 38-year-old woman, gravida 4 para 3, presents in labor at 39 weeks' gestation. Her obstetric history is significant for two prior cesarean deliveries. Following an uncomplicated vaginal delivery, the placenta fails to separate spontaneously. Attempts at manual extraction result in massive postpartum hemorrhage requiring emergent surgical intervention. Histologic examination demonstrates chorionic villi abnormally attached directly to the myometrium.</a:t>
            </a:r>
          </a:p>
          <a:p>
            <a:pPr algn="just">
              <a:lnSpc>
                <a:spcPct val="100000"/>
              </a:lnSpc>
            </a:pPr>
            <a:r>
              <a:rPr lang="en-US" sz="2600" b="1" dirty="0">
                <a:solidFill>
                  <a:srgbClr val="232323"/>
                </a:solidFill>
                <a:latin typeface="Times New Roman" panose="02020603050405020304" pitchFamily="18" charset="0"/>
                <a:cs typeface="Times New Roman" panose="02020603050405020304" pitchFamily="18" charset="0"/>
              </a:rPr>
              <a:t>Which of the following is the most likely diagnosis?</a:t>
            </a:r>
          </a:p>
          <a:p>
            <a:pPr>
              <a:lnSpc>
                <a:spcPct val="100000"/>
              </a:lnSpc>
            </a:pPr>
            <a:r>
              <a:rPr lang="en-US" sz="2600" dirty="0">
                <a:solidFill>
                  <a:srgbClr val="232323"/>
                </a:solidFill>
                <a:latin typeface="Times New Roman" panose="02020603050405020304" pitchFamily="18" charset="0"/>
                <a:cs typeface="Times New Roman" panose="02020603050405020304" pitchFamily="18" charset="0"/>
              </a:rPr>
              <a:t>A. Placenta accreta</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B. Placental abruption</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C. Placenta previa</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D. Velamentous placenta</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E. Membranous placenta</a:t>
            </a:r>
          </a:p>
        </p:txBody>
      </p:sp>
    </p:spTree>
    <p:extLst>
      <p:ext uri="{BB962C8B-B14F-4D97-AF65-F5344CB8AC3E}">
        <p14:creationId xmlns:p14="http://schemas.microsoft.com/office/powerpoint/2010/main" val="3094028681"/>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6B2A7-96CB-7BA4-F173-5AE37213822B}"/>
            </a:ext>
          </a:extLst>
        </p:cNvPr>
        <p:cNvGrpSpPr/>
        <p:nvPr/>
      </p:nvGrpSpPr>
      <p:grpSpPr>
        <a:xfrm>
          <a:off x="0" y="0"/>
          <a:ext cx="0" cy="0"/>
          <a:chOff x="0" y="0"/>
          <a:chExt cx="0" cy="0"/>
        </a:xfrm>
      </p:grpSpPr>
      <p:sp>
        <p:nvSpPr>
          <p:cNvPr id="54274" name="Title 1">
            <a:extLst>
              <a:ext uri="{FF2B5EF4-FFF2-40B4-BE49-F238E27FC236}">
                <a16:creationId xmlns:a16="http://schemas.microsoft.com/office/drawing/2014/main" id="{EF040EB5-4CEE-EBB8-176D-00D6E574B48C}"/>
              </a:ext>
            </a:extLst>
          </p:cNvPr>
          <p:cNvSpPr>
            <a:spLocks noGrp="1"/>
          </p:cNvSpPr>
          <p:nvPr>
            <p:ph type="title"/>
          </p:nvPr>
        </p:nvSpPr>
        <p:spPr bwMode="auto">
          <a:xfrm>
            <a:off x="0" y="0"/>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4</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7A8EDB2F-2271-F5DA-6245-DC2D148C7B92}"/>
              </a:ext>
            </a:extLst>
          </p:cNvPr>
          <p:cNvSpPr>
            <a:spLocks noGrp="1"/>
          </p:cNvSpPr>
          <p:nvPr>
            <p:ph idx="1"/>
          </p:nvPr>
        </p:nvSpPr>
        <p:spPr>
          <a:xfrm>
            <a:off x="96829" y="621748"/>
            <a:ext cx="11734182" cy="5235734"/>
          </a:xfrm>
        </p:spPr>
        <p:txBody>
          <a:bodyPr vert="horz" lIns="91440" tIns="45720" rIns="91440" bIns="45720" rtlCol="0">
            <a:noAutofit/>
          </a:bodyPr>
          <a:lstStyle/>
          <a:p>
            <a:pPr algn="just">
              <a:lnSpc>
                <a:spcPct val="100000"/>
              </a:lnSpc>
            </a:pPr>
            <a:r>
              <a:rPr lang="en-US" sz="2600" b="1" dirty="0">
                <a:solidFill>
                  <a:srgbClr val="232323"/>
                </a:solidFill>
                <a:latin typeface="Times New Roman" panose="02020603050405020304" pitchFamily="18" charset="0"/>
                <a:cs typeface="Times New Roman" panose="02020603050405020304" pitchFamily="18" charset="0"/>
              </a:rPr>
              <a:t>A 28-year-old primigravid woman at 29 weeks' gestation presents with a 2-week history of worsening headaches, lower-extremity edema, and visual disturbances. Her blood pressure is 170/110 mm Hg, and urinalysis demonstrates 4+ proteinuria. Fetal ultrasonography reveals growth restriction. Following delivery, placental histopathology demonstrates inadequate remodeling of the maternal spiral arteries. Failure of which of the following developmental processes most likely contributed to this patient's condition?</a:t>
            </a:r>
          </a:p>
          <a:p>
            <a:pPr algn="just">
              <a:lnSpc>
                <a:spcPct val="100000"/>
              </a:lnSpc>
            </a:pPr>
            <a:endParaRPr lang="en-US" sz="2600" b="1" dirty="0">
              <a:solidFill>
                <a:srgbClr val="232323"/>
              </a:solidFill>
              <a:latin typeface="Times New Roman" panose="02020603050405020304" pitchFamily="18" charset="0"/>
              <a:cs typeface="Times New Roman" panose="02020603050405020304" pitchFamily="18" charset="0"/>
            </a:endParaRPr>
          </a:p>
          <a:p>
            <a:pPr>
              <a:lnSpc>
                <a:spcPct val="100000"/>
              </a:lnSpc>
            </a:pPr>
            <a:r>
              <a:rPr lang="en-US" sz="2600" dirty="0">
                <a:solidFill>
                  <a:srgbClr val="232323"/>
                </a:solidFill>
                <a:latin typeface="Times New Roman" panose="02020603050405020304" pitchFamily="18" charset="0"/>
                <a:cs typeface="Times New Roman" panose="02020603050405020304" pitchFamily="18" charset="0"/>
              </a:rPr>
              <a:t>A. Formation of the bilaminar embryonic disc</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B. Migration of neural crest cells into the pharyngeal arches</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C. Trophoblastic invasion of maternal vessels</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D. Gastrulation and formation of the trilaminar embryonic disc</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E. Development of the allantois and urachus</a:t>
            </a:r>
          </a:p>
        </p:txBody>
      </p:sp>
    </p:spTree>
    <p:extLst>
      <p:ext uri="{BB962C8B-B14F-4D97-AF65-F5344CB8AC3E}">
        <p14:creationId xmlns:p14="http://schemas.microsoft.com/office/powerpoint/2010/main" val="408360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3B7B2-6248-B58B-E1EE-904B02835B36}"/>
            </a:ext>
          </a:extLst>
        </p:cNvPr>
        <p:cNvGrpSpPr/>
        <p:nvPr/>
      </p:nvGrpSpPr>
      <p:grpSpPr>
        <a:xfrm>
          <a:off x="0" y="0"/>
          <a:ext cx="0" cy="0"/>
          <a:chOff x="0" y="0"/>
          <a:chExt cx="0" cy="0"/>
        </a:xfrm>
      </p:grpSpPr>
      <p:sp>
        <p:nvSpPr>
          <p:cNvPr id="54274" name="Title 1">
            <a:extLst>
              <a:ext uri="{FF2B5EF4-FFF2-40B4-BE49-F238E27FC236}">
                <a16:creationId xmlns:a16="http://schemas.microsoft.com/office/drawing/2014/main" id="{A611F7E0-EBE7-51D2-AE1F-2156A9ECB455}"/>
              </a:ext>
            </a:extLst>
          </p:cNvPr>
          <p:cNvSpPr>
            <a:spLocks noGrp="1"/>
          </p:cNvSpPr>
          <p:nvPr>
            <p:ph type="title"/>
          </p:nvPr>
        </p:nvSpPr>
        <p:spPr bwMode="auto">
          <a:xfrm>
            <a:off x="0" y="0"/>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5</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5937984E-DDA5-402D-0AA4-BB73057EB3BE}"/>
              </a:ext>
            </a:extLst>
          </p:cNvPr>
          <p:cNvSpPr>
            <a:spLocks noGrp="1"/>
          </p:cNvSpPr>
          <p:nvPr>
            <p:ph idx="1"/>
          </p:nvPr>
        </p:nvSpPr>
        <p:spPr>
          <a:xfrm>
            <a:off x="0" y="621748"/>
            <a:ext cx="11811307" cy="5313081"/>
          </a:xfrm>
        </p:spPr>
        <p:txBody>
          <a:bodyPr vert="horz" lIns="91440" tIns="45720" rIns="91440" bIns="45720" rtlCol="0">
            <a:noAutofit/>
          </a:bodyPr>
          <a:lstStyle/>
          <a:p>
            <a:pPr algn="just">
              <a:lnSpc>
                <a:spcPct val="100000"/>
              </a:lnSpc>
            </a:pPr>
            <a:r>
              <a:rPr lang="en-US" sz="2600" b="1" dirty="0">
                <a:solidFill>
                  <a:srgbClr val="232323"/>
                </a:solidFill>
                <a:latin typeface="Times New Roman" panose="02020603050405020304" pitchFamily="18" charset="0"/>
                <a:cs typeface="Times New Roman" panose="02020603050405020304" pitchFamily="18" charset="0"/>
              </a:rPr>
              <a:t>A newborn phenotypic female is evaluated for primary gonadal failure. Genetic testing reveals a 46-XX karyotype. Pelvic ultrasonography demonstrates small, poorly developed ovaries with a marked deficiency of germ cells. The physician explains that normal ovarian development depends on the migration of primordial germ cells during early embryogenesis. Failure of this migration can result in gonadal dysgenesis and infertility. Primordial germ cells normally migrate to the developing gonadal ridges from which of the following structures?</a:t>
            </a:r>
          </a:p>
          <a:p>
            <a:pPr algn="just">
              <a:lnSpc>
                <a:spcPct val="100000"/>
              </a:lnSpc>
            </a:pPr>
            <a:endParaRPr lang="en-US" sz="2600" b="1" dirty="0">
              <a:solidFill>
                <a:srgbClr val="232323"/>
              </a:solidFill>
              <a:latin typeface="Times New Roman" panose="02020603050405020304" pitchFamily="18" charset="0"/>
              <a:cs typeface="Times New Roman" panose="02020603050405020304" pitchFamily="18" charset="0"/>
            </a:endParaRPr>
          </a:p>
          <a:p>
            <a:pPr>
              <a:lnSpc>
                <a:spcPct val="100000"/>
              </a:lnSpc>
            </a:pPr>
            <a:r>
              <a:rPr lang="en-US" sz="2600" dirty="0">
                <a:solidFill>
                  <a:srgbClr val="232323"/>
                </a:solidFill>
                <a:latin typeface="Times New Roman" panose="02020603050405020304" pitchFamily="18" charset="0"/>
                <a:cs typeface="Times New Roman" panose="02020603050405020304" pitchFamily="18" charset="0"/>
              </a:rPr>
              <a:t>A. Cloaca </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B. Mesonephric duct</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C. Paramesonephric duct</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D. Yolk Sac</a:t>
            </a:r>
            <a:br>
              <a:rPr lang="en-US" sz="2600" dirty="0">
                <a:solidFill>
                  <a:srgbClr val="232323"/>
                </a:solidFill>
                <a:latin typeface="Times New Roman" panose="02020603050405020304" pitchFamily="18" charset="0"/>
                <a:cs typeface="Times New Roman" panose="02020603050405020304" pitchFamily="18" charset="0"/>
              </a:rPr>
            </a:br>
            <a:r>
              <a:rPr lang="en-US" sz="2600" dirty="0">
                <a:solidFill>
                  <a:srgbClr val="232323"/>
                </a:solidFill>
                <a:latin typeface="Times New Roman" panose="02020603050405020304" pitchFamily="18" charset="0"/>
                <a:cs typeface="Times New Roman" panose="02020603050405020304" pitchFamily="18" charset="0"/>
              </a:rPr>
              <a:t>E. Genital ridge</a:t>
            </a:r>
          </a:p>
        </p:txBody>
      </p:sp>
    </p:spTree>
    <p:extLst>
      <p:ext uri="{BB962C8B-B14F-4D97-AF65-F5344CB8AC3E}">
        <p14:creationId xmlns:p14="http://schemas.microsoft.com/office/powerpoint/2010/main" val="2329941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1AF582-0B3C-460D-EDFA-BD83DB3A9C86}"/>
              </a:ext>
            </a:extLst>
          </p:cNvPr>
          <p:cNvSpPr>
            <a:spLocks noGrp="1"/>
          </p:cNvSpPr>
          <p:nvPr>
            <p:ph idx="1"/>
          </p:nvPr>
        </p:nvSpPr>
        <p:spPr>
          <a:xfrm>
            <a:off x="0" y="452742"/>
            <a:ext cx="11828206" cy="4410331"/>
          </a:xfrm>
        </p:spPr>
        <p:txBody>
          <a:bodyPr vert="horz" lIns="91440" tIns="45720" rIns="91440" bIns="45720" rtlCol="0">
            <a:noAutofit/>
          </a:bodyPr>
          <a:lstStyle/>
          <a:p>
            <a:pPr marL="0" indent="0" algn="just">
              <a:lnSpc>
                <a:spcPct val="100000"/>
              </a:lnSpc>
              <a:buNone/>
            </a:pPr>
            <a:r>
              <a:rPr lang="en-US" sz="3000" b="1" dirty="0">
                <a:latin typeface="Times New Roman" panose="02020603050405020304" pitchFamily="18" charset="0"/>
                <a:cs typeface="Times New Roman" panose="02020603050405020304" pitchFamily="18" charset="0"/>
              </a:rPr>
              <a:t>A newborn is evaluated for ambiguous genitalia. Karyotype analysis demonstrates 46,XY chromosomes. Pelvic ultrasonography reveals the absence of a uterus and fallopian tubes. Genetic testing identifies a mutation in the SRY gene that prevents expression of its protein product during embryogenesis. Failure of expression of the SRY gene product would most directly disrupt which of the following developmental processes?</a:t>
            </a:r>
            <a:endParaRPr lang="en-US" sz="3000" dirty="0">
              <a:latin typeface="Times New Roman" panose="02020603050405020304" pitchFamily="18" charset="0"/>
              <a:cs typeface="Times New Roman" panose="02020603050405020304" pitchFamily="18" charset="0"/>
            </a:endParaRPr>
          </a:p>
          <a:p>
            <a:pPr marL="0" indent="0">
              <a:lnSpc>
                <a:spcPct val="100000"/>
              </a:lnSpc>
              <a:buNone/>
            </a:pPr>
            <a:r>
              <a:rPr lang="en-US" sz="3000" dirty="0">
                <a:latin typeface="Times New Roman" panose="02020603050405020304" pitchFamily="18" charset="0"/>
                <a:cs typeface="Times New Roman" panose="02020603050405020304" pitchFamily="18" charset="0"/>
              </a:rPr>
              <a:t>A. Descent of the testes into the scrotum</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B. Regression of the mesonephric (Wolffian) ducts</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C. Conversion of testosterone to dihydrotestosterone (DHT)</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D. Fusion of the paramesonephric (Müllerian) ducts</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E. Differentiation of Sertoli cells within the primitive sex cords</a:t>
            </a:r>
          </a:p>
        </p:txBody>
      </p:sp>
      <p:sp>
        <p:nvSpPr>
          <p:cNvPr id="4" name="Title 1">
            <a:extLst>
              <a:ext uri="{FF2B5EF4-FFF2-40B4-BE49-F238E27FC236}">
                <a16:creationId xmlns:a16="http://schemas.microsoft.com/office/drawing/2014/main" id="{CB24D7E5-E15B-003C-DF00-0FCDC87C3A9B}"/>
              </a:ext>
            </a:extLst>
          </p:cNvPr>
          <p:cNvSpPr>
            <a:spLocks noGrp="1"/>
          </p:cNvSpPr>
          <p:nvPr>
            <p:ph type="title"/>
          </p:nvPr>
        </p:nvSpPr>
        <p:spPr bwMode="auto">
          <a:xfrm>
            <a:off x="0" y="0"/>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6</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803681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56176C-5BC8-4BB4-FD1B-DFC1ABB86767}"/>
              </a:ext>
            </a:extLst>
          </p:cNvPr>
          <p:cNvSpPr>
            <a:spLocks noGrp="1"/>
          </p:cNvSpPr>
          <p:nvPr>
            <p:ph idx="1"/>
          </p:nvPr>
        </p:nvSpPr>
        <p:spPr>
          <a:xfrm>
            <a:off x="98321" y="698090"/>
            <a:ext cx="11700387" cy="6009815"/>
          </a:xfrm>
        </p:spPr>
        <p:txBody>
          <a:bodyPr vert="horz" lIns="91440" tIns="45720" rIns="91440" bIns="45720" rtlCol="0">
            <a:noAutofit/>
          </a:bodyPr>
          <a:lstStyle/>
          <a:p>
            <a:pPr marL="0" indent="0" algn="just">
              <a:lnSpc>
                <a:spcPct val="100000"/>
              </a:lnSpc>
              <a:buNone/>
            </a:pPr>
            <a:r>
              <a:rPr lang="en-US" sz="3000" b="1" dirty="0">
                <a:latin typeface="Times New Roman" panose="02020603050405020304" pitchFamily="18" charset="0"/>
                <a:cs typeface="Times New Roman" panose="02020603050405020304" pitchFamily="18" charset="0"/>
              </a:rPr>
              <a:t>A 19-year-old male is evaluated for infertility. Physical examination is unremarkable. Semen analysis demonstrates markedly decreased sperm volume and absent fructose. Pelvic MRI reveals bilateral absence of the seminal vesicles, while the testes and epididymides are present and normally developed.</a:t>
            </a:r>
            <a:r>
              <a:rPr lang="en-US" sz="3000" dirty="0">
                <a:latin typeface="Times New Roman" panose="02020603050405020304" pitchFamily="18" charset="0"/>
                <a:cs typeface="Times New Roman" panose="02020603050405020304" pitchFamily="18" charset="0"/>
              </a:rPr>
              <a:t> </a:t>
            </a:r>
            <a:r>
              <a:rPr lang="en-US" sz="3000" b="1" dirty="0">
                <a:latin typeface="Times New Roman" panose="02020603050405020304" pitchFamily="18" charset="0"/>
                <a:cs typeface="Times New Roman" panose="02020603050405020304" pitchFamily="18" charset="0"/>
              </a:rPr>
              <a:t>The absent structures are derived from which embryologic structure?</a:t>
            </a:r>
          </a:p>
          <a:p>
            <a:pPr marL="0" indent="0">
              <a:lnSpc>
                <a:spcPct val="100000"/>
              </a:lnSpc>
              <a:buNone/>
            </a:pPr>
            <a:r>
              <a:rPr lang="en-US" sz="3000" dirty="0">
                <a:latin typeface="Times New Roman" panose="02020603050405020304" pitchFamily="18" charset="0"/>
                <a:cs typeface="Times New Roman" panose="02020603050405020304" pitchFamily="18" charset="0"/>
              </a:rPr>
              <a:t>A. Paramesonephric (Müllerian) duct</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B. Mesonephric (Wolffian) duct</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C. Urogenital sinus</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D. Genital tubercle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E. Genital ridge</a:t>
            </a:r>
          </a:p>
        </p:txBody>
      </p:sp>
      <p:sp>
        <p:nvSpPr>
          <p:cNvPr id="4" name="Title 1">
            <a:extLst>
              <a:ext uri="{FF2B5EF4-FFF2-40B4-BE49-F238E27FC236}">
                <a16:creationId xmlns:a16="http://schemas.microsoft.com/office/drawing/2014/main" id="{4508B607-F9E8-D7BA-3F91-FE78FE76398E}"/>
              </a:ext>
            </a:extLst>
          </p:cNvPr>
          <p:cNvSpPr>
            <a:spLocks noGrp="1"/>
          </p:cNvSpPr>
          <p:nvPr>
            <p:ph type="title"/>
          </p:nvPr>
        </p:nvSpPr>
        <p:spPr bwMode="auto">
          <a:xfrm>
            <a:off x="98321" y="47850"/>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7</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672740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00C0E-C4AC-767E-379F-C2AFFB907C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8B0DA1-D37A-1772-71E3-01B7DAAB36FB}"/>
              </a:ext>
            </a:extLst>
          </p:cNvPr>
          <p:cNvSpPr>
            <a:spLocks noGrp="1"/>
          </p:cNvSpPr>
          <p:nvPr>
            <p:ph idx="1"/>
          </p:nvPr>
        </p:nvSpPr>
        <p:spPr>
          <a:xfrm>
            <a:off x="98321" y="621748"/>
            <a:ext cx="11700387" cy="6009815"/>
          </a:xfrm>
        </p:spPr>
        <p:txBody>
          <a:bodyPr vert="horz" lIns="91440" tIns="45720" rIns="91440" bIns="45720" rtlCol="0">
            <a:noAutofit/>
          </a:bodyPr>
          <a:lstStyle/>
          <a:p>
            <a:pPr marL="0" indent="0" algn="just">
              <a:lnSpc>
                <a:spcPct val="100000"/>
              </a:lnSpc>
              <a:buNone/>
            </a:pPr>
            <a:r>
              <a:rPr lang="en-US" sz="3000" b="1" dirty="0">
                <a:latin typeface="Times New Roman" panose="02020603050405020304" pitchFamily="18" charset="0"/>
                <a:cs typeface="Times New Roman" panose="02020603050405020304" pitchFamily="18" charset="0"/>
              </a:rPr>
              <a:t>A 6-year-old child with a 46, XY karyotype is evaluated for bilateral cryptorchidism. During laparoscopic orchiopexy, the surgeon unexpectedly identifies a uterus and fallopian tubes. Histologic examination confirms normal testes. Serum testosterone is normal for age. Failure of regression of which embryologic structure is responsible for the persistence of the additional reproductive organs found in this patient?</a:t>
            </a:r>
            <a:endParaRPr lang="en-US" sz="3000" dirty="0">
              <a:latin typeface="Times New Roman" panose="02020603050405020304" pitchFamily="18" charset="0"/>
              <a:cs typeface="Times New Roman" panose="02020603050405020304" pitchFamily="18" charset="0"/>
            </a:endParaRPr>
          </a:p>
          <a:p>
            <a:pPr marL="0" indent="0">
              <a:lnSpc>
                <a:spcPct val="100000"/>
              </a:lnSpc>
              <a:buNone/>
            </a:pPr>
            <a:r>
              <a:rPr lang="en-US" sz="3000" dirty="0">
                <a:latin typeface="Times New Roman" panose="02020603050405020304" pitchFamily="18" charset="0"/>
                <a:cs typeface="Times New Roman" panose="02020603050405020304" pitchFamily="18" charset="0"/>
              </a:rPr>
              <a:t>A. Mesonephric ducts</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B. Genital tubercle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C. Urogenital sinus</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D. Paramesonephric ducts</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E. Genital ridge</a:t>
            </a:r>
          </a:p>
        </p:txBody>
      </p:sp>
      <p:sp>
        <p:nvSpPr>
          <p:cNvPr id="4" name="Title 1">
            <a:extLst>
              <a:ext uri="{FF2B5EF4-FFF2-40B4-BE49-F238E27FC236}">
                <a16:creationId xmlns:a16="http://schemas.microsoft.com/office/drawing/2014/main" id="{0DB05077-FAFD-B50B-EADA-D5E2ABA76B32}"/>
              </a:ext>
            </a:extLst>
          </p:cNvPr>
          <p:cNvSpPr>
            <a:spLocks noGrp="1"/>
          </p:cNvSpPr>
          <p:nvPr>
            <p:ph type="title"/>
          </p:nvPr>
        </p:nvSpPr>
        <p:spPr bwMode="auto">
          <a:xfrm>
            <a:off x="0" y="0"/>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8</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075413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AC3182F2-FF50-488A-ABE2-0CCF91C294FE}"/>
              </a:ext>
            </a:extLst>
          </p:cNvPr>
          <p:cNvSpPr>
            <a:spLocks noGrp="1"/>
          </p:cNvSpPr>
          <p:nvPr>
            <p:ph idx="1"/>
          </p:nvPr>
        </p:nvSpPr>
        <p:spPr>
          <a:xfrm>
            <a:off x="142241" y="824599"/>
            <a:ext cx="11823618" cy="6115664"/>
          </a:xfrm>
        </p:spPr>
        <p:txBody>
          <a:bodyPr vert="horz" lIns="91440" tIns="45720" rIns="91440" bIns="45720" rtlCol="0">
            <a:noAutofit/>
          </a:bodyPr>
          <a:lstStyle/>
          <a:p>
            <a:pPr marL="0" indent="0" algn="just">
              <a:lnSpc>
                <a:spcPct val="100000"/>
              </a:lnSpc>
              <a:buNone/>
            </a:pPr>
            <a:r>
              <a:rPr lang="en-US" sz="3200" b="1" dirty="0">
                <a:latin typeface="Times New Roman" panose="02020603050405020304" pitchFamily="18" charset="0"/>
                <a:cs typeface="Times New Roman" panose="02020603050405020304" pitchFamily="18" charset="0"/>
              </a:rPr>
              <a:t>A 26-year-old woman with a history of recurrent pregnancy loss undergoes hysterosalpingography. Imaging demonstrates two separate uterine horns, each connected to its own cervix. The ovaries appear normal bilaterally. The abnormality most likely resulted from failure of which developmental process?</a:t>
            </a:r>
            <a:endParaRPr lang="en-US" sz="3200" dirty="0">
              <a:latin typeface="Times New Roman" panose="02020603050405020304" pitchFamily="18" charset="0"/>
              <a:cs typeface="Times New Roman" panose="02020603050405020304" pitchFamily="18" charset="0"/>
            </a:endParaRPr>
          </a:p>
          <a:p>
            <a:pPr marL="0" indent="0">
              <a:lnSpc>
                <a:spcPct val="100000"/>
              </a:lnSpc>
              <a:buNone/>
            </a:pPr>
            <a:r>
              <a:rPr lang="en-US" sz="3200" dirty="0">
                <a:latin typeface="Times New Roman" panose="02020603050405020304" pitchFamily="18" charset="0"/>
                <a:cs typeface="Times New Roman" panose="02020603050405020304" pitchFamily="18" charset="0"/>
              </a:rPr>
              <a:t>A. Differentiation of the gonadal ridge</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B. Fusion of the paramesonephric ducts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C. Regression of the mesonephric ducts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D. Formation of the urogenital sinus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E. Migration of primordial germ cells</a:t>
            </a:r>
          </a:p>
        </p:txBody>
      </p:sp>
      <p:sp>
        <p:nvSpPr>
          <p:cNvPr id="9" name="Title 1">
            <a:extLst>
              <a:ext uri="{FF2B5EF4-FFF2-40B4-BE49-F238E27FC236}">
                <a16:creationId xmlns:a16="http://schemas.microsoft.com/office/drawing/2014/main" id="{9C55377E-4286-24FB-45AF-D4519F4348ED}"/>
              </a:ext>
            </a:extLst>
          </p:cNvPr>
          <p:cNvSpPr>
            <a:spLocks noGrp="1"/>
          </p:cNvSpPr>
          <p:nvPr>
            <p:ph type="title"/>
          </p:nvPr>
        </p:nvSpPr>
        <p:spPr bwMode="auto">
          <a:xfrm>
            <a:off x="255640" y="88491"/>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9</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303081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B06E6-DA4E-78CA-CB1F-4EE7C3DB390D}"/>
            </a:ext>
          </a:extLst>
        </p:cNvPr>
        <p:cNvGrpSpPr/>
        <p:nvPr/>
      </p:nvGrpSpPr>
      <p:grpSpPr>
        <a:xfrm>
          <a:off x="0" y="0"/>
          <a:ext cx="0" cy="0"/>
          <a:chOff x="0" y="0"/>
          <a:chExt cx="0" cy="0"/>
        </a:xfrm>
      </p:grpSpPr>
      <p:sp>
        <p:nvSpPr>
          <p:cNvPr id="54274" name="Title 1">
            <a:extLst>
              <a:ext uri="{FF2B5EF4-FFF2-40B4-BE49-F238E27FC236}">
                <a16:creationId xmlns:a16="http://schemas.microsoft.com/office/drawing/2014/main" id="{BB4A5FBF-EA42-DE57-87E1-CD20982010D5}"/>
              </a:ext>
            </a:extLst>
          </p:cNvPr>
          <p:cNvSpPr>
            <a:spLocks noGrp="1"/>
          </p:cNvSpPr>
          <p:nvPr>
            <p:ph type="title"/>
          </p:nvPr>
        </p:nvSpPr>
        <p:spPr bwMode="auto">
          <a:xfrm>
            <a:off x="0" y="58972"/>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10</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91B3B907-FAFD-CDC3-B170-2CA39C1D63B4}"/>
              </a:ext>
            </a:extLst>
          </p:cNvPr>
          <p:cNvSpPr>
            <a:spLocks noGrp="1"/>
          </p:cNvSpPr>
          <p:nvPr>
            <p:ph idx="1"/>
          </p:nvPr>
        </p:nvSpPr>
        <p:spPr>
          <a:xfrm>
            <a:off x="0" y="680720"/>
            <a:ext cx="12004158" cy="5826406"/>
          </a:xfrm>
        </p:spPr>
        <p:txBody>
          <a:bodyPr>
            <a:noAutofit/>
          </a:bodyPr>
          <a:lstStyle/>
          <a:p>
            <a:pPr marL="0" indent="0" algn="just">
              <a:lnSpc>
                <a:spcPct val="100000"/>
              </a:lnSpc>
              <a:buNone/>
            </a:pPr>
            <a:r>
              <a:rPr lang="en-US" sz="2900" b="1" dirty="0">
                <a:latin typeface="Times New Roman" panose="02020603050405020304" pitchFamily="18" charset="0"/>
                <a:cs typeface="Times New Roman" panose="02020603050405020304" pitchFamily="18" charset="0"/>
              </a:rPr>
              <a:t>A 17-year-old adolescent is evaluated for primary amenorrhea. Physical examination reveals normal breast development, sparse pubic and axillary hair, and a blind-ending vaginal pouch. Pelvic U/S demonstrates the absence of a uterus and fallopian tubes. Laboratory studies show elevated serum testosterone levels within the normal male range. Karyotype analysis reveals 46,XY. Which of the following is the most likely diagnosis?</a:t>
            </a:r>
          </a:p>
          <a:p>
            <a:pPr marL="0" indent="0">
              <a:lnSpc>
                <a:spcPct val="100000"/>
              </a:lnSpc>
              <a:buNone/>
            </a:pPr>
            <a:r>
              <a:rPr lang="en-US" sz="2900" dirty="0">
                <a:latin typeface="Times New Roman" panose="02020603050405020304" pitchFamily="18" charset="0"/>
                <a:cs typeface="Times New Roman" panose="02020603050405020304" pitchFamily="18" charset="0"/>
              </a:rPr>
              <a:t>A. Müllerian agenesis (Mayer-Rokitansky-Küster-Hauser syndrome)</a:t>
            </a:r>
            <a:br>
              <a:rPr lang="en-US" sz="2900"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B. Androgen insensitivity syndrome (AIS)</a:t>
            </a:r>
            <a:br>
              <a:rPr lang="en-US" sz="2900"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C. 5α-reductase deficiency</a:t>
            </a:r>
            <a:br>
              <a:rPr lang="en-US" sz="2900"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D. Cryptorchidism</a:t>
            </a:r>
            <a:br>
              <a:rPr lang="en-US" sz="2900"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E. Congenital adrenal hyperplasia</a:t>
            </a:r>
          </a:p>
        </p:txBody>
      </p:sp>
    </p:spTree>
    <p:extLst>
      <p:ext uri="{BB962C8B-B14F-4D97-AF65-F5344CB8AC3E}">
        <p14:creationId xmlns:p14="http://schemas.microsoft.com/office/powerpoint/2010/main" val="1033587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B88F9F-2FA1-A465-B9F0-BA665E88D49D}"/>
              </a:ext>
            </a:extLst>
          </p:cNvPr>
          <p:cNvSpPr>
            <a:spLocks noGrp="1"/>
          </p:cNvSpPr>
          <p:nvPr>
            <p:ph idx="1"/>
          </p:nvPr>
        </p:nvSpPr>
        <p:spPr>
          <a:xfrm>
            <a:off x="122903" y="518652"/>
            <a:ext cx="11946193" cy="5820696"/>
          </a:xfrm>
        </p:spPr>
        <p:txBody>
          <a:bodyPr vert="horz" lIns="91440" tIns="45720" rIns="91440" bIns="45720" rtlCol="0">
            <a:noAutofit/>
          </a:bodyPr>
          <a:lstStyle/>
          <a:p>
            <a:pPr algn="just">
              <a:lnSpc>
                <a:spcPct val="100000"/>
              </a:lnSpc>
            </a:pPr>
            <a:r>
              <a:rPr lang="en-US" sz="2800" b="1" dirty="0">
                <a:latin typeface="Times New Roman" panose="02020603050405020304" pitchFamily="18" charset="0"/>
                <a:cs typeface="Times New Roman" panose="02020603050405020304" pitchFamily="18" charset="0"/>
              </a:rPr>
              <a:t> A child is assigned female at birth because of female-appearing external genitalia. Over the next several years, the child prefers traditionally male activities and experiences difficulty fitting in with female peers. At age 12, puberty is marked by rapid enlargement of the phallus, increased muscle mass, deepening of the voice, and male-pattern body hair growth. Physical examination reveals a blind-ending vaginal pouch and palpable gonads in the inguinal canals. Karyotype analysis demonstrates 46-XY. Which of the following is the most likely cause of this patient's condition?</a:t>
            </a:r>
          </a:p>
          <a:p>
            <a:pPr>
              <a:lnSpc>
                <a:spcPct val="100000"/>
              </a:lnSpc>
            </a:pPr>
            <a:r>
              <a:rPr lang="en-US" sz="2800" dirty="0">
                <a:latin typeface="Times New Roman" panose="02020603050405020304" pitchFamily="18" charset="0"/>
                <a:cs typeface="Times New Roman" panose="02020603050405020304" pitchFamily="18" charset="0"/>
              </a:rPr>
              <a:t>A. Androgen insensitivity syndrome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B. Congenital adrenal hyperplasia</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 5α-reductase deficiency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 Persistent Müllerian duct syndrome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E. Gonadal dysgenesis</a:t>
            </a:r>
          </a:p>
        </p:txBody>
      </p:sp>
      <p:sp>
        <p:nvSpPr>
          <p:cNvPr id="5" name="Title 1">
            <a:extLst>
              <a:ext uri="{FF2B5EF4-FFF2-40B4-BE49-F238E27FC236}">
                <a16:creationId xmlns:a16="http://schemas.microsoft.com/office/drawing/2014/main" id="{E2F1286C-9735-D4D8-038B-5AC2E0FB3E8B}"/>
              </a:ext>
            </a:extLst>
          </p:cNvPr>
          <p:cNvSpPr>
            <a:spLocks noGrp="1"/>
          </p:cNvSpPr>
          <p:nvPr>
            <p:ph type="title"/>
          </p:nvPr>
        </p:nvSpPr>
        <p:spPr bwMode="auto">
          <a:xfrm>
            <a:off x="0" y="0"/>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11</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49038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51DB1-ACEE-DDDF-CADC-8EEC06247DFA}"/>
            </a:ext>
          </a:extLst>
        </p:cNvPr>
        <p:cNvGrpSpPr/>
        <p:nvPr/>
      </p:nvGrpSpPr>
      <p:grpSpPr>
        <a:xfrm>
          <a:off x="0" y="0"/>
          <a:ext cx="0" cy="0"/>
          <a:chOff x="0" y="0"/>
          <a:chExt cx="0" cy="0"/>
        </a:xfrm>
      </p:grpSpPr>
      <p:sp>
        <p:nvSpPr>
          <p:cNvPr id="54274" name="Title 1">
            <a:extLst>
              <a:ext uri="{FF2B5EF4-FFF2-40B4-BE49-F238E27FC236}">
                <a16:creationId xmlns:a16="http://schemas.microsoft.com/office/drawing/2014/main" id="{EFB54F63-CD54-A32C-BAB1-EC6CA8B95B2C}"/>
              </a:ext>
            </a:extLst>
          </p:cNvPr>
          <p:cNvSpPr>
            <a:spLocks noGrp="1"/>
          </p:cNvSpPr>
          <p:nvPr>
            <p:ph type="title"/>
          </p:nvPr>
        </p:nvSpPr>
        <p:spPr bwMode="auto">
          <a:xfrm>
            <a:off x="0" y="0"/>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12</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8BAA553E-5C91-20F1-25E3-D7277721B8A2}"/>
              </a:ext>
            </a:extLst>
          </p:cNvPr>
          <p:cNvSpPr>
            <a:spLocks noGrp="1"/>
          </p:cNvSpPr>
          <p:nvPr>
            <p:ph idx="1"/>
          </p:nvPr>
        </p:nvSpPr>
        <p:spPr>
          <a:xfrm>
            <a:off x="0" y="621748"/>
            <a:ext cx="11917680" cy="5616492"/>
          </a:xfrm>
        </p:spPr>
        <p:txBody>
          <a:bodyPr vert="horz" lIns="91440" tIns="45720" rIns="91440" bIns="45720" rtlCol="0">
            <a:noAutofit/>
          </a:bodyPr>
          <a:lstStyle/>
          <a:p>
            <a:pPr algn="just">
              <a:lnSpc>
                <a:spcPct val="100000"/>
              </a:lnSpc>
            </a:pPr>
            <a:r>
              <a:rPr lang="en-US" sz="2800" b="1" dirty="0">
                <a:latin typeface="Times New Roman" panose="02020603050405020304" pitchFamily="18" charset="0"/>
                <a:cs typeface="Times New Roman" panose="02020603050405020304" pitchFamily="18" charset="0"/>
              </a:rPr>
              <a:t>A 2-week-old male infant is brought for a routine newborn examination. The left testis is palpated within the scrotum, but the right testis is not palpable in either the scrotum or inguinal canal. Ultrasonography confirms an undescended intra-abdominal right testis. The parents are counseled regarding the potential long-term consequences if the condition is not corrected. Which of the following is the most important long-term complication associated with this condition?</a:t>
            </a:r>
          </a:p>
          <a:p>
            <a:pPr>
              <a:lnSpc>
                <a:spcPct val="100000"/>
              </a:lnSpc>
            </a:pPr>
            <a:r>
              <a:rPr lang="en-US" sz="2800" dirty="0">
                <a:latin typeface="Times New Roman" panose="02020603050405020304" pitchFamily="18" charset="0"/>
                <a:cs typeface="Times New Roman" panose="02020603050405020304" pitchFamily="18" charset="0"/>
              </a:rPr>
              <a:t>A. Infertility due to heat-induced damage to both testes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B. Hypospadias resulting from abnormal urethral development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 Increased risk of testicular germ cell malignancy (especially seminoma)</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 Primary adrenal insufficiency due to impaired androgen production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E. Persistent Müllerian duct syndrome</a:t>
            </a:r>
          </a:p>
        </p:txBody>
      </p:sp>
    </p:spTree>
    <p:extLst>
      <p:ext uri="{BB962C8B-B14F-4D97-AF65-F5344CB8AC3E}">
        <p14:creationId xmlns:p14="http://schemas.microsoft.com/office/powerpoint/2010/main" val="3895875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E053C-B74D-B14E-7E2C-06BD527A0744}"/>
            </a:ext>
          </a:extLst>
        </p:cNvPr>
        <p:cNvGrpSpPr/>
        <p:nvPr/>
      </p:nvGrpSpPr>
      <p:grpSpPr>
        <a:xfrm>
          <a:off x="0" y="0"/>
          <a:ext cx="0" cy="0"/>
          <a:chOff x="0" y="0"/>
          <a:chExt cx="0" cy="0"/>
        </a:xfrm>
      </p:grpSpPr>
      <p:sp>
        <p:nvSpPr>
          <p:cNvPr id="54274" name="Title 1">
            <a:extLst>
              <a:ext uri="{FF2B5EF4-FFF2-40B4-BE49-F238E27FC236}">
                <a16:creationId xmlns:a16="http://schemas.microsoft.com/office/drawing/2014/main" id="{879C4B6F-DDA2-78CE-BFA5-2A47683B79FB}"/>
              </a:ext>
            </a:extLst>
          </p:cNvPr>
          <p:cNvSpPr>
            <a:spLocks noGrp="1"/>
          </p:cNvSpPr>
          <p:nvPr>
            <p:ph type="title"/>
          </p:nvPr>
        </p:nvSpPr>
        <p:spPr bwMode="auto">
          <a:xfrm>
            <a:off x="0" y="0"/>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13</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99754E60-F127-8DDC-2284-341271A2F358}"/>
              </a:ext>
            </a:extLst>
          </p:cNvPr>
          <p:cNvSpPr>
            <a:spLocks noGrp="1"/>
          </p:cNvSpPr>
          <p:nvPr>
            <p:ph idx="1"/>
          </p:nvPr>
        </p:nvSpPr>
        <p:spPr>
          <a:xfrm>
            <a:off x="195263" y="719693"/>
            <a:ext cx="11752898" cy="5418614"/>
          </a:xfrm>
        </p:spPr>
        <p:txBody>
          <a:bodyPr vert="horz" lIns="91440" tIns="45720" rIns="91440" bIns="45720" rtlCol="0">
            <a:noAutofit/>
          </a:bodyPr>
          <a:lstStyle/>
          <a:p>
            <a:pPr algn="just">
              <a:lnSpc>
                <a:spcPct val="100000"/>
              </a:lnSpc>
            </a:pPr>
            <a:r>
              <a:rPr lang="en-US" sz="2800" b="1" dirty="0">
                <a:solidFill>
                  <a:srgbClr val="002060"/>
                </a:solidFill>
                <a:latin typeface="Times New Roman" panose="02020603050405020304" pitchFamily="18" charset="0"/>
                <a:cs typeface="Times New Roman" panose="02020603050405020304" pitchFamily="18" charset="0"/>
              </a:rPr>
              <a:t>During an anatomy lab session, a medical student learns that in females, a certain embryonic structure persists as the ovarian ligament and the round ligament of the uterus. These ligaments play an essential role in maintaining the anatomical position of the ovaries and uterus within the pelvis. Which structure gives rise to both of these ligaments in female development? </a:t>
            </a:r>
          </a:p>
          <a:p>
            <a:pPr algn="just">
              <a:lnSpc>
                <a:spcPct val="100000"/>
              </a:lnSpc>
            </a:pPr>
            <a:endParaRPr lang="en-US" sz="2800" b="1" dirty="0">
              <a:solidFill>
                <a:srgbClr val="002060"/>
              </a:solidFill>
              <a:latin typeface="Times New Roman" panose="02020603050405020304" pitchFamily="18" charset="0"/>
              <a:cs typeface="Times New Roman" panose="02020603050405020304" pitchFamily="18" charset="0"/>
            </a:endParaRPr>
          </a:p>
          <a:p>
            <a:pPr marL="514350" indent="-514350">
              <a:lnSpc>
                <a:spcPct val="100000"/>
              </a:lnSpc>
              <a:buFont typeface="+mj-lt"/>
              <a:buAutoNum type="alphaUcPeriod"/>
            </a:pPr>
            <a:r>
              <a:rPr lang="en-US" sz="2800" dirty="0">
                <a:solidFill>
                  <a:srgbClr val="002060"/>
                </a:solidFill>
                <a:latin typeface="Times New Roman" panose="02020603050405020304" pitchFamily="18" charset="0"/>
                <a:cs typeface="Times New Roman" panose="02020603050405020304" pitchFamily="18" charset="0"/>
              </a:rPr>
              <a:t>Paramesonephric ducts</a:t>
            </a:r>
          </a:p>
          <a:p>
            <a:pPr marL="514350" indent="-514350">
              <a:lnSpc>
                <a:spcPct val="100000"/>
              </a:lnSpc>
              <a:buFont typeface="+mj-lt"/>
              <a:buAutoNum type="alphaUcPeriod"/>
            </a:pPr>
            <a:r>
              <a:rPr lang="en-US" sz="2800" dirty="0">
                <a:solidFill>
                  <a:srgbClr val="002060"/>
                </a:solidFill>
                <a:latin typeface="Times New Roman" panose="02020603050405020304" pitchFamily="18" charset="0"/>
                <a:cs typeface="Times New Roman" panose="02020603050405020304" pitchFamily="18" charset="0"/>
              </a:rPr>
              <a:t>Urogenital sinus</a:t>
            </a:r>
          </a:p>
          <a:p>
            <a:pPr marL="514350" indent="-514350">
              <a:lnSpc>
                <a:spcPct val="100000"/>
              </a:lnSpc>
              <a:buFont typeface="+mj-lt"/>
              <a:buAutoNum type="alphaUcPeriod"/>
            </a:pPr>
            <a:r>
              <a:rPr lang="en-US" sz="2800" dirty="0">
                <a:solidFill>
                  <a:srgbClr val="002060"/>
                </a:solidFill>
                <a:latin typeface="Times New Roman" panose="02020603050405020304" pitchFamily="18" charset="0"/>
                <a:cs typeface="Times New Roman" panose="02020603050405020304" pitchFamily="18" charset="0"/>
              </a:rPr>
              <a:t>Genital tubercle</a:t>
            </a:r>
          </a:p>
          <a:p>
            <a:pPr marL="514350" indent="-514350">
              <a:lnSpc>
                <a:spcPct val="100000"/>
              </a:lnSpc>
              <a:buFont typeface="+mj-lt"/>
              <a:buAutoNum type="alphaUcPeriod"/>
            </a:pPr>
            <a:r>
              <a:rPr lang="en-US" sz="2800" dirty="0">
                <a:solidFill>
                  <a:srgbClr val="002060"/>
                </a:solidFill>
                <a:latin typeface="Times New Roman" panose="02020603050405020304" pitchFamily="18" charset="0"/>
                <a:cs typeface="Times New Roman" panose="02020603050405020304" pitchFamily="18" charset="0"/>
              </a:rPr>
              <a:t>Gubernaculum</a:t>
            </a:r>
          </a:p>
          <a:p>
            <a:pPr marL="514350" indent="-514350">
              <a:lnSpc>
                <a:spcPct val="100000"/>
              </a:lnSpc>
              <a:buFont typeface="+mj-lt"/>
              <a:buAutoNum type="alphaUcPeriod"/>
            </a:pPr>
            <a:r>
              <a:rPr lang="en-US" sz="2800" dirty="0">
                <a:solidFill>
                  <a:srgbClr val="002060"/>
                </a:solidFill>
                <a:latin typeface="Times New Roman" panose="02020603050405020304" pitchFamily="18" charset="0"/>
                <a:cs typeface="Times New Roman" panose="02020603050405020304" pitchFamily="18" charset="0"/>
              </a:rPr>
              <a:t>Labioscrotal swellings</a:t>
            </a:r>
          </a:p>
        </p:txBody>
      </p:sp>
    </p:spTree>
    <p:extLst>
      <p:ext uri="{BB962C8B-B14F-4D97-AF65-F5344CB8AC3E}">
        <p14:creationId xmlns:p14="http://schemas.microsoft.com/office/powerpoint/2010/main" val="131173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22A9C-F675-157B-81B5-04F13475931C}"/>
            </a:ext>
          </a:extLst>
        </p:cNvPr>
        <p:cNvGrpSpPr/>
        <p:nvPr/>
      </p:nvGrpSpPr>
      <p:grpSpPr>
        <a:xfrm>
          <a:off x="0" y="0"/>
          <a:ext cx="0" cy="0"/>
          <a:chOff x="0" y="0"/>
          <a:chExt cx="0" cy="0"/>
        </a:xfrm>
      </p:grpSpPr>
      <p:sp>
        <p:nvSpPr>
          <p:cNvPr id="54274" name="Title 1">
            <a:extLst>
              <a:ext uri="{FF2B5EF4-FFF2-40B4-BE49-F238E27FC236}">
                <a16:creationId xmlns:a16="http://schemas.microsoft.com/office/drawing/2014/main" id="{E9D028A9-FE8B-3AA9-5E4A-98E66E7966BA}"/>
              </a:ext>
            </a:extLst>
          </p:cNvPr>
          <p:cNvSpPr>
            <a:spLocks noGrp="1"/>
          </p:cNvSpPr>
          <p:nvPr>
            <p:ph type="title"/>
          </p:nvPr>
        </p:nvSpPr>
        <p:spPr bwMode="auto">
          <a:xfrm>
            <a:off x="0" y="0"/>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14</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A8EF002E-079B-AE36-DCE5-CBA8F2C81FFF}"/>
              </a:ext>
            </a:extLst>
          </p:cNvPr>
          <p:cNvSpPr>
            <a:spLocks noGrp="1"/>
          </p:cNvSpPr>
          <p:nvPr>
            <p:ph idx="1"/>
          </p:nvPr>
        </p:nvSpPr>
        <p:spPr>
          <a:xfrm>
            <a:off x="46831" y="502316"/>
            <a:ext cx="12098337" cy="6036708"/>
          </a:xfrm>
        </p:spPr>
        <p:txBody>
          <a:bodyPr vert="horz" lIns="91440" tIns="45720" rIns="91440" bIns="45720" rtlCol="0">
            <a:noAutofit/>
          </a:bodyPr>
          <a:lstStyle/>
          <a:p>
            <a:pPr algn="just">
              <a:lnSpc>
                <a:spcPct val="100000"/>
              </a:lnSpc>
            </a:pPr>
            <a:r>
              <a:rPr lang="en-US" sz="2800" b="1" dirty="0">
                <a:latin typeface="Times New Roman" panose="02020603050405020304" pitchFamily="18" charset="0"/>
                <a:cs typeface="Times New Roman" panose="02020603050405020304" pitchFamily="18" charset="0"/>
              </a:rPr>
              <a:t>A full-term male infant is noted at birth to have an abnormally positioned urethral opening on the ventral surface of the penis near the penoscrotal junction. Physical examination also demonstrates ventral curvature of the penis (chordee). The parents ask whether routine neonatal circumcision can be performed before discharge. Which of the following is the most appropriate recommendation?</a:t>
            </a:r>
          </a:p>
          <a:p>
            <a:pPr>
              <a:lnSpc>
                <a:spcPct val="100000"/>
              </a:lnSpc>
            </a:pPr>
            <a:r>
              <a:rPr lang="en-US" sz="2800" dirty="0">
                <a:latin typeface="Times New Roman" panose="02020603050405020304" pitchFamily="18" charset="0"/>
                <a:cs typeface="Times New Roman" panose="02020603050405020304" pitchFamily="18" charset="0"/>
              </a:rPr>
              <a:t>A. Circumcision can be performed routinely at 6 to 8 weeks of age.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B. Circumcision should be delayed until puberty.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 Circumcision should not be performed because the foreskin may be required for definitive surgical repair.</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 Circumcision will help correct the abnormal location of the urethral opening.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E. Circumcision should be performed immediately to reduce the risk of urinary obstruction</a:t>
            </a:r>
          </a:p>
        </p:txBody>
      </p:sp>
    </p:spTree>
    <p:extLst>
      <p:ext uri="{BB962C8B-B14F-4D97-AF65-F5344CB8AC3E}">
        <p14:creationId xmlns:p14="http://schemas.microsoft.com/office/powerpoint/2010/main" val="2221401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69949-C49E-96E1-0037-856898B473CD}"/>
            </a:ext>
          </a:extLst>
        </p:cNvPr>
        <p:cNvGrpSpPr/>
        <p:nvPr/>
      </p:nvGrpSpPr>
      <p:grpSpPr>
        <a:xfrm>
          <a:off x="0" y="0"/>
          <a:ext cx="0" cy="0"/>
          <a:chOff x="0" y="0"/>
          <a:chExt cx="0" cy="0"/>
        </a:xfrm>
      </p:grpSpPr>
      <p:sp>
        <p:nvSpPr>
          <p:cNvPr id="54274" name="Title 1">
            <a:extLst>
              <a:ext uri="{FF2B5EF4-FFF2-40B4-BE49-F238E27FC236}">
                <a16:creationId xmlns:a16="http://schemas.microsoft.com/office/drawing/2014/main" id="{17535900-B630-3DB6-5766-54C11A80FAA4}"/>
              </a:ext>
            </a:extLst>
          </p:cNvPr>
          <p:cNvSpPr>
            <a:spLocks noGrp="1"/>
          </p:cNvSpPr>
          <p:nvPr>
            <p:ph type="title"/>
          </p:nvPr>
        </p:nvSpPr>
        <p:spPr bwMode="auto">
          <a:xfrm>
            <a:off x="0" y="0"/>
            <a:ext cx="5208104" cy="6217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gn="l"/>
            <a:r>
              <a:rPr lang="en-US" altLang="en-US" b="1" dirty="0">
                <a:solidFill>
                  <a:srgbClr val="C00000"/>
                </a:solidFill>
                <a:latin typeface="Times New Roman" panose="02020603050405020304" pitchFamily="18" charset="0"/>
                <a:cs typeface="Times New Roman" panose="02020603050405020304" pitchFamily="18" charset="0"/>
              </a:rPr>
              <a:t>Question 15</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p>
        </p:txBody>
      </p:sp>
      <p:sp>
        <p:nvSpPr>
          <p:cNvPr id="7" name="Content Placeholder 2">
            <a:extLst>
              <a:ext uri="{FF2B5EF4-FFF2-40B4-BE49-F238E27FC236}">
                <a16:creationId xmlns:a16="http://schemas.microsoft.com/office/drawing/2014/main" id="{D9BAC2AF-7A2A-6BCA-339E-2C61C1CD9C19}"/>
              </a:ext>
            </a:extLst>
          </p:cNvPr>
          <p:cNvSpPr>
            <a:spLocks noGrp="1"/>
          </p:cNvSpPr>
          <p:nvPr>
            <p:ph idx="1"/>
          </p:nvPr>
        </p:nvSpPr>
        <p:spPr>
          <a:xfrm>
            <a:off x="195262" y="538939"/>
            <a:ext cx="11830161" cy="5606680"/>
          </a:xfrm>
        </p:spPr>
        <p:txBody>
          <a:bodyPr>
            <a:noAutofit/>
          </a:bodyPr>
          <a:lstStyle/>
          <a:p>
            <a:pPr marL="0" indent="0" algn="just">
              <a:lnSpc>
                <a:spcPct val="100000"/>
              </a:lnSpc>
              <a:buNone/>
            </a:pPr>
            <a:r>
              <a:rPr lang="en-US" sz="3000" b="1" dirty="0">
                <a:latin typeface="Times New Roman" panose="02020603050405020304" pitchFamily="18" charset="0"/>
                <a:cs typeface="Times New Roman" panose="02020603050405020304" pitchFamily="18" charset="0"/>
              </a:rPr>
              <a:t>A researcher is studying the embryologic development of the external genitalia. During the indifferent stage of development, paired labioscrotal swellings are present in both male and female embryos. In the absence of significant androgen stimulation, these structures develop into a normal female anatomical structure. Which of the following structures is derived from the labioscrotal swellings in a genetically normal 46, XX fetus?</a:t>
            </a:r>
          </a:p>
          <a:p>
            <a:pPr marL="0" indent="0">
              <a:lnSpc>
                <a:spcPct val="100000"/>
              </a:lnSpc>
              <a:buNone/>
            </a:pPr>
            <a:r>
              <a:rPr lang="en-US" sz="3000" dirty="0">
                <a:latin typeface="Times New Roman" panose="02020603050405020304" pitchFamily="18" charset="0"/>
                <a:cs typeface="Times New Roman" panose="02020603050405020304" pitchFamily="18" charset="0"/>
              </a:rPr>
              <a:t>A. Clitoris</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B. Labia minora</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C. Vestibule of vagina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D. Greater vestibular (Bartholin) glands</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E. Labia majora</a:t>
            </a:r>
          </a:p>
        </p:txBody>
      </p:sp>
    </p:spTree>
    <p:extLst>
      <p:ext uri="{BB962C8B-B14F-4D97-AF65-F5344CB8AC3E}">
        <p14:creationId xmlns:p14="http://schemas.microsoft.com/office/powerpoint/2010/main" val="1729095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98D8F-E5F3-39A5-80A6-C000F03EA6AC}"/>
              </a:ext>
            </a:extLst>
          </p:cNvPr>
          <p:cNvSpPr>
            <a:spLocks noGrp="1"/>
          </p:cNvSpPr>
          <p:nvPr>
            <p:ph type="title" idx="4294967295"/>
          </p:nvPr>
        </p:nvSpPr>
        <p:spPr>
          <a:xfrm>
            <a:off x="566928" y="-590931"/>
            <a:ext cx="11037884" cy="590931"/>
          </a:xfrm>
        </p:spPr>
        <p:txBody>
          <a:bodyPr vert="horz" wrap="square" lIns="91440" tIns="45720" rIns="91440" bIns="45720" rtlCol="0" anchor="b" anchorCtr="0">
            <a:spAutoFit/>
          </a:bodyPr>
          <a:lstStyle/>
          <a:p>
            <a:r>
              <a:rPr lang="en-US" dirty="0"/>
              <a:t>Thank You </a:t>
            </a:r>
          </a:p>
        </p:txBody>
      </p:sp>
      <p:pic>
        <p:nvPicPr>
          <p:cNvPr id="6" name="Picture 5" descr="Thank You ">
            <a:extLst>
              <a:ext uri="{FF2B5EF4-FFF2-40B4-BE49-F238E27FC236}">
                <a16:creationId xmlns:a16="http://schemas.microsoft.com/office/drawing/2014/main" id="{0B62E8CD-9028-4477-A306-549F12B45499}"/>
              </a:ext>
            </a:extLst>
          </p:cNvPr>
          <p:cNvPicPr>
            <a:picLocks noChangeAspect="1"/>
          </p:cNvPicPr>
          <p:nvPr/>
        </p:nvPicPr>
        <p:blipFill rotWithShape="1">
          <a:blip r:embed="rId3" cstate="print"/>
          <a:srcRect t="6676" b="18325"/>
          <a:stretch/>
        </p:blipFill>
        <p:spPr>
          <a:xfrm>
            <a:off x="19" y="10"/>
            <a:ext cx="12191981" cy="6857990"/>
          </a:xfrm>
          <a:prstGeom prst="rect">
            <a:avLst/>
          </a:prstGeom>
        </p:spPr>
      </p:pic>
      <p:sp>
        <p:nvSpPr>
          <p:cNvPr id="58371" name="TextBox 6">
            <a:extLst>
              <a:ext uri="{FF2B5EF4-FFF2-40B4-BE49-F238E27FC236}">
                <a16:creationId xmlns:a16="http://schemas.microsoft.com/office/drawing/2014/main" id="{85B8200C-7980-43BC-B838-960FE1101127}"/>
              </a:ext>
            </a:extLst>
          </p:cNvPr>
          <p:cNvSpPr txBox="1">
            <a:spLocks noChangeArrowheads="1"/>
          </p:cNvSpPr>
          <p:nvPr/>
        </p:nvSpPr>
        <p:spPr bwMode="auto">
          <a:xfrm>
            <a:off x="490537" y="3648460"/>
            <a:ext cx="11210925" cy="74483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0000"/>
              </a:lnSpc>
              <a:spcBef>
                <a:spcPct val="0"/>
              </a:spcBef>
              <a:spcAft>
                <a:spcPts val="600"/>
              </a:spcAft>
            </a:pPr>
            <a:r>
              <a:rPr lang="en-US" altLang="en-US" sz="6600" b="1" dirty="0">
                <a:solidFill>
                  <a:schemeClr val="accent2"/>
                </a:solidFill>
                <a:ea typeface="+mj-ea"/>
                <a:cs typeface="Times" panose="02020603050405020304" pitchFamily="18" charset="0"/>
              </a:rPr>
              <a:t>THANK YOU</a:t>
            </a:r>
          </a:p>
        </p:txBody>
      </p:sp>
    </p:spTree>
  </p:cSld>
  <p:clrMapOvr>
    <a:masterClrMapping/>
  </p:clrMapOvr>
  <p:transition advClick="0"/>
</p:sld>
</file>

<file path=ppt/theme/theme1.xml><?xml version="1.0" encoding="utf-8"?>
<a:theme xmlns:a="http://schemas.openxmlformats.org/drawingml/2006/main" name="Office Theme">
  <a:themeElements>
    <a:clrScheme name="Illinois">
      <a:dk1>
        <a:srgbClr val="12284B"/>
      </a:dk1>
      <a:lt1>
        <a:srgbClr val="FFFFFF"/>
      </a:lt1>
      <a:dk2>
        <a:srgbClr val="FF542E"/>
      </a:dk2>
      <a:lt2>
        <a:srgbClr val="FFFFFF"/>
      </a:lt2>
      <a:accent1>
        <a:srgbClr val="FF542E"/>
      </a:accent1>
      <a:accent2>
        <a:srgbClr val="12284B"/>
      </a:accent2>
      <a:accent3>
        <a:srgbClr val="FCB316"/>
      </a:accent3>
      <a:accent4>
        <a:srgbClr val="006130"/>
      </a:accent4>
      <a:accent5>
        <a:srgbClr val="007E8E"/>
      </a:accent5>
      <a:accent6>
        <a:srgbClr val="5C0E41"/>
      </a:accent6>
      <a:hlink>
        <a:srgbClr val="1D58A7"/>
      </a:hlink>
      <a:folHlink>
        <a:srgbClr val="C841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llinois">
    <a:dk1>
      <a:srgbClr val="12284B"/>
    </a:dk1>
    <a:lt1>
      <a:srgbClr val="FFFFFF"/>
    </a:lt1>
    <a:dk2>
      <a:srgbClr val="FF542E"/>
    </a:dk2>
    <a:lt2>
      <a:srgbClr val="FFFFFF"/>
    </a:lt2>
    <a:accent1>
      <a:srgbClr val="FF542E"/>
    </a:accent1>
    <a:accent2>
      <a:srgbClr val="12284B"/>
    </a:accent2>
    <a:accent3>
      <a:srgbClr val="FCB316"/>
    </a:accent3>
    <a:accent4>
      <a:srgbClr val="006130"/>
    </a:accent4>
    <a:accent5>
      <a:srgbClr val="007E8E"/>
    </a:accent5>
    <a:accent6>
      <a:srgbClr val="5C0E41"/>
    </a:accent6>
    <a:hlink>
      <a:srgbClr val="1D58A7"/>
    </a:hlink>
    <a:folHlink>
      <a:srgbClr val="C84113"/>
    </a:folHlink>
  </a:clrScheme>
</a:themeOverride>
</file>

<file path=ppt/theme/themeOverride2.xml><?xml version="1.0" encoding="utf-8"?>
<a:themeOverride xmlns:a="http://schemas.openxmlformats.org/drawingml/2006/main">
  <a:clrScheme name="Illinois">
    <a:dk1>
      <a:srgbClr val="12284B"/>
    </a:dk1>
    <a:lt1>
      <a:srgbClr val="FFFFFF"/>
    </a:lt1>
    <a:dk2>
      <a:srgbClr val="FF542E"/>
    </a:dk2>
    <a:lt2>
      <a:srgbClr val="FFFFFF"/>
    </a:lt2>
    <a:accent1>
      <a:srgbClr val="FF542E"/>
    </a:accent1>
    <a:accent2>
      <a:srgbClr val="12284B"/>
    </a:accent2>
    <a:accent3>
      <a:srgbClr val="FCB316"/>
    </a:accent3>
    <a:accent4>
      <a:srgbClr val="006130"/>
    </a:accent4>
    <a:accent5>
      <a:srgbClr val="007E8E"/>
    </a:accent5>
    <a:accent6>
      <a:srgbClr val="5C0E41"/>
    </a:accent6>
    <a:hlink>
      <a:srgbClr val="1D58A7"/>
    </a:hlink>
    <a:folHlink>
      <a:srgbClr val="C84113"/>
    </a:folHlink>
  </a:clrScheme>
</a:themeOverride>
</file>

<file path=docProps/app.xml><?xml version="1.0" encoding="utf-8"?>
<Properties xmlns="http://schemas.openxmlformats.org/officeDocument/2006/extended-properties" xmlns:vt="http://schemas.openxmlformats.org/officeDocument/2006/docPropsVTypes">
  <Template/>
  <TotalTime>13505</TotalTime>
  <Words>1857</Words>
  <Application>Microsoft Office PowerPoint</Application>
  <PresentationFormat>Widescreen</PresentationFormat>
  <Paragraphs>73</Paragraphs>
  <Slides>18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System Font Regular</vt:lpstr>
      <vt:lpstr>Times</vt:lpstr>
      <vt:lpstr>Times New Roman</vt:lpstr>
      <vt:lpstr>Office Theme</vt:lpstr>
      <vt:lpstr>Clinical Embryology</vt:lpstr>
      <vt:lpstr>Learning Objectives </vt:lpstr>
      <vt:lpstr>Question 1   </vt:lpstr>
      <vt:lpstr>Question 2   </vt:lpstr>
      <vt:lpstr>Question 3   </vt:lpstr>
      <vt:lpstr>Question 4   </vt:lpstr>
      <vt:lpstr>Question 5   </vt:lpstr>
      <vt:lpstr>Question 6   </vt:lpstr>
      <vt:lpstr>Question 7   </vt:lpstr>
      <vt:lpstr>Question 8   </vt:lpstr>
      <vt:lpstr>Question 9   </vt:lpstr>
      <vt:lpstr>Question 10   </vt:lpstr>
      <vt:lpstr>Question 11   </vt:lpstr>
      <vt:lpstr>Question 12   </vt:lpstr>
      <vt:lpstr>Question 13   </vt:lpstr>
      <vt:lpstr>Question 14   </vt:lpstr>
      <vt:lpstr>Question 15   </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(primary logo)</dc:title>
  <dc:subject/>
  <dc:creator>Liz</dc:creator>
  <cp:keywords/>
  <dc:description/>
  <cp:lastModifiedBy>Ibrahim, Wessam</cp:lastModifiedBy>
  <cp:revision>110</cp:revision>
  <dcterms:created xsi:type="dcterms:W3CDTF">2019-04-04T19:20:28Z</dcterms:created>
  <dcterms:modified xsi:type="dcterms:W3CDTF">2026-09-15T05:27:47Z</dcterms:modified>
  <cp:category/>
</cp:coreProperties>
</file>